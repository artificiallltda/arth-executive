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0"/>
            <a:ext cx="9144000" cy="9144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3291840"/>
            <a:ext cx="640080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5720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3B82F6"/>
                </a:solidFill>
                <a:latin typeface="Segoe UI"/>
              </a:rPr>
              <a:t>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3716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E293B"/>
                </a:solidFill>
                <a:latin typeface="Segoe UI"/>
              </a:rPr>
              <a:t>TÍTULO DA APRESENTAÇÃO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34747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64748B"/>
                </a:solidFill>
                <a:latin typeface="Segoe UI"/>
              </a:rPr>
              <a:t>Subtítulo ou descrição aqui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989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293B"/>
                </a:solidFill>
                <a:latin typeface="Segoe UI"/>
              </a:rPr>
              <a:t>Autor  |  Data  |  Versão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280160"/>
            <a:ext cx="859536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8288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E293B"/>
                </a:solidFill>
                <a:latin typeface="Segoe UI"/>
              </a:rPr>
              <a:t>TÍTULO DO 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Segoe UI"/>
              </a:rPr>
              <a:t>Insira o conteúdo do slide aqui. Este é o layout padrão para texto corrido, explicações e descrições detalhadas.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E293B"/>
                </a:solidFill>
                <a:latin typeface="Segoe UI"/>
              </a:rPr>
              <a:t>TÓPICOS PRINCIPAIS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201168" cy="201168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E293B"/>
                </a:solidFill>
                <a:latin typeface="Segoe UI"/>
              </a:rPr>
              <a:t>Primeiro tópico importante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21408"/>
            <a:ext cx="201168" cy="201168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29967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E293B"/>
                </a:solidFill>
                <a:latin typeface="Segoe UI"/>
              </a:rPr>
              <a:t>Segundo tópico relevante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779775"/>
            <a:ext cx="201168" cy="201168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688335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E293B"/>
                </a:solidFill>
                <a:latin typeface="Segoe UI"/>
              </a:rPr>
              <a:t>Terceiro ponto de destaque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438143"/>
            <a:ext cx="201168" cy="201168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346703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E293B"/>
                </a:solidFill>
                <a:latin typeface="Segoe UI"/>
              </a:rPr>
              <a:t>Quarto item da lista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096511"/>
            <a:ext cx="201168" cy="201168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005071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E293B"/>
                </a:solidFill>
                <a:latin typeface="Segoe UI"/>
              </a:rPr>
              <a:t>Quinto elemento da apresentação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663440" y="1280160"/>
            <a:ext cx="45720" cy="53035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8288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E293B"/>
                </a:solidFill>
                <a:latin typeface="Segoe UI"/>
              </a:rPr>
              <a:t>COMPARATIVO / DOIS TEMAS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F4FD"/>
                </a:solidFill>
                <a:latin typeface="Segoe UI"/>
              </a:rPr>
              <a:t>Coluna Esquerda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4023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293B"/>
                </a:solidFill>
                <a:latin typeface="Segoe UI"/>
              </a:rPr>
              <a:t>Insira o conteúdo da coluna esquerda aqui.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137160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F4FD"/>
                </a:solidFill>
                <a:latin typeface="Segoe UI"/>
              </a:rPr>
              <a:t>Coluna Direita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2011680"/>
            <a:ext cx="4023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293B"/>
                </a:solidFill>
                <a:latin typeface="Segoe UI"/>
              </a:rPr>
              <a:t>Insira o conteúdo da coluna direita aqui.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0" y="13716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E8F4FD"/>
                </a:solidFill>
                <a:latin typeface="Segoe UI"/>
              </a:rPr>
              <a:t>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5603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1E293B"/>
                </a:solidFill>
                <a:latin typeface="Segoe UI"/>
              </a:rPr>
              <a:t>OBRIGADO!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840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64748B"/>
                </a:solidFill>
                <a:latin typeface="Segoe UI"/>
              </a:rPr>
              <a:t>Dúvidas? Entre em contato.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4748B"/>
                </a:solidFill>
                <a:latin typeface="Segoe UI"/>
              </a:rPr>
              <a:t>contato@empresa.com  |  www.empresa.com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