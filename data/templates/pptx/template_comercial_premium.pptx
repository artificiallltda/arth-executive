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8" r:id="rId7"/>
    <p:sldId id="279" r:id="rId8"/>
    <p:sldId id="258" r:id="rId9"/>
    <p:sldId id="280" r:id="rId10"/>
    <p:sldId id="281" r:id="rId11"/>
    <p:sldId id="282" r:id="rId12"/>
    <p:sldId id="266" r:id="rId13"/>
    <p:sldId id="283" r:id="rId14"/>
    <p:sldId id="284" r:id="rId15"/>
    <p:sldId id="285" r:id="rId16"/>
    <p:sldId id="271" r:id="rId1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0655" autoAdjust="0"/>
  </p:normalViewPr>
  <p:slideViewPr>
    <p:cSldViewPr snapToGrid="0">
      <p:cViewPr varScale="1">
        <p:scale>
          <a:sx n="100" d="100"/>
          <a:sy n="100" d="100"/>
        </p:scale>
        <p:origin x="822" y="9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4062" y="2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an Santos" userId="5dda1dd3-2126-4712-ac7b-2b3106ad4864" providerId="ADAL" clId="{A131A810-237E-418F-B9CF-EE9A8D882EF6}"/>
    <pc:docChg chg="custSel mod modSld">
      <pc:chgData name="Gean Santos" userId="5dda1dd3-2126-4712-ac7b-2b3106ad4864" providerId="ADAL" clId="{A131A810-237E-418F-B9CF-EE9A8D882EF6}" dt="2026-03-14T17:18:24.006" v="99" actId="6549"/>
      <pc:docMkLst>
        <pc:docMk/>
      </pc:docMkLst>
      <pc:sldChg chg="modSp mod">
        <pc:chgData name="Gean Santos" userId="5dda1dd3-2126-4712-ac7b-2b3106ad4864" providerId="ADAL" clId="{A131A810-237E-418F-B9CF-EE9A8D882EF6}" dt="2026-03-14T17:15:22.494" v="0" actId="6549"/>
        <pc:sldMkLst>
          <pc:docMk/>
          <pc:sldMk cId="2586058810" sldId="256"/>
        </pc:sldMkLst>
        <pc:spChg chg="mod">
          <ac:chgData name="Gean Santos" userId="5dda1dd3-2126-4712-ac7b-2b3106ad4864" providerId="ADAL" clId="{A131A810-237E-418F-B9CF-EE9A8D882EF6}" dt="2026-03-14T17:15:22.494" v="0" actId="6549"/>
          <ac:spMkLst>
            <pc:docMk/>
            <pc:sldMk cId="2586058810" sldId="256"/>
            <ac:spMk id="2" creationId="{CFE75451-6A4B-484B-9ED1-353CCE25B0F4}"/>
          </ac:spMkLst>
        </pc:spChg>
      </pc:sldChg>
      <pc:sldChg chg="modSp mod">
        <pc:chgData name="Gean Santos" userId="5dda1dd3-2126-4712-ac7b-2b3106ad4864" providerId="ADAL" clId="{A131A810-237E-418F-B9CF-EE9A8D882EF6}" dt="2026-03-14T17:15:29.631" v="53" actId="6549"/>
        <pc:sldMkLst>
          <pc:docMk/>
          <pc:sldMk cId="1713219598" sldId="257"/>
        </pc:sldMkLst>
        <pc:spChg chg="mod">
          <ac:chgData name="Gean Santos" userId="5dda1dd3-2126-4712-ac7b-2b3106ad4864" providerId="ADAL" clId="{A131A810-237E-418F-B9CF-EE9A8D882EF6}" dt="2026-03-14T17:15:29.631" v="53" actId="6549"/>
          <ac:spMkLst>
            <pc:docMk/>
            <pc:sldMk cId="1713219598" sldId="257"/>
            <ac:spMk id="2" creationId="{1BEF5859-10C9-4588-9727-B9362E26C29D}"/>
          </ac:spMkLst>
        </pc:spChg>
        <pc:spChg chg="mod">
          <ac:chgData name="Gean Santos" userId="5dda1dd3-2126-4712-ac7b-2b3106ad4864" providerId="ADAL" clId="{A131A810-237E-418F-B9CF-EE9A8D882EF6}" dt="2026-03-14T17:15:28.351" v="51" actId="6549"/>
          <ac:spMkLst>
            <pc:docMk/>
            <pc:sldMk cId="1713219598" sldId="257"/>
            <ac:spMk id="3" creationId="{5671D7E5-EF66-4BCD-8DAA-E9061157F0BE}"/>
          </ac:spMkLst>
        </pc:spChg>
      </pc:sldChg>
      <pc:sldChg chg="modSp mod">
        <pc:chgData name="Gean Santos" userId="5dda1dd3-2126-4712-ac7b-2b3106ad4864" providerId="ADAL" clId="{A131A810-237E-418F-B9CF-EE9A8D882EF6}" dt="2026-03-14T17:15:44.620" v="58" actId="6549"/>
        <pc:sldMkLst>
          <pc:docMk/>
          <pc:sldMk cId="3571516367" sldId="258"/>
        </pc:sldMkLst>
        <pc:spChg chg="mod">
          <ac:chgData name="Gean Santos" userId="5dda1dd3-2126-4712-ac7b-2b3106ad4864" providerId="ADAL" clId="{A131A810-237E-418F-B9CF-EE9A8D882EF6}" dt="2026-03-14T17:15:44.620" v="58" actId="6549"/>
          <ac:spMkLst>
            <pc:docMk/>
            <pc:sldMk cId="3571516367" sldId="258"/>
            <ac:spMk id="2" creationId="{0A32731C-311B-46F7-A865-6C3AF6B09A47}"/>
          </ac:spMkLst>
        </pc:spChg>
        <pc:spChg chg="mod">
          <ac:chgData name="Gean Santos" userId="5dda1dd3-2126-4712-ac7b-2b3106ad4864" providerId="ADAL" clId="{A131A810-237E-418F-B9CF-EE9A8D882EF6}" dt="2026-03-14T17:15:43.460" v="57" actId="27636"/>
          <ac:spMkLst>
            <pc:docMk/>
            <pc:sldMk cId="3571516367" sldId="258"/>
            <ac:spMk id="3" creationId="{9D5232F9-FD00-464A-9F17-619C91AEF8F3}"/>
          </ac:spMkLst>
        </pc:spChg>
      </pc:sldChg>
      <pc:sldChg chg="addSp delSp modSp mod">
        <pc:chgData name="Gean Santos" userId="5dda1dd3-2126-4712-ac7b-2b3106ad4864" providerId="ADAL" clId="{A131A810-237E-418F-B9CF-EE9A8D882EF6}" dt="2026-03-14T17:16:28.924" v="76" actId="6549"/>
        <pc:sldMkLst>
          <pc:docMk/>
          <pc:sldMk cId="1742861620" sldId="266"/>
        </pc:sldMkLst>
        <pc:spChg chg="mod">
          <ac:chgData name="Gean Santos" userId="5dda1dd3-2126-4712-ac7b-2b3106ad4864" providerId="ADAL" clId="{A131A810-237E-418F-B9CF-EE9A8D882EF6}" dt="2026-03-14T17:16:28.924" v="76" actId="6549"/>
          <ac:spMkLst>
            <pc:docMk/>
            <pc:sldMk cId="1742861620" sldId="266"/>
            <ac:spMk id="2" creationId="{4518FC28-E0BD-4387-B8BE-9965D1A57FF1}"/>
          </ac:spMkLst>
        </pc:spChg>
        <pc:spChg chg="mod">
          <ac:chgData name="Gean Santos" userId="5dda1dd3-2126-4712-ac7b-2b3106ad4864" providerId="ADAL" clId="{A131A810-237E-418F-B9CF-EE9A8D882EF6}" dt="2026-03-14T17:16:27.825" v="75" actId="6549"/>
          <ac:spMkLst>
            <pc:docMk/>
            <pc:sldMk cId="1742861620" sldId="266"/>
            <ac:spMk id="3" creationId="{FED19BCA-B61F-4EA6-A1FB-CCA3BD8506FB}"/>
          </ac:spMkLst>
        </pc:spChg>
        <pc:spChg chg="add mod">
          <ac:chgData name="Gean Santos" userId="5dda1dd3-2126-4712-ac7b-2b3106ad4864" providerId="ADAL" clId="{A131A810-237E-418F-B9CF-EE9A8D882EF6}" dt="2026-03-14T17:16:22.914" v="73" actId="478"/>
          <ac:spMkLst>
            <pc:docMk/>
            <pc:sldMk cId="1742861620" sldId="266"/>
            <ac:spMk id="5" creationId="{3424FEF7-77D2-5523-FA9E-CBF6454EAB3E}"/>
          </ac:spMkLst>
        </pc:spChg>
        <pc:picChg chg="del">
          <ac:chgData name="Gean Santos" userId="5dda1dd3-2126-4712-ac7b-2b3106ad4864" providerId="ADAL" clId="{A131A810-237E-418F-B9CF-EE9A8D882EF6}" dt="2026-03-14T17:16:22.914" v="73" actId="478"/>
          <ac:picMkLst>
            <pc:docMk/>
            <pc:sldMk cId="1742861620" sldId="266"/>
            <ac:picMk id="47" creationId="{F55BC7A4-EE4B-7EFC-C325-408D66C3CBA7}"/>
          </ac:picMkLst>
        </pc:picChg>
      </pc:sldChg>
      <pc:sldChg chg="modSp mod">
        <pc:chgData name="Gean Santos" userId="5dda1dd3-2126-4712-ac7b-2b3106ad4864" providerId="ADAL" clId="{A131A810-237E-418F-B9CF-EE9A8D882EF6}" dt="2026-03-14T17:18:24.006" v="99" actId="6549"/>
        <pc:sldMkLst>
          <pc:docMk/>
          <pc:sldMk cId="1969787568" sldId="271"/>
        </pc:sldMkLst>
        <pc:spChg chg="mod">
          <ac:chgData name="Gean Santos" userId="5dda1dd3-2126-4712-ac7b-2b3106ad4864" providerId="ADAL" clId="{A131A810-237E-418F-B9CF-EE9A8D882EF6}" dt="2026-03-14T17:18:24.006" v="99" actId="6549"/>
          <ac:spMkLst>
            <pc:docMk/>
            <pc:sldMk cId="1969787568" sldId="271"/>
            <ac:spMk id="2" creationId="{8BDF1EDE-5423-435C-B149-87AB1BC22B83}"/>
          </ac:spMkLst>
        </pc:spChg>
        <pc:spChg chg="mod">
          <ac:chgData name="Gean Santos" userId="5dda1dd3-2126-4712-ac7b-2b3106ad4864" providerId="ADAL" clId="{A131A810-237E-418F-B9CF-EE9A8D882EF6}" dt="2026-03-14T17:18:22.741" v="98" actId="6549"/>
          <ac:spMkLst>
            <pc:docMk/>
            <pc:sldMk cId="1969787568" sldId="271"/>
            <ac:spMk id="3" creationId="{AF64C29E-DF30-4DC6-AB95-2016F9A703B6}"/>
          </ac:spMkLst>
        </pc:spChg>
      </pc:sldChg>
      <pc:sldChg chg="modSp mod">
        <pc:chgData name="Gean Santos" userId="5dda1dd3-2126-4712-ac7b-2b3106ad4864" providerId="ADAL" clId="{A131A810-237E-418F-B9CF-EE9A8D882EF6}" dt="2026-03-14T17:15:32.367" v="54" actId="6549"/>
        <pc:sldMkLst>
          <pc:docMk/>
          <pc:sldMk cId="608796113" sldId="278"/>
        </pc:sldMkLst>
        <pc:spChg chg="mod">
          <ac:chgData name="Gean Santos" userId="5dda1dd3-2126-4712-ac7b-2b3106ad4864" providerId="ADAL" clId="{A131A810-237E-418F-B9CF-EE9A8D882EF6}" dt="2026-03-14T17:15:32.367" v="54" actId="6549"/>
          <ac:spMkLst>
            <pc:docMk/>
            <pc:sldMk cId="608796113" sldId="278"/>
            <ac:spMk id="2" creationId="{9528DBD1-DB29-D44F-FD5A-3071BB37EF37}"/>
          </ac:spMkLst>
        </pc:spChg>
      </pc:sldChg>
      <pc:sldChg chg="addSp delSp modSp mod">
        <pc:chgData name="Gean Santos" userId="5dda1dd3-2126-4712-ac7b-2b3106ad4864" providerId="ADAL" clId="{A131A810-237E-418F-B9CF-EE9A8D882EF6}" dt="2026-03-14T17:15:46.188" v="59" actId="478"/>
        <pc:sldMkLst>
          <pc:docMk/>
          <pc:sldMk cId="2241459136" sldId="279"/>
        </pc:sldMkLst>
        <pc:spChg chg="mod">
          <ac:chgData name="Gean Santos" userId="5dda1dd3-2126-4712-ac7b-2b3106ad4864" providerId="ADAL" clId="{A131A810-237E-418F-B9CF-EE9A8D882EF6}" dt="2026-03-14T17:15:35.281" v="55" actId="6549"/>
          <ac:spMkLst>
            <pc:docMk/>
            <pc:sldMk cId="2241459136" sldId="279"/>
            <ac:spMk id="2" creationId="{818AFA5E-469B-2BFC-9D4E-BD1EC6E48CA0}"/>
          </ac:spMkLst>
        </pc:spChg>
        <pc:spChg chg="add mod">
          <ac:chgData name="Gean Santos" userId="5dda1dd3-2126-4712-ac7b-2b3106ad4864" providerId="ADAL" clId="{A131A810-237E-418F-B9CF-EE9A8D882EF6}" dt="2026-03-14T17:15:46.188" v="59" actId="478"/>
          <ac:spMkLst>
            <pc:docMk/>
            <pc:sldMk cId="2241459136" sldId="279"/>
            <ac:spMk id="4" creationId="{F67297F3-BFB6-1A31-143C-6B9368628AF7}"/>
          </ac:spMkLst>
        </pc:spChg>
        <pc:picChg chg="del">
          <ac:chgData name="Gean Santos" userId="5dda1dd3-2126-4712-ac7b-2b3106ad4864" providerId="ADAL" clId="{A131A810-237E-418F-B9CF-EE9A8D882EF6}" dt="2026-03-14T17:15:46.188" v="59" actId="478"/>
          <ac:picMkLst>
            <pc:docMk/>
            <pc:sldMk cId="2241459136" sldId="279"/>
            <ac:picMk id="16" creationId="{448EF356-1822-E2AE-2794-322870D4C222}"/>
          </ac:picMkLst>
        </pc:picChg>
      </pc:sldChg>
      <pc:sldChg chg="modSp mod">
        <pc:chgData name="Gean Santos" userId="5dda1dd3-2126-4712-ac7b-2b3106ad4864" providerId="ADAL" clId="{A131A810-237E-418F-B9CF-EE9A8D882EF6}" dt="2026-03-14T17:15:49.869" v="60" actId="6549"/>
        <pc:sldMkLst>
          <pc:docMk/>
          <pc:sldMk cId="334696707" sldId="280"/>
        </pc:sldMkLst>
        <pc:spChg chg="mod">
          <ac:chgData name="Gean Santos" userId="5dda1dd3-2126-4712-ac7b-2b3106ad4864" providerId="ADAL" clId="{A131A810-237E-418F-B9CF-EE9A8D882EF6}" dt="2026-03-14T17:15:49.869" v="60" actId="6549"/>
          <ac:spMkLst>
            <pc:docMk/>
            <pc:sldMk cId="334696707" sldId="280"/>
            <ac:spMk id="2" creationId="{566C97BE-403B-122E-90D1-2788978A0B6F}"/>
          </ac:spMkLst>
        </pc:spChg>
      </pc:sldChg>
      <pc:sldChg chg="modSp mod">
        <pc:chgData name="Gean Santos" userId="5dda1dd3-2126-4712-ac7b-2b3106ad4864" providerId="ADAL" clId="{A131A810-237E-418F-B9CF-EE9A8D882EF6}" dt="2026-03-14T17:16:05.139" v="66" actId="6549"/>
        <pc:sldMkLst>
          <pc:docMk/>
          <pc:sldMk cId="103458723" sldId="281"/>
        </pc:sldMkLst>
        <pc:spChg chg="mod">
          <ac:chgData name="Gean Santos" userId="5dda1dd3-2126-4712-ac7b-2b3106ad4864" providerId="ADAL" clId="{A131A810-237E-418F-B9CF-EE9A8D882EF6}" dt="2026-03-14T17:16:05.139" v="66" actId="6549"/>
          <ac:spMkLst>
            <pc:docMk/>
            <pc:sldMk cId="103458723" sldId="281"/>
            <ac:spMk id="2" creationId="{A95E2E6A-35EC-1B8E-0FD7-8C67870ACA64}"/>
          </ac:spMkLst>
        </pc:spChg>
        <pc:spChg chg="mod">
          <ac:chgData name="Gean Santos" userId="5dda1dd3-2126-4712-ac7b-2b3106ad4864" providerId="ADAL" clId="{A131A810-237E-418F-B9CF-EE9A8D882EF6}" dt="2026-03-14T17:15:56.892" v="63" actId="6549"/>
          <ac:spMkLst>
            <pc:docMk/>
            <pc:sldMk cId="103458723" sldId="281"/>
            <ac:spMk id="12" creationId="{554B61B9-26F6-B304-92CD-03053DAAF2A8}"/>
          </ac:spMkLst>
        </pc:spChg>
        <pc:spChg chg="mod">
          <ac:chgData name="Gean Santos" userId="5dda1dd3-2126-4712-ac7b-2b3106ad4864" providerId="ADAL" clId="{A131A810-237E-418F-B9CF-EE9A8D882EF6}" dt="2026-03-14T17:16:02.884" v="65" actId="6549"/>
          <ac:spMkLst>
            <pc:docMk/>
            <pc:sldMk cId="103458723" sldId="281"/>
            <ac:spMk id="14" creationId="{CB9F9E8B-42CD-AC26-AFC9-F1F66695693B}"/>
          </ac:spMkLst>
        </pc:spChg>
        <pc:spChg chg="mod">
          <ac:chgData name="Gean Santos" userId="5dda1dd3-2126-4712-ac7b-2b3106ad4864" providerId="ADAL" clId="{A131A810-237E-418F-B9CF-EE9A8D882EF6}" dt="2026-03-14T17:15:55.449" v="62" actId="6549"/>
          <ac:spMkLst>
            <pc:docMk/>
            <pc:sldMk cId="103458723" sldId="281"/>
            <ac:spMk id="35" creationId="{EDBE6233-75E9-40D1-968F-58CA9AD0FF50}"/>
          </ac:spMkLst>
        </pc:spChg>
        <pc:spChg chg="mod">
          <ac:chgData name="Gean Santos" userId="5dda1dd3-2126-4712-ac7b-2b3106ad4864" providerId="ADAL" clId="{A131A810-237E-418F-B9CF-EE9A8D882EF6}" dt="2026-03-14T17:16:00.329" v="64" actId="6549"/>
          <ac:spMkLst>
            <pc:docMk/>
            <pc:sldMk cId="103458723" sldId="281"/>
            <ac:spMk id="50" creationId="{8F6B2AE9-DDE4-FD99-A235-3B39EEE21481}"/>
          </ac:spMkLst>
        </pc:spChg>
      </pc:sldChg>
      <pc:sldChg chg="modSp mod">
        <pc:chgData name="Gean Santos" userId="5dda1dd3-2126-4712-ac7b-2b3106ad4864" providerId="ADAL" clId="{A131A810-237E-418F-B9CF-EE9A8D882EF6}" dt="2026-03-14T17:16:20.540" v="72" actId="6549"/>
        <pc:sldMkLst>
          <pc:docMk/>
          <pc:sldMk cId="636929804" sldId="282"/>
        </pc:sldMkLst>
        <pc:spChg chg="mod">
          <ac:chgData name="Gean Santos" userId="5dda1dd3-2126-4712-ac7b-2b3106ad4864" providerId="ADAL" clId="{A131A810-237E-418F-B9CF-EE9A8D882EF6}" dt="2026-03-14T17:16:20.540" v="72" actId="6549"/>
          <ac:spMkLst>
            <pc:docMk/>
            <pc:sldMk cId="636929804" sldId="282"/>
            <ac:spMk id="2" creationId="{8B27D9B3-B64F-656A-0D99-161A6C0F518F}"/>
          </ac:spMkLst>
        </pc:spChg>
        <pc:spChg chg="mod">
          <ac:chgData name="Gean Santos" userId="5dda1dd3-2126-4712-ac7b-2b3106ad4864" providerId="ADAL" clId="{A131A810-237E-418F-B9CF-EE9A8D882EF6}" dt="2026-03-14T17:16:13.707" v="69" actId="20577"/>
          <ac:spMkLst>
            <pc:docMk/>
            <pc:sldMk cId="636929804" sldId="282"/>
            <ac:spMk id="13" creationId="{7E5B6E40-3A7D-ACF7-AA38-25977D322D81}"/>
          </ac:spMkLst>
        </pc:spChg>
        <pc:spChg chg="mod">
          <ac:chgData name="Gean Santos" userId="5dda1dd3-2126-4712-ac7b-2b3106ad4864" providerId="ADAL" clId="{A131A810-237E-418F-B9CF-EE9A8D882EF6}" dt="2026-03-14T17:16:18.887" v="71" actId="6549"/>
          <ac:spMkLst>
            <pc:docMk/>
            <pc:sldMk cId="636929804" sldId="282"/>
            <ac:spMk id="14" creationId="{5112969F-EB84-49D5-7100-1FB28870FB30}"/>
          </ac:spMkLst>
        </pc:spChg>
        <pc:spChg chg="mod">
          <ac:chgData name="Gean Santos" userId="5dda1dd3-2126-4712-ac7b-2b3106ad4864" providerId="ADAL" clId="{A131A810-237E-418F-B9CF-EE9A8D882EF6}" dt="2026-03-14T17:16:15.476" v="70" actId="20577"/>
          <ac:spMkLst>
            <pc:docMk/>
            <pc:sldMk cId="636929804" sldId="282"/>
            <ac:spMk id="15" creationId="{A536BD54-EFA1-25A2-9F04-4F22C36E2A5D}"/>
          </ac:spMkLst>
        </pc:spChg>
        <pc:spChg chg="mod">
          <ac:chgData name="Gean Santos" userId="5dda1dd3-2126-4712-ac7b-2b3106ad4864" providerId="ADAL" clId="{A131A810-237E-418F-B9CF-EE9A8D882EF6}" dt="2026-03-14T17:16:10.130" v="68" actId="5793"/>
          <ac:spMkLst>
            <pc:docMk/>
            <pc:sldMk cId="636929804" sldId="282"/>
            <ac:spMk id="36" creationId="{E71298F0-74F1-FECA-0F02-495F9A2EBA7B}"/>
          </ac:spMkLst>
        </pc:spChg>
      </pc:sldChg>
      <pc:sldChg chg="modSp mod">
        <pc:chgData name="Gean Santos" userId="5dda1dd3-2126-4712-ac7b-2b3106ad4864" providerId="ADAL" clId="{A131A810-237E-418F-B9CF-EE9A8D882EF6}" dt="2026-03-14T17:16:40.616" v="83" actId="6549"/>
        <pc:sldMkLst>
          <pc:docMk/>
          <pc:sldMk cId="1658164610" sldId="283"/>
        </pc:sldMkLst>
        <pc:spChg chg="mod">
          <ac:chgData name="Gean Santos" userId="5dda1dd3-2126-4712-ac7b-2b3106ad4864" providerId="ADAL" clId="{A131A810-237E-418F-B9CF-EE9A8D882EF6}" dt="2026-03-14T17:16:40.616" v="83" actId="6549"/>
          <ac:spMkLst>
            <pc:docMk/>
            <pc:sldMk cId="1658164610" sldId="283"/>
            <ac:spMk id="3" creationId="{4321055C-5E33-5D21-2A6E-21827FA88ED3}"/>
          </ac:spMkLst>
        </pc:spChg>
        <pc:spChg chg="mod">
          <ac:chgData name="Gean Santos" userId="5dda1dd3-2126-4712-ac7b-2b3106ad4864" providerId="ADAL" clId="{A131A810-237E-418F-B9CF-EE9A8D882EF6}" dt="2026-03-14T17:16:39.230" v="82" actId="6549"/>
          <ac:spMkLst>
            <pc:docMk/>
            <pc:sldMk cId="1658164610" sldId="283"/>
            <ac:spMk id="6" creationId="{B587B122-1579-FDB8-443B-F05E622163C3}"/>
          </ac:spMkLst>
        </pc:spChg>
        <pc:graphicFrameChg chg="modGraphic">
          <ac:chgData name="Gean Santos" userId="5dda1dd3-2126-4712-ac7b-2b3106ad4864" providerId="ADAL" clId="{A131A810-237E-418F-B9CF-EE9A8D882EF6}" dt="2026-03-14T17:16:36.832" v="81" actId="6549"/>
          <ac:graphicFrameMkLst>
            <pc:docMk/>
            <pc:sldMk cId="1658164610" sldId="283"/>
            <ac:graphicFrameMk id="10" creationId="{98ED67AF-B48B-F5F8-E2FD-1C98C42C4D54}"/>
          </ac:graphicFrameMkLst>
        </pc:graphicFrameChg>
      </pc:sldChg>
      <pc:sldChg chg="modSp mod">
        <pc:chgData name="Gean Santos" userId="5dda1dd3-2126-4712-ac7b-2b3106ad4864" providerId="ADAL" clId="{A131A810-237E-418F-B9CF-EE9A8D882EF6}" dt="2026-03-14T17:16:51.870" v="88" actId="6549"/>
        <pc:sldMkLst>
          <pc:docMk/>
          <pc:sldMk cId="2403577982" sldId="284"/>
        </pc:sldMkLst>
        <pc:spChg chg="mod">
          <ac:chgData name="Gean Santos" userId="5dda1dd3-2126-4712-ac7b-2b3106ad4864" providerId="ADAL" clId="{A131A810-237E-418F-B9CF-EE9A8D882EF6}" dt="2026-03-14T17:16:45.397" v="85" actId="6549"/>
          <ac:spMkLst>
            <pc:docMk/>
            <pc:sldMk cId="2403577982" sldId="284"/>
            <ac:spMk id="6" creationId="{D2E1CF79-4FDC-8CAF-CC16-E309A2C49758}"/>
          </ac:spMkLst>
        </pc:spChg>
        <pc:spChg chg="mod">
          <ac:chgData name="Gean Santos" userId="5dda1dd3-2126-4712-ac7b-2b3106ad4864" providerId="ADAL" clId="{A131A810-237E-418F-B9CF-EE9A8D882EF6}" dt="2026-03-14T17:16:46.624" v="86" actId="6549"/>
          <ac:spMkLst>
            <pc:docMk/>
            <pc:sldMk cId="2403577982" sldId="284"/>
            <ac:spMk id="17" creationId="{09140014-73D5-419B-8867-972BB18D52D4}"/>
          </ac:spMkLst>
        </pc:spChg>
        <pc:spChg chg="mod">
          <ac:chgData name="Gean Santos" userId="5dda1dd3-2126-4712-ac7b-2b3106ad4864" providerId="ADAL" clId="{A131A810-237E-418F-B9CF-EE9A8D882EF6}" dt="2026-03-14T17:16:44.312" v="84" actId="6549"/>
          <ac:spMkLst>
            <pc:docMk/>
            <pc:sldMk cId="2403577982" sldId="284"/>
            <ac:spMk id="20" creationId="{33D8731E-4977-402E-8BFD-895B4D0544CC}"/>
          </ac:spMkLst>
        </pc:spChg>
        <pc:spChg chg="mod">
          <ac:chgData name="Gean Santos" userId="5dda1dd3-2126-4712-ac7b-2b3106ad4864" providerId="ADAL" clId="{A131A810-237E-418F-B9CF-EE9A8D882EF6}" dt="2026-03-14T17:16:51.870" v="88" actId="6549"/>
          <ac:spMkLst>
            <pc:docMk/>
            <pc:sldMk cId="2403577982" sldId="284"/>
            <ac:spMk id="34" creationId="{AE07A905-8B37-D13F-25D3-1D3BCDB86B0B}"/>
          </ac:spMkLst>
        </pc:spChg>
        <pc:spChg chg="mod">
          <ac:chgData name="Gean Santos" userId="5dda1dd3-2126-4712-ac7b-2b3106ad4864" providerId="ADAL" clId="{A131A810-237E-418F-B9CF-EE9A8D882EF6}" dt="2026-03-14T17:16:49.883" v="87" actId="6549"/>
          <ac:spMkLst>
            <pc:docMk/>
            <pc:sldMk cId="2403577982" sldId="284"/>
            <ac:spMk id="35" creationId="{4E9A764F-6B65-050E-E561-82F77339D164}"/>
          </ac:spMkLst>
        </pc:spChg>
      </pc:sldChg>
      <pc:sldChg chg="modSp mod">
        <pc:chgData name="Gean Santos" userId="5dda1dd3-2126-4712-ac7b-2b3106ad4864" providerId="ADAL" clId="{A131A810-237E-418F-B9CF-EE9A8D882EF6}" dt="2026-03-14T17:17:02.180" v="94" actId="6549"/>
        <pc:sldMkLst>
          <pc:docMk/>
          <pc:sldMk cId="2791821786" sldId="285"/>
        </pc:sldMkLst>
        <pc:spChg chg="mod">
          <ac:chgData name="Gean Santos" userId="5dda1dd3-2126-4712-ac7b-2b3106ad4864" providerId="ADAL" clId="{A131A810-237E-418F-B9CF-EE9A8D882EF6}" dt="2026-03-14T17:17:02.180" v="94" actId="6549"/>
          <ac:spMkLst>
            <pc:docMk/>
            <pc:sldMk cId="2791821786" sldId="285"/>
            <ac:spMk id="8" creationId="{3E5FEE2D-79E5-4C1D-8BF7-EE619CA7039A}"/>
          </ac:spMkLst>
        </pc:spChg>
        <pc:graphicFrameChg chg="modGraphic">
          <ac:chgData name="Gean Santos" userId="5dda1dd3-2126-4712-ac7b-2b3106ad4864" providerId="ADAL" clId="{A131A810-237E-418F-B9CF-EE9A8D882EF6}" dt="2026-03-14T17:17:00.870" v="93" actId="6549"/>
          <ac:graphicFrameMkLst>
            <pc:docMk/>
            <pc:sldMk cId="2791821786" sldId="285"/>
            <ac:graphicFrameMk id="13" creationId="{4A94C7BE-6E60-66F0-EFD4-2F452B0D743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2C30B76D-9E7F-4273-B7A0-EBF77BE4EE22}" type="datetime1">
              <a:rPr lang="pt-BR" smtClean="0"/>
              <a:t>14/03/2026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28EEFA9E-C190-4F5C-8394-BD5F1CD55C0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764B4A9E-9013-4543-8739-2CA516922B6A}" type="datetime1">
              <a:rPr lang="pt-BR" smtClean="0"/>
              <a:pPr/>
              <a:t>14/03/2026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22289C57-55D7-40A4-A101-E74FAC7A09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pt-BR" sz="3600" spc="15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pt-BR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pic>
        <p:nvPicPr>
          <p:cNvPr id="4" name="Elemento gráfico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para Rodapé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4" name="Espaço Reservado para o Número do Slide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pt-BR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pt-BR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pt-BR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pt-BR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9" name="Espaço Reservado para Rodapé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20" name="Espaço Reservado para o Número do Slide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Espaço Reservado para Conteúdo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pt-BR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 para Tabe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tabela</a:t>
            </a:r>
            <a:endParaRPr lang="pt-BR" dirty="0"/>
          </a:p>
        </p:txBody>
      </p:sp>
      <p:sp>
        <p:nvSpPr>
          <p:cNvPr id="10" name="Espaço Reservado para Rodapé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13" name="Elemento gráfico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 para Tabe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tabela</a:t>
            </a:r>
            <a:endParaRPr 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7" name="Espaço Reservado para o Número do Slide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pt-BR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F67297F3-BFB6-1A31-143C-6B9368628A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Espaço Reservado para o Número do Slide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5" name="Espaço Reservado para Conteúdo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lvl="1" rtl="0"/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0" name="Espaço Reservado para Conteúdo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3619986" cy="351284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6" name="Espaço Reservado para Conteúdo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3298974" cy="290716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endParaRPr lang="pt-BR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474728" y="2960877"/>
            <a:ext cx="5516880" cy="35128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74728" y="3324859"/>
            <a:ext cx="5506720" cy="30314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8" name="Espaço Reservado para o Número do Slide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4"/>
            <a:ext cx="5907176" cy="2536826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3424FEF7-77D2-5523-FA9E-CBF6454EAB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100753" cy="191770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graphicFrame>
        <p:nvGraphicFramePr>
          <p:cNvPr id="10" name="Espaço Reservado para Tabela 2">
            <a:extLst>
              <a:ext uri="{FF2B5EF4-FFF2-40B4-BE49-F238E27FC236}">
                <a16:creationId xmlns:a16="http://schemas.microsoft.com/office/drawing/2014/main" id="{98ED67AF-B48B-F5F8-E2FD-1C98C42C4D5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430190238"/>
              </p:ext>
            </p:extLst>
          </p:nvPr>
        </p:nvGraphicFramePr>
        <p:xfrm>
          <a:off x="4216400" y="895350"/>
          <a:ext cx="7137404" cy="511588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9412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83852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53697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56777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810285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3954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3954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764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83954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19934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rtlCol="0" anchor="b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2E1CF79-4FDC-8CAF-CC16-E309A2C4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Espaço Reservado para Conteúdo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154166"/>
            <a:ext cx="5733773" cy="3567309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4" name="Espaço Reservado para Texto 33">
            <a:extLst>
              <a:ext uri="{FF2B5EF4-FFF2-40B4-BE49-F238E27FC236}">
                <a16:creationId xmlns:a16="http://schemas.microsoft.com/office/drawing/2014/main" id="{AE07A905-8B37-D13F-25D3-1D3BCDB86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7108" y="2705177"/>
            <a:ext cx="3943627" cy="4489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5" name="Espaço Reservado para Conteúdo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7107" y="3164867"/>
            <a:ext cx="3943627" cy="303273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rtlCol="0" anchor="b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graphicFrame>
        <p:nvGraphicFramePr>
          <p:cNvPr id="13" name="Espaço Reservado para Tabela 2">
            <a:extLst>
              <a:ext uri="{FF2B5EF4-FFF2-40B4-BE49-F238E27FC236}">
                <a16:creationId xmlns:a16="http://schemas.microsoft.com/office/drawing/2014/main" id="{4A94C7BE-6E60-66F0-EFD4-2F452B0D743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143386260"/>
              </p:ext>
            </p:extLst>
          </p:nvPr>
        </p:nvGraphicFramePr>
        <p:xfrm>
          <a:off x="838200" y="2111375"/>
          <a:ext cx="10515601" cy="357096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73334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1843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1843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1843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1843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024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328976_win32_kb_V13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22</Words>
  <Application>Microsoft Office PowerPoint</Application>
  <PresentationFormat>Widescreen</PresentationFormat>
  <Paragraphs>22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Gean Santos</cp:lastModifiedBy>
  <cp:revision>2</cp:revision>
  <dcterms:created xsi:type="dcterms:W3CDTF">2026-03-13T01:29:47Z</dcterms:created>
  <dcterms:modified xsi:type="dcterms:W3CDTF">2026-03-14T17:18:28Z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2026-03-14T17:15:28Z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cde9cf13-cbc7-4116-a4eb-62f2be7fe935</vt:lpwstr>
  </property>
  <property fmtid="{D5CDD505-2E9C-101B-9397-08002B2CF9AE}" pid="9" name="MSIP_Label_defa4170-0d19-0005-0004-bc88714345d2_ActionId">
    <vt:lpwstr>a5c325aa-2cd5-428f-961b-a6cc6202ac56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10, 3, 0, 1</vt:lpwstr>
  </property>
</Properties>
</file>