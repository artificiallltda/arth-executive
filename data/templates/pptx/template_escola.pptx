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91840"/>
            <a:ext cx="6400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  <a:latin typeface="Segoe UI"/>
              </a:rP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293B"/>
                </a:solidFill>
                <a:latin typeface="Segoe UI"/>
              </a:rPr>
              <a:t>TÍTULO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74151"/>
                </a:solidFill>
                <a:latin typeface="Segoe UI"/>
              </a:rPr>
              <a:t>Subtítulo ou descrição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Autor  |  Data  |  Versão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Segoe UI"/>
              </a:rPr>
              <a:t>TÍTULO DO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Segoe UI"/>
              </a:rPr>
              <a:t>Insira o conteúdo do slide aqui. Este é o layout padrão para texto corrido, explicações e descrições detalhadas.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Segoe UI"/>
              </a:rPr>
              <a:t>TÓPICOS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" cy="2011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Primeiro tópico importante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21408"/>
            <a:ext cx="201168" cy="2011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Segundo tópico relevante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9775"/>
            <a:ext cx="201168" cy="2011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Terceiro ponto de destaque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3"/>
            <a:ext cx="201168" cy="2011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3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Quarto item da 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96511"/>
            <a:ext cx="201168" cy="2011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Segoe UI"/>
              </a:rPr>
              <a:t>Quinto elemento da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5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3440" y="1280160"/>
            <a:ext cx="45720" cy="5303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Segoe UI"/>
              </a:rPr>
              <a:t>COMPARATIVO / DOIS 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EF3C7"/>
                </a:solidFill>
                <a:latin typeface="Segoe UI"/>
              </a:rPr>
              <a:t>Coluna Esquerda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Insira o conteúdo da coluna esquerda aqui.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EF3C7"/>
                </a:solidFill>
                <a:latin typeface="Segoe UI"/>
              </a:rPr>
              <a:t>Coluna Direita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Segoe UI"/>
              </a:rPr>
              <a:t>Insira o conteúdo da coluna direita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96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EF3C7"/>
                </a:solidFill>
                <a:latin typeface="Segoe UI"/>
              </a:rP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E293B"/>
                </a:solidFill>
                <a:latin typeface="Segoe UI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374151"/>
                </a:solidFill>
                <a:latin typeface="Segoe UI"/>
              </a:rPr>
              <a:t>Dúvidas? Entre em contato.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4151"/>
                </a:solidFill>
                <a:latin typeface="Segoe UI"/>
              </a:rPr>
              <a:t>contato@empresa.com  |  www.empresa.com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