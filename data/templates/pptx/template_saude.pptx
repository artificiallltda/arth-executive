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91840"/>
            <a:ext cx="6400800" cy="45720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95DD"/>
                </a:solidFill>
                <a:latin typeface="Segoe UI"/>
              </a:rP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4E3B"/>
                </a:solidFill>
                <a:latin typeface="Segoe UI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65F46"/>
                </a:solidFill>
                <a:latin typeface="Segoe UI"/>
              </a:rPr>
              <a:t>Subtítulo ou descrição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4E3B"/>
                </a:solidFill>
                <a:latin typeface="Segoe UI"/>
              </a:rPr>
              <a:t>Autor  |  Data  |  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Segoe UI"/>
              </a:rPr>
              <a:t>TÍTULO DO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64E3B"/>
                </a:solidFill>
                <a:latin typeface="Segoe UI"/>
              </a:rPr>
              <a:t>Insira o conteúdo do slide aqui. Este é o layout padrão para texto corrido, explicações e descrições detalhadas.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Segoe UI"/>
              </a:rPr>
              <a:t>TÓPICOS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4E3B"/>
                </a:solidFill>
                <a:latin typeface="Segoe UI"/>
              </a:rPr>
              <a:t>Primeiro tópico importante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4E3B"/>
                </a:solidFill>
                <a:latin typeface="Segoe UI"/>
              </a:rPr>
              <a:t>Segundo tópico relevante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5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4E3B"/>
                </a:solidFill>
                <a:latin typeface="Segoe UI"/>
              </a:rPr>
              <a:t>Terceiro ponto de destaque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3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4E3B"/>
                </a:solidFill>
                <a:latin typeface="Segoe UI"/>
              </a:rPr>
              <a:t>Quarto item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96511"/>
            <a:ext cx="201168" cy="2011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4E3B"/>
                </a:solidFill>
                <a:latin typeface="Segoe UI"/>
              </a:rPr>
              <a:t>Quinto elemento da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45720" cy="5303520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4E3B"/>
                </a:solidFill>
                <a:latin typeface="Segoe UI"/>
              </a:rPr>
              <a:t>COMPARATIVO / DOIS 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E5"/>
                </a:solidFill>
                <a:latin typeface="Segoe UI"/>
              </a:rPr>
              <a:t>Coluna Esquerda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Segoe UI"/>
              </a:rPr>
              <a:t>Insira o conteúdo da coluna esquerda aqui.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E5"/>
                </a:solidFill>
                <a:latin typeface="Segoe UI"/>
              </a:rPr>
              <a:t>Coluna Direita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Segoe UI"/>
              </a:rPr>
              <a:t>Insira o conteúdo da coluna direita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1FAE5"/>
                </a:solidFill>
                <a:latin typeface="Segoe UI"/>
              </a:rPr>
              <a:t>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64E3B"/>
                </a:solidFill>
                <a:latin typeface="Segoe U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65F46"/>
                </a:solidFill>
                <a:latin typeface="Segoe UI"/>
              </a:rPr>
              <a:t>Dúvidas? Entre em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5F46"/>
                </a:solidFill>
                <a:latin typeface="Segoe UI"/>
              </a:rPr>
              <a:t>contato@empresa.com  |  www.empresa.com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