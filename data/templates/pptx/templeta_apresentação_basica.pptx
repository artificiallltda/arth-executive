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62" r:id="rId7"/>
    <p:sldId id="260" r:id="rId8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9690DE-0D74-4009-A024-9DA0DC922521}" v="1" dt="2026-03-14T16:59:55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5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an Santos" userId="5dda1dd3-2126-4712-ac7b-2b3106ad4864" providerId="ADAL" clId="{A131A810-237E-418F-B9CF-EE9A8D882EF6}"/>
    <pc:docChg chg="custSel mod modSld">
      <pc:chgData name="Gean Santos" userId="5dda1dd3-2126-4712-ac7b-2b3106ad4864" providerId="ADAL" clId="{A131A810-237E-418F-B9CF-EE9A8D882EF6}" dt="2026-03-14T16:59:55.762" v="83"/>
      <pc:docMkLst>
        <pc:docMk/>
      </pc:docMkLst>
      <pc:sldChg chg="delSp modSp mod">
        <pc:chgData name="Gean Santos" userId="5dda1dd3-2126-4712-ac7b-2b3106ad4864" providerId="ADAL" clId="{A131A810-237E-418F-B9CF-EE9A8D882EF6}" dt="2026-03-14T16:59:35.835" v="67" actId="478"/>
        <pc:sldMkLst>
          <pc:docMk/>
          <pc:sldMk cId="983115768" sldId="256"/>
        </pc:sldMkLst>
        <pc:spChg chg="mod">
          <ac:chgData name="Gean Santos" userId="5dda1dd3-2126-4712-ac7b-2b3106ad4864" providerId="ADAL" clId="{A131A810-237E-418F-B9CF-EE9A8D882EF6}" dt="2026-03-14T16:59:02.437" v="23" actId="6549"/>
          <ac:spMkLst>
            <pc:docMk/>
            <pc:sldMk cId="983115768" sldId="256"/>
            <ac:spMk id="2" creationId="{9027D09F-2F1E-4DAD-B786-189E47A2AF5F}"/>
          </ac:spMkLst>
        </pc:spChg>
        <pc:spChg chg="mod">
          <ac:chgData name="Gean Santos" userId="5dda1dd3-2126-4712-ac7b-2b3106ad4864" providerId="ADAL" clId="{A131A810-237E-418F-B9CF-EE9A8D882EF6}" dt="2026-03-14T16:59:04.657" v="25" actId="6549"/>
          <ac:spMkLst>
            <pc:docMk/>
            <pc:sldMk cId="983115768" sldId="256"/>
            <ac:spMk id="3" creationId="{BEF96823-18E9-4FD7-A8FB-A5248AAB382E}"/>
          </ac:spMkLst>
        </pc:spChg>
        <pc:picChg chg="del">
          <ac:chgData name="Gean Santos" userId="5dda1dd3-2126-4712-ac7b-2b3106ad4864" providerId="ADAL" clId="{A131A810-237E-418F-B9CF-EE9A8D882EF6}" dt="2026-03-14T16:59:35.835" v="67" actId="478"/>
          <ac:picMkLst>
            <pc:docMk/>
            <pc:sldMk cId="983115768" sldId="256"/>
            <ac:picMk id="5" creationId="{1408D6ED-00BD-4F1D-9B16-DF0CD8E63D6D}"/>
          </ac:picMkLst>
        </pc:picChg>
      </pc:sldChg>
      <pc:sldChg chg="addSp delSp modSp mod">
        <pc:chgData name="Gean Santos" userId="5dda1dd3-2126-4712-ac7b-2b3106ad4864" providerId="ADAL" clId="{A131A810-237E-418F-B9CF-EE9A8D882EF6}" dt="2026-03-14T16:59:33.785" v="66" actId="478"/>
        <pc:sldMkLst>
          <pc:docMk/>
          <pc:sldMk cId="1899259017" sldId="257"/>
        </pc:sldMkLst>
        <pc:spChg chg="mod">
          <ac:chgData name="Gean Santos" userId="5dda1dd3-2126-4712-ac7b-2b3106ad4864" providerId="ADAL" clId="{A131A810-237E-418F-B9CF-EE9A8D882EF6}" dt="2026-03-14T16:59:10.478" v="27" actId="27636"/>
          <ac:spMkLst>
            <pc:docMk/>
            <pc:sldMk cId="1899259017" sldId="257"/>
            <ac:spMk id="2" creationId="{01941825-9472-4B27-9F6F-14975494444E}"/>
          </ac:spMkLst>
        </pc:spChg>
        <pc:spChg chg="add mod">
          <ac:chgData name="Gean Santos" userId="5dda1dd3-2126-4712-ac7b-2b3106ad4864" providerId="ADAL" clId="{A131A810-237E-418F-B9CF-EE9A8D882EF6}" dt="2026-03-14T16:59:13.953" v="33" actId="478"/>
          <ac:spMkLst>
            <pc:docMk/>
            <pc:sldMk cId="1899259017" sldId="257"/>
            <ac:spMk id="4" creationId="{BCB5CD14-3516-1E44-C372-929EA77F898B}"/>
          </ac:spMkLst>
        </pc:spChg>
        <pc:graphicFrameChg chg="del modGraphic">
          <ac:chgData name="Gean Santos" userId="5dda1dd3-2126-4712-ac7b-2b3106ad4864" providerId="ADAL" clId="{A131A810-237E-418F-B9CF-EE9A8D882EF6}" dt="2026-03-14T16:59:13.953" v="33" actId="478"/>
          <ac:graphicFrameMkLst>
            <pc:docMk/>
            <pc:sldMk cId="1899259017" sldId="257"/>
            <ac:graphicFrameMk id="11" creationId="{A69EFAEB-7803-4570-BF4F-2A2B33D063DD}"/>
          </ac:graphicFrameMkLst>
        </pc:graphicFrameChg>
        <pc:picChg chg="del">
          <ac:chgData name="Gean Santos" userId="5dda1dd3-2126-4712-ac7b-2b3106ad4864" providerId="ADAL" clId="{A131A810-237E-418F-B9CF-EE9A8D882EF6}" dt="2026-03-14T16:59:33.785" v="66" actId="478"/>
          <ac:picMkLst>
            <pc:docMk/>
            <pc:sldMk cId="1899259017" sldId="257"/>
            <ac:picMk id="8" creationId="{150CE2A5-651E-4827-9FE3-B4DD9A8631F6}"/>
          </ac:picMkLst>
        </pc:picChg>
      </pc:sldChg>
      <pc:sldChg chg="delSp modSp mod">
        <pc:chgData name="Gean Santos" userId="5dda1dd3-2126-4712-ac7b-2b3106ad4864" providerId="ADAL" clId="{A131A810-237E-418F-B9CF-EE9A8D882EF6}" dt="2026-03-14T16:59:30.480" v="65" actId="478"/>
        <pc:sldMkLst>
          <pc:docMk/>
          <pc:sldMk cId="1643016460" sldId="260"/>
        </pc:sldMkLst>
        <pc:spChg chg="mod">
          <ac:chgData name="Gean Santos" userId="5dda1dd3-2126-4712-ac7b-2b3106ad4864" providerId="ADAL" clId="{A131A810-237E-418F-B9CF-EE9A8D882EF6}" dt="2026-03-14T16:59:23.594" v="46" actId="20577"/>
          <ac:spMkLst>
            <pc:docMk/>
            <pc:sldMk cId="1643016460" sldId="260"/>
            <ac:spMk id="2" creationId="{119C5523-8FCF-4E66-94E3-5F1C55AF7E22}"/>
          </ac:spMkLst>
        </pc:spChg>
        <pc:spChg chg="mod">
          <ac:chgData name="Gean Santos" userId="5dda1dd3-2126-4712-ac7b-2b3106ad4864" providerId="ADAL" clId="{A131A810-237E-418F-B9CF-EE9A8D882EF6}" dt="2026-03-14T16:59:28.688" v="64" actId="20577"/>
          <ac:spMkLst>
            <pc:docMk/>
            <pc:sldMk cId="1643016460" sldId="260"/>
            <ac:spMk id="3" creationId="{FA0D05F2-F0CA-4B61-B2F8-4908C04DD8E1}"/>
          </ac:spMkLst>
        </pc:spChg>
        <pc:picChg chg="del">
          <ac:chgData name="Gean Santos" userId="5dda1dd3-2126-4712-ac7b-2b3106ad4864" providerId="ADAL" clId="{A131A810-237E-418F-B9CF-EE9A8D882EF6}" dt="2026-03-14T16:59:30.480" v="65" actId="478"/>
          <ac:picMkLst>
            <pc:docMk/>
            <pc:sldMk cId="1643016460" sldId="260"/>
            <ac:picMk id="5" creationId="{9B705401-F51B-4B01-9DD2-FC03D4F5DE9C}"/>
          </ac:picMkLst>
        </pc:picChg>
      </pc:sldChg>
      <pc:sldChg chg="modSp mod">
        <pc:chgData name="Gean Santos" userId="5dda1dd3-2126-4712-ac7b-2b3106ad4864" providerId="ADAL" clId="{A131A810-237E-418F-B9CF-EE9A8D882EF6}" dt="2026-03-14T16:59:55.762" v="83"/>
        <pc:sldMkLst>
          <pc:docMk/>
          <pc:sldMk cId="1225870854" sldId="262"/>
        </pc:sldMkLst>
        <pc:spChg chg="mod">
          <ac:chgData name="Gean Santos" userId="5dda1dd3-2126-4712-ac7b-2b3106ad4864" providerId="ADAL" clId="{A131A810-237E-418F-B9CF-EE9A8D882EF6}" dt="2026-03-14T16:59:44.378" v="78" actId="6549"/>
          <ac:spMkLst>
            <pc:docMk/>
            <pc:sldMk cId="1225870854" sldId="262"/>
            <ac:spMk id="2" creationId="{01941825-9472-4B27-9F6F-14975494444E}"/>
          </ac:spMkLst>
        </pc:spChg>
        <pc:graphicFrameChg chg="mod modGraphic">
          <ac:chgData name="Gean Santos" userId="5dda1dd3-2126-4712-ac7b-2b3106ad4864" providerId="ADAL" clId="{A131A810-237E-418F-B9CF-EE9A8D882EF6}" dt="2026-03-14T16:59:55.762" v="83"/>
          <ac:graphicFrameMkLst>
            <pc:docMk/>
            <pc:sldMk cId="1225870854" sldId="262"/>
            <ac:graphicFrameMk id="6" creationId="{EF55FACC-BA2B-4481-BDCC-AA2BB41EAB68}"/>
          </ac:graphicFrameMkLst>
        </pc:graphicFrameChg>
      </pc:sldChg>
    </pc:docChg>
  </pc:docChgLst>
</pc:chgInfo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503D04-C97E-4622-AE07-D0307CB3B4CA}" type="doc">
      <dgm:prSet loTypeId="urn:microsoft.com/office/officeart/2005/8/layout/cycle1" loCatId="cycle" qsTypeId="urn:microsoft.com/office/officeart/2005/8/quickstyle/simple4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AAC263CB-8256-4B03-92FE-1622698FB3E9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0BEED663-FC38-4EAD-940F-4C475D2C87DB}" type="parTrans" cxnId="{C5E94186-9CB6-4C42-92B3-C546CC53A7B9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808B76D0-8EC7-469A-93AC-7A6017188A9D}" type="sibTrans" cxnId="{C5E94186-9CB6-4C42-92B3-C546CC53A7B9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4E8D2E69-0173-4BD3-B96A-7A9C5DD12B47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B954BF22-E3B3-4A1C-802E-590228BE2D9C}" type="parTrans" cxnId="{0F866C41-EB5F-47BD-A2CD-A58671F15B67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FEF1E80E-8A9E-4B0A-817C-2A4CFDCF3FB2}" type="sibTrans" cxnId="{0F866C41-EB5F-47BD-A2CD-A58671F15B67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93A6A030-ABAB-4EFA-B539-0FDB3E07C1EF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3D674B97-6DC6-4A12-85BA-0976D3064237}" type="parTrans" cxnId="{4B40C8DC-6B57-4F5B-8440-7241C649700B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BFE0749E-E343-4A6F-BD09-2810EE6B4BD7}" type="sibTrans" cxnId="{4B40C8DC-6B57-4F5B-8440-7241C649700B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76D56F19-2708-49DB-8F92-D8AC45F23A9A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9D5610C2-0A12-494A-AC46-8DD17C08B09F}" type="parTrans" cxnId="{32E90211-17E0-4DDF-9274-DD3E46D811B8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EC8965A1-F755-4945-8AAC-DCF1F68F011E}" type="sibTrans" cxnId="{32E90211-17E0-4DDF-9274-DD3E46D811B8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</a:endParaRPr>
        </a:p>
      </dgm:t>
    </dgm:pt>
    <dgm:pt modelId="{22967A1D-BDE9-4D0A-AB78-7F20721E7F68}" type="pres">
      <dgm:prSet presAssocID="{D4503D04-C97E-4622-AE07-D0307CB3B4CA}" presName="cycle" presStyleCnt="0">
        <dgm:presLayoutVars>
          <dgm:dir/>
          <dgm:resizeHandles val="exact"/>
        </dgm:presLayoutVars>
      </dgm:prSet>
      <dgm:spPr/>
    </dgm:pt>
    <dgm:pt modelId="{660870CA-AA1C-4001-A9B1-BC470B34BF11}" type="pres">
      <dgm:prSet presAssocID="{AAC263CB-8256-4B03-92FE-1622698FB3E9}" presName="dummy" presStyleCnt="0"/>
      <dgm:spPr/>
    </dgm:pt>
    <dgm:pt modelId="{6ECBF5E3-372F-40D1-8262-3C42AD90050B}" type="pres">
      <dgm:prSet presAssocID="{AAC263CB-8256-4B03-92FE-1622698FB3E9}" presName="node" presStyleLbl="revTx" presStyleIdx="0" presStyleCnt="4">
        <dgm:presLayoutVars>
          <dgm:bulletEnabled val="1"/>
        </dgm:presLayoutVars>
      </dgm:prSet>
      <dgm:spPr/>
    </dgm:pt>
    <dgm:pt modelId="{47F95BF2-4284-419C-B2F3-E6C482802D89}" type="pres">
      <dgm:prSet presAssocID="{808B76D0-8EC7-469A-93AC-7A6017188A9D}" presName="sibTrans" presStyleLbl="node1" presStyleIdx="0" presStyleCnt="4"/>
      <dgm:spPr/>
    </dgm:pt>
    <dgm:pt modelId="{32774DA1-BC5B-48DD-BCCF-86A7A2295026}" type="pres">
      <dgm:prSet presAssocID="{4E8D2E69-0173-4BD3-B96A-7A9C5DD12B47}" presName="dummy" presStyleCnt="0"/>
      <dgm:spPr/>
    </dgm:pt>
    <dgm:pt modelId="{B15D1C63-BF69-4994-8B9D-1F6821D95BC2}" type="pres">
      <dgm:prSet presAssocID="{4E8D2E69-0173-4BD3-B96A-7A9C5DD12B47}" presName="node" presStyleLbl="revTx" presStyleIdx="1" presStyleCnt="4">
        <dgm:presLayoutVars>
          <dgm:bulletEnabled val="1"/>
        </dgm:presLayoutVars>
      </dgm:prSet>
      <dgm:spPr/>
    </dgm:pt>
    <dgm:pt modelId="{7569000F-A956-47EA-A969-4661AC406802}" type="pres">
      <dgm:prSet presAssocID="{FEF1E80E-8A9E-4B0A-817C-2A4CFDCF3FB2}" presName="sibTrans" presStyleLbl="node1" presStyleIdx="1" presStyleCnt="4" custLinFactNeighborX="527" custLinFactNeighborY="-791"/>
      <dgm:spPr/>
    </dgm:pt>
    <dgm:pt modelId="{D2AA8E45-BE37-4478-A0FA-17F65557D513}" type="pres">
      <dgm:prSet presAssocID="{93A6A030-ABAB-4EFA-B539-0FDB3E07C1EF}" presName="dummy" presStyleCnt="0"/>
      <dgm:spPr/>
    </dgm:pt>
    <dgm:pt modelId="{E4724251-EF51-4929-BF86-870033DF1ACB}" type="pres">
      <dgm:prSet presAssocID="{93A6A030-ABAB-4EFA-B539-0FDB3E07C1EF}" presName="node" presStyleLbl="revTx" presStyleIdx="2" presStyleCnt="4">
        <dgm:presLayoutVars>
          <dgm:bulletEnabled val="1"/>
        </dgm:presLayoutVars>
      </dgm:prSet>
      <dgm:spPr/>
    </dgm:pt>
    <dgm:pt modelId="{D43AA551-0C05-43C8-9BF9-819F82BFE20C}" type="pres">
      <dgm:prSet presAssocID="{BFE0749E-E343-4A6F-BD09-2810EE6B4BD7}" presName="sibTrans" presStyleLbl="node1" presStyleIdx="2" presStyleCnt="4"/>
      <dgm:spPr/>
    </dgm:pt>
    <dgm:pt modelId="{7ACF83FA-6BA3-4354-AEBD-E5776D2970B0}" type="pres">
      <dgm:prSet presAssocID="{76D56F19-2708-49DB-8F92-D8AC45F23A9A}" presName="dummy" presStyleCnt="0"/>
      <dgm:spPr/>
    </dgm:pt>
    <dgm:pt modelId="{C20DC859-DC51-4B80-8CEB-5A5C09BE6656}" type="pres">
      <dgm:prSet presAssocID="{76D56F19-2708-49DB-8F92-D8AC45F23A9A}" presName="node" presStyleLbl="revTx" presStyleIdx="3" presStyleCnt="4">
        <dgm:presLayoutVars>
          <dgm:bulletEnabled val="1"/>
        </dgm:presLayoutVars>
      </dgm:prSet>
      <dgm:spPr/>
    </dgm:pt>
    <dgm:pt modelId="{F44FE96F-EE64-4955-A49D-015F95733893}" type="pres">
      <dgm:prSet presAssocID="{EC8965A1-F755-4945-8AAC-DCF1F68F011E}" presName="sibTrans" presStyleLbl="node1" presStyleIdx="3" presStyleCnt="4"/>
      <dgm:spPr/>
    </dgm:pt>
  </dgm:ptLst>
  <dgm:cxnLst>
    <dgm:cxn modelId="{32E90211-17E0-4DDF-9274-DD3E46D811B8}" srcId="{D4503D04-C97E-4622-AE07-D0307CB3B4CA}" destId="{76D56F19-2708-49DB-8F92-D8AC45F23A9A}" srcOrd="3" destOrd="0" parTransId="{9D5610C2-0A12-494A-AC46-8DD17C08B09F}" sibTransId="{EC8965A1-F755-4945-8AAC-DCF1F68F011E}"/>
    <dgm:cxn modelId="{763C5224-98D6-4138-8C6E-2EE0625435E0}" type="presOf" srcId="{EC8965A1-F755-4945-8AAC-DCF1F68F011E}" destId="{F44FE96F-EE64-4955-A49D-015F95733893}" srcOrd="0" destOrd="0" presId="urn:microsoft.com/office/officeart/2005/8/layout/cycle1"/>
    <dgm:cxn modelId="{0F866C41-EB5F-47BD-A2CD-A58671F15B67}" srcId="{D4503D04-C97E-4622-AE07-D0307CB3B4CA}" destId="{4E8D2E69-0173-4BD3-B96A-7A9C5DD12B47}" srcOrd="1" destOrd="0" parTransId="{B954BF22-E3B3-4A1C-802E-590228BE2D9C}" sibTransId="{FEF1E80E-8A9E-4B0A-817C-2A4CFDCF3FB2}"/>
    <dgm:cxn modelId="{B7C0ED41-8B89-4E71-A8FC-A2A177A507B8}" type="presOf" srcId="{93A6A030-ABAB-4EFA-B539-0FDB3E07C1EF}" destId="{E4724251-EF51-4929-BF86-870033DF1ACB}" srcOrd="0" destOrd="0" presId="urn:microsoft.com/office/officeart/2005/8/layout/cycle1"/>
    <dgm:cxn modelId="{C5E94186-9CB6-4C42-92B3-C546CC53A7B9}" srcId="{D4503D04-C97E-4622-AE07-D0307CB3B4CA}" destId="{AAC263CB-8256-4B03-92FE-1622698FB3E9}" srcOrd="0" destOrd="0" parTransId="{0BEED663-FC38-4EAD-940F-4C475D2C87DB}" sibTransId="{808B76D0-8EC7-469A-93AC-7A6017188A9D}"/>
    <dgm:cxn modelId="{21416C90-F8A6-494E-8497-75CC37F37BA3}" type="presOf" srcId="{D4503D04-C97E-4622-AE07-D0307CB3B4CA}" destId="{22967A1D-BDE9-4D0A-AB78-7F20721E7F68}" srcOrd="0" destOrd="0" presId="urn:microsoft.com/office/officeart/2005/8/layout/cycle1"/>
    <dgm:cxn modelId="{EABF1793-6A40-4EF8-A78C-912CA8939CF3}" type="presOf" srcId="{AAC263CB-8256-4B03-92FE-1622698FB3E9}" destId="{6ECBF5E3-372F-40D1-8262-3C42AD90050B}" srcOrd="0" destOrd="0" presId="urn:microsoft.com/office/officeart/2005/8/layout/cycle1"/>
    <dgm:cxn modelId="{ABF993B1-36F9-4E05-B066-9F607FE3C104}" type="presOf" srcId="{808B76D0-8EC7-469A-93AC-7A6017188A9D}" destId="{47F95BF2-4284-419C-B2F3-E6C482802D89}" srcOrd="0" destOrd="0" presId="urn:microsoft.com/office/officeart/2005/8/layout/cycle1"/>
    <dgm:cxn modelId="{DEF4E8B3-174B-48A7-AE36-668F6B71AA62}" type="presOf" srcId="{76D56F19-2708-49DB-8F92-D8AC45F23A9A}" destId="{C20DC859-DC51-4B80-8CEB-5A5C09BE6656}" srcOrd="0" destOrd="0" presId="urn:microsoft.com/office/officeart/2005/8/layout/cycle1"/>
    <dgm:cxn modelId="{BB4B07D2-E593-42AA-B6CB-3A6DD4333649}" type="presOf" srcId="{4E8D2E69-0173-4BD3-B96A-7A9C5DD12B47}" destId="{B15D1C63-BF69-4994-8B9D-1F6821D95BC2}" srcOrd="0" destOrd="0" presId="urn:microsoft.com/office/officeart/2005/8/layout/cycle1"/>
    <dgm:cxn modelId="{4B40C8DC-6B57-4F5B-8440-7241C649700B}" srcId="{D4503D04-C97E-4622-AE07-D0307CB3B4CA}" destId="{93A6A030-ABAB-4EFA-B539-0FDB3E07C1EF}" srcOrd="2" destOrd="0" parTransId="{3D674B97-6DC6-4A12-85BA-0976D3064237}" sibTransId="{BFE0749E-E343-4A6F-BD09-2810EE6B4BD7}"/>
    <dgm:cxn modelId="{1D8D96E4-B141-4F48-9B3E-9F2601DA2BAA}" type="presOf" srcId="{FEF1E80E-8A9E-4B0A-817C-2A4CFDCF3FB2}" destId="{7569000F-A956-47EA-A969-4661AC406802}" srcOrd="0" destOrd="0" presId="urn:microsoft.com/office/officeart/2005/8/layout/cycle1"/>
    <dgm:cxn modelId="{361F0EF2-F346-4F11-B365-FB412EB4C7AD}" type="presOf" srcId="{BFE0749E-E343-4A6F-BD09-2810EE6B4BD7}" destId="{D43AA551-0C05-43C8-9BF9-819F82BFE20C}" srcOrd="0" destOrd="0" presId="urn:microsoft.com/office/officeart/2005/8/layout/cycle1"/>
    <dgm:cxn modelId="{E1F72FF3-B0F3-4D58-A2E1-A49C149E3A65}" type="presParOf" srcId="{22967A1D-BDE9-4D0A-AB78-7F20721E7F68}" destId="{660870CA-AA1C-4001-A9B1-BC470B34BF11}" srcOrd="0" destOrd="0" presId="urn:microsoft.com/office/officeart/2005/8/layout/cycle1"/>
    <dgm:cxn modelId="{D5A1226D-DA15-4039-89C7-F6843DC1A926}" type="presParOf" srcId="{22967A1D-BDE9-4D0A-AB78-7F20721E7F68}" destId="{6ECBF5E3-372F-40D1-8262-3C42AD90050B}" srcOrd="1" destOrd="0" presId="urn:microsoft.com/office/officeart/2005/8/layout/cycle1"/>
    <dgm:cxn modelId="{06510B07-E3C3-4F48-AFC9-A13C4FF8642E}" type="presParOf" srcId="{22967A1D-BDE9-4D0A-AB78-7F20721E7F68}" destId="{47F95BF2-4284-419C-B2F3-E6C482802D89}" srcOrd="2" destOrd="0" presId="urn:microsoft.com/office/officeart/2005/8/layout/cycle1"/>
    <dgm:cxn modelId="{B757F51F-2E47-4F93-880F-6793A93D6B50}" type="presParOf" srcId="{22967A1D-BDE9-4D0A-AB78-7F20721E7F68}" destId="{32774DA1-BC5B-48DD-BCCF-86A7A2295026}" srcOrd="3" destOrd="0" presId="urn:microsoft.com/office/officeart/2005/8/layout/cycle1"/>
    <dgm:cxn modelId="{07C13167-8209-4911-BB2E-0EBE84AF21D7}" type="presParOf" srcId="{22967A1D-BDE9-4D0A-AB78-7F20721E7F68}" destId="{B15D1C63-BF69-4994-8B9D-1F6821D95BC2}" srcOrd="4" destOrd="0" presId="urn:microsoft.com/office/officeart/2005/8/layout/cycle1"/>
    <dgm:cxn modelId="{48576321-3AB2-449C-BAD9-14B91D13E9EF}" type="presParOf" srcId="{22967A1D-BDE9-4D0A-AB78-7F20721E7F68}" destId="{7569000F-A956-47EA-A969-4661AC406802}" srcOrd="5" destOrd="0" presId="urn:microsoft.com/office/officeart/2005/8/layout/cycle1"/>
    <dgm:cxn modelId="{5B6DB4CD-0EC1-4C7D-9ABA-244E0EA191DB}" type="presParOf" srcId="{22967A1D-BDE9-4D0A-AB78-7F20721E7F68}" destId="{D2AA8E45-BE37-4478-A0FA-17F65557D513}" srcOrd="6" destOrd="0" presId="urn:microsoft.com/office/officeart/2005/8/layout/cycle1"/>
    <dgm:cxn modelId="{4292A2B6-A9FF-4420-831A-E7EA27F8BB67}" type="presParOf" srcId="{22967A1D-BDE9-4D0A-AB78-7F20721E7F68}" destId="{E4724251-EF51-4929-BF86-870033DF1ACB}" srcOrd="7" destOrd="0" presId="urn:microsoft.com/office/officeart/2005/8/layout/cycle1"/>
    <dgm:cxn modelId="{A8394B41-BC99-488B-A198-54CF90FBF425}" type="presParOf" srcId="{22967A1D-BDE9-4D0A-AB78-7F20721E7F68}" destId="{D43AA551-0C05-43C8-9BF9-819F82BFE20C}" srcOrd="8" destOrd="0" presId="urn:microsoft.com/office/officeart/2005/8/layout/cycle1"/>
    <dgm:cxn modelId="{179B318E-47C2-486F-B896-B89C74AC3567}" type="presParOf" srcId="{22967A1D-BDE9-4D0A-AB78-7F20721E7F68}" destId="{7ACF83FA-6BA3-4354-AEBD-E5776D2970B0}" srcOrd="9" destOrd="0" presId="urn:microsoft.com/office/officeart/2005/8/layout/cycle1"/>
    <dgm:cxn modelId="{22ED0E4B-9C78-45BB-80A7-7A57C6AFBE61}" type="presParOf" srcId="{22967A1D-BDE9-4D0A-AB78-7F20721E7F68}" destId="{C20DC859-DC51-4B80-8CEB-5A5C09BE6656}" srcOrd="10" destOrd="0" presId="urn:microsoft.com/office/officeart/2005/8/layout/cycle1"/>
    <dgm:cxn modelId="{D44C6042-EA5B-477E-A482-25327495BA61}" type="presParOf" srcId="{22967A1D-BDE9-4D0A-AB78-7F20721E7F68}" destId="{F44FE96F-EE64-4955-A49D-015F95733893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CBF5E3-372F-40D1-8262-3C42AD90050B}">
      <dsp:nvSpPr>
        <dsp:cNvPr id="0" name=""/>
        <dsp:cNvSpPr/>
      </dsp:nvSpPr>
      <dsp:spPr>
        <a:xfrm>
          <a:off x="4283798" y="76609"/>
          <a:ext cx="1240912" cy="1240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rtlCol="0" anchor="ctr" anchorCtr="0">
          <a:noAutofit/>
        </a:bodyPr>
        <a:lstStyle/>
        <a:p>
          <a:pPr marL="0" lvl="0" indent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noProof="0" dirty="0">
            <a:solidFill>
              <a:schemeClr val="bg1"/>
            </a:solidFill>
          </a:endParaRPr>
        </a:p>
      </dsp:txBody>
      <dsp:txXfrm>
        <a:off x="4283798" y="76609"/>
        <a:ext cx="1240912" cy="1240912"/>
      </dsp:txXfrm>
    </dsp:sp>
    <dsp:sp modelId="{47F95BF2-4284-419C-B2F3-E6C482802D89}">
      <dsp:nvSpPr>
        <dsp:cNvPr id="0" name=""/>
        <dsp:cNvSpPr/>
      </dsp:nvSpPr>
      <dsp:spPr>
        <a:xfrm>
          <a:off x="2098339" y="-1519"/>
          <a:ext cx="3504500" cy="3504500"/>
        </a:xfrm>
        <a:prstGeom prst="circularArrow">
          <a:avLst>
            <a:gd name="adj1" fmla="val 6905"/>
            <a:gd name="adj2" fmla="val 465568"/>
            <a:gd name="adj3" fmla="val 548508"/>
            <a:gd name="adj4" fmla="val 20585925"/>
            <a:gd name="adj5" fmla="val 8056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5D1C63-BF69-4994-8B9D-1F6821D95BC2}">
      <dsp:nvSpPr>
        <dsp:cNvPr id="0" name=""/>
        <dsp:cNvSpPr/>
      </dsp:nvSpPr>
      <dsp:spPr>
        <a:xfrm>
          <a:off x="4283798" y="2183939"/>
          <a:ext cx="1240912" cy="1240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rtlCol="0" anchor="ctr" anchorCtr="0">
          <a:noAutofit/>
        </a:bodyPr>
        <a:lstStyle/>
        <a:p>
          <a:pPr marL="0" lvl="0" indent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noProof="0" dirty="0">
            <a:solidFill>
              <a:schemeClr val="bg1"/>
            </a:solidFill>
          </a:endParaRPr>
        </a:p>
      </dsp:txBody>
      <dsp:txXfrm>
        <a:off x="4283798" y="2183939"/>
        <a:ext cx="1240912" cy="1240912"/>
      </dsp:txXfrm>
    </dsp:sp>
    <dsp:sp modelId="{7569000F-A956-47EA-A969-4661AC406802}">
      <dsp:nvSpPr>
        <dsp:cNvPr id="0" name=""/>
        <dsp:cNvSpPr/>
      </dsp:nvSpPr>
      <dsp:spPr>
        <a:xfrm>
          <a:off x="2116808" y="-29240"/>
          <a:ext cx="3504500" cy="3504500"/>
        </a:xfrm>
        <a:prstGeom prst="circularArrow">
          <a:avLst>
            <a:gd name="adj1" fmla="val 6905"/>
            <a:gd name="adj2" fmla="val 465568"/>
            <a:gd name="adj3" fmla="val 5948508"/>
            <a:gd name="adj4" fmla="val 4385925"/>
            <a:gd name="adj5" fmla="val 8056"/>
          </a:avLst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3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724251-EF51-4929-BF86-870033DF1ACB}">
      <dsp:nvSpPr>
        <dsp:cNvPr id="0" name=""/>
        <dsp:cNvSpPr/>
      </dsp:nvSpPr>
      <dsp:spPr>
        <a:xfrm>
          <a:off x="2176468" y="2183939"/>
          <a:ext cx="1240912" cy="1240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rtlCol="0" anchor="ctr" anchorCtr="0">
          <a:noAutofit/>
        </a:bodyPr>
        <a:lstStyle/>
        <a:p>
          <a:pPr marL="0" lvl="0" indent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noProof="0" dirty="0">
            <a:solidFill>
              <a:schemeClr val="bg1"/>
            </a:solidFill>
          </a:endParaRPr>
        </a:p>
      </dsp:txBody>
      <dsp:txXfrm>
        <a:off x="2176468" y="2183939"/>
        <a:ext cx="1240912" cy="1240912"/>
      </dsp:txXfrm>
    </dsp:sp>
    <dsp:sp modelId="{D43AA551-0C05-43C8-9BF9-819F82BFE20C}">
      <dsp:nvSpPr>
        <dsp:cNvPr id="0" name=""/>
        <dsp:cNvSpPr/>
      </dsp:nvSpPr>
      <dsp:spPr>
        <a:xfrm>
          <a:off x="2098339" y="-1519"/>
          <a:ext cx="3504500" cy="3504500"/>
        </a:xfrm>
        <a:prstGeom prst="circularArrow">
          <a:avLst>
            <a:gd name="adj1" fmla="val 6905"/>
            <a:gd name="adj2" fmla="val 465568"/>
            <a:gd name="adj3" fmla="val 11348508"/>
            <a:gd name="adj4" fmla="val 9785925"/>
            <a:gd name="adj5" fmla="val 8056"/>
          </a:avLst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4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0DC859-DC51-4B80-8CEB-5A5C09BE6656}">
      <dsp:nvSpPr>
        <dsp:cNvPr id="0" name=""/>
        <dsp:cNvSpPr/>
      </dsp:nvSpPr>
      <dsp:spPr>
        <a:xfrm>
          <a:off x="2176468" y="76609"/>
          <a:ext cx="1240912" cy="1240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rtlCol="0" anchor="ctr" anchorCtr="0">
          <a:noAutofit/>
        </a:bodyPr>
        <a:lstStyle/>
        <a:p>
          <a:pPr marL="0" lvl="0" indent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noProof="0" dirty="0">
            <a:solidFill>
              <a:schemeClr val="bg1"/>
            </a:solidFill>
          </a:endParaRPr>
        </a:p>
      </dsp:txBody>
      <dsp:txXfrm>
        <a:off x="2176468" y="76609"/>
        <a:ext cx="1240912" cy="1240912"/>
      </dsp:txXfrm>
    </dsp:sp>
    <dsp:sp modelId="{F44FE96F-EE64-4955-A49D-015F95733893}">
      <dsp:nvSpPr>
        <dsp:cNvPr id="0" name=""/>
        <dsp:cNvSpPr/>
      </dsp:nvSpPr>
      <dsp:spPr>
        <a:xfrm>
          <a:off x="2098339" y="-1519"/>
          <a:ext cx="3504500" cy="3504500"/>
        </a:xfrm>
        <a:prstGeom prst="circularArrow">
          <a:avLst>
            <a:gd name="adj1" fmla="val 6905"/>
            <a:gd name="adj2" fmla="val 465568"/>
            <a:gd name="adj3" fmla="val 16748508"/>
            <a:gd name="adj4" fmla="val 15185925"/>
            <a:gd name="adj5" fmla="val 8056"/>
          </a:avLst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5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AB027A-2A1D-48EB-8F72-FECFDDC28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FCD7351-B8E1-4E84-A843-E1F893364B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DD3BEC8-3A1A-434F-9E5A-48804F773AA0}" type="datetime1">
              <a:rPr lang="pt-BR" smtClean="0"/>
              <a:t>14/03/2026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FD36C6-EA5E-4BD0-87E7-741447988F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EFC0673-9FC7-49BF-BE0F-BE3E1594DF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1F29B67-F017-4BC9-B2B7-86C369453A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9141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DAFAAF1-3C85-48ED-9CD1-30A7497D0190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A7B2BF3-8F4B-4205-9926-9E913BA19DC8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485641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A7B2BF3-8F4B-4205-9926-9E913BA19D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2066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A7B2BF3-8F4B-4205-9926-9E913BA19D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5519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A7B2BF3-8F4B-4205-9926-9E913BA19D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469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A7B2BF3-8F4B-4205-9926-9E913BA19D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42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Brickwork-HD-R1a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orma livre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4" name="Forma livre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6" name="Forma livre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5" name="Forma livre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 rot="21420000">
            <a:off x="891201" y="662656"/>
            <a:ext cx="9755187" cy="2766528"/>
          </a:xfrm>
        </p:spPr>
        <p:txBody>
          <a:bodyPr rtlCol="0" anchor="b">
            <a:normAutofit/>
          </a:bodyPr>
          <a:lstStyle>
            <a:lvl1pPr algn="r">
              <a:defRPr sz="80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 rot="21420000">
            <a:off x="983062" y="3505209"/>
            <a:ext cx="9755187" cy="550333"/>
          </a:xfrm>
        </p:spPr>
        <p:txBody>
          <a:bodyPr rtlCol="0"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 rtlCol="0"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A8538ACB-1042-4B0F-9E80-FF3E747FE9A5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 rtlCol="0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25" name="Estrela de 5 pontas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2" name="Espaço reservado para conteúdo 2"/>
          <p:cNvSpPr>
            <a:spLocks noGrp="1"/>
          </p:cNvSpPr>
          <p:nvPr>
            <p:ph sz="quarter" idx="13" hasCustomPrompt="1"/>
          </p:nvPr>
        </p:nvSpPr>
        <p:spPr>
          <a:xfrm>
            <a:off x="685800" y="2063396"/>
            <a:ext cx="10394707" cy="3311189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94B024-5E9C-42FF-940C-E0EE5383D1D6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85800"/>
            <a:ext cx="10394707" cy="3193487"/>
          </a:xfrm>
        </p:spPr>
        <p:txBody>
          <a:bodyPr rtlCol="0" anchor="b">
            <a:normAutofit/>
          </a:bodyPr>
          <a:lstStyle>
            <a:lvl1pPr algn="l">
              <a:defRPr sz="54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85801" y="3742267"/>
            <a:ext cx="10394707" cy="163961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4C12F5-0664-4A65-B607-3F5F70F38F66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85800"/>
            <a:ext cx="10396882" cy="115814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2" name="Espaço reservado para conteúdo 2"/>
          <p:cNvSpPr>
            <a:spLocks noGrp="1"/>
          </p:cNvSpPr>
          <p:nvPr>
            <p:ph sz="quarter" idx="13" hasCustomPrompt="1"/>
          </p:nvPr>
        </p:nvSpPr>
        <p:spPr>
          <a:xfrm>
            <a:off x="685800" y="2063396"/>
            <a:ext cx="5088714" cy="3311189"/>
          </a:xfrm>
        </p:spPr>
        <p:txBody>
          <a:bodyPr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3" name="Espaço reservado para conteúdo 3"/>
          <p:cNvSpPr>
            <a:spLocks noGrp="1"/>
          </p:cNvSpPr>
          <p:nvPr>
            <p:ph sz="quarter" idx="14" hasCustomPrompt="1"/>
          </p:nvPr>
        </p:nvSpPr>
        <p:spPr>
          <a:xfrm>
            <a:off x="5993971" y="2063396"/>
            <a:ext cx="5086538" cy="3311189"/>
          </a:xfrm>
        </p:spPr>
        <p:txBody>
          <a:bodyPr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8040E7-1558-45F0-81DD-4F92F4FC60D4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85800"/>
            <a:ext cx="10394707" cy="115814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918356" y="2063396"/>
            <a:ext cx="4856158" cy="679994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2" name="Espaço reservado para conteúdo 3"/>
          <p:cNvSpPr>
            <a:spLocks noGrp="1"/>
          </p:cNvSpPr>
          <p:nvPr>
            <p:ph sz="quarter" idx="13" hasCustomPrompt="1"/>
          </p:nvPr>
        </p:nvSpPr>
        <p:spPr>
          <a:xfrm>
            <a:off x="685802" y="2861733"/>
            <a:ext cx="5088712" cy="2512852"/>
          </a:xfrm>
        </p:spPr>
        <p:txBody>
          <a:bodyPr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218191" y="2063396"/>
            <a:ext cx="4864491" cy="679994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3" name="Espaço reservado para conteúdo 5"/>
          <p:cNvSpPr>
            <a:spLocks noGrp="1"/>
          </p:cNvSpPr>
          <p:nvPr>
            <p:ph sz="quarter" idx="14" hasCustomPrompt="1"/>
          </p:nvPr>
        </p:nvSpPr>
        <p:spPr>
          <a:xfrm>
            <a:off x="5993969" y="2861733"/>
            <a:ext cx="5088713" cy="2512852"/>
          </a:xfrm>
        </p:spPr>
        <p:txBody>
          <a:bodyPr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7185BC-3C45-4273-AF62-74E5CA55679A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A3C9E3-188C-4F7B-A440-220B97818AAD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C332FA-7C04-474D-AFE6-87607F0BB51E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93643" y="685800"/>
            <a:ext cx="4126860" cy="2023252"/>
          </a:xfrm>
        </p:spPr>
        <p:txBody>
          <a:bodyPr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sz="quarter" idx="13" hasCustomPrompt="1"/>
          </p:nvPr>
        </p:nvSpPr>
        <p:spPr>
          <a:xfrm>
            <a:off x="5046132" y="685800"/>
            <a:ext cx="6034375" cy="4688785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93642" y="2709052"/>
            <a:ext cx="4126861" cy="266553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D10722-33F5-4532-93DF-E905F4E38238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0" y="685800"/>
            <a:ext cx="6345302" cy="2023252"/>
          </a:xfrm>
        </p:spPr>
        <p:txBody>
          <a:bodyPr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5801" y="2709052"/>
            <a:ext cx="6345301" cy="2362481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BDA612-B950-45AC-B1B4-3DCA38060140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0" y="4106333"/>
            <a:ext cx="10394708" cy="58884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5780" y="4702923"/>
            <a:ext cx="10394728" cy="682472"/>
          </a:xfrm>
        </p:spPr>
        <p:txBody>
          <a:bodyPr rtlCol="0"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99068E-BC6D-4B98-955F-A58CBE7FCF5D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85800"/>
            <a:ext cx="10396902" cy="3194903"/>
          </a:xfrm>
        </p:spPr>
        <p:txBody>
          <a:bodyPr rtlCol="0" anchor="ctr">
            <a:normAutofit/>
          </a:bodyPr>
          <a:lstStyle>
            <a:lvl1pPr algn="ctr">
              <a:defRPr sz="48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5779" y="4106333"/>
            <a:ext cx="10394729" cy="127360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29BAA0-DC54-48A8-802E-0F9014161824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rtlCol="0" anchor="ctr">
            <a:normAutofit/>
          </a:bodyPr>
          <a:lstStyle>
            <a:lvl1pPr algn="ctr">
              <a:defRPr sz="48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3" hasCustomPrompt="1"/>
          </p:nvPr>
        </p:nvSpPr>
        <p:spPr>
          <a:xfrm>
            <a:off x="1550264" y="3610032"/>
            <a:ext cx="8667956" cy="37776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5801" y="4106334"/>
            <a:ext cx="10396882" cy="1268252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952699-7DA6-48AD-B565-2D101A1248D0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3" name="Caixa de texto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4" name="Caixa de texto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0" y="1723854"/>
            <a:ext cx="10394707" cy="2511835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4247468"/>
            <a:ext cx="10394707" cy="114064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265813-1697-4231-BC01-EB916CCC4F19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 hasCustomPrompt="1"/>
          </p:nvPr>
        </p:nvSpPr>
        <p:spPr>
          <a:xfrm>
            <a:off x="685802" y="685800"/>
            <a:ext cx="10394706" cy="1151965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85802" y="206339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5" hasCustomPrompt="1"/>
          </p:nvPr>
        </p:nvSpPr>
        <p:spPr>
          <a:xfrm>
            <a:off x="685802" y="2639658"/>
            <a:ext cx="3310128" cy="273492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9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234622" y="206339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6" hasCustomPrompt="1"/>
          </p:nvPr>
        </p:nvSpPr>
        <p:spPr>
          <a:xfrm>
            <a:off x="4234621" y="2639658"/>
            <a:ext cx="3310128" cy="273492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770380" y="206339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7" hasCustomPrompt="1"/>
          </p:nvPr>
        </p:nvSpPr>
        <p:spPr>
          <a:xfrm>
            <a:off x="7770380" y="2639658"/>
            <a:ext cx="3310128" cy="273492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A3DACC-5738-499E-8FE1-9777FDEC5BBB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image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9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91840" y="381302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0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1" name="Espaço Reservado para Texto 3"/>
          <p:cNvSpPr>
            <a:spLocks noGrp="1"/>
          </p:cNvSpPr>
          <p:nvPr>
            <p:ph type="body" sz="half" idx="18" hasCustomPrompt="1"/>
          </p:nvPr>
        </p:nvSpPr>
        <p:spPr>
          <a:xfrm>
            <a:off x="691840" y="4389287"/>
            <a:ext cx="3310128" cy="98529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2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237410" y="381302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3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19" hasCustomPrompt="1"/>
          </p:nvPr>
        </p:nvSpPr>
        <p:spPr>
          <a:xfrm>
            <a:off x="4235999" y="4389286"/>
            <a:ext cx="3310128" cy="98530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768944" y="381302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6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7" name="Espaço Reservado para Texto 3"/>
          <p:cNvSpPr>
            <a:spLocks noGrp="1"/>
          </p:cNvSpPr>
          <p:nvPr>
            <p:ph type="body" sz="half" idx="20" hasCustomPrompt="1"/>
          </p:nvPr>
        </p:nvSpPr>
        <p:spPr>
          <a:xfrm>
            <a:off x="7768819" y="4389284"/>
            <a:ext cx="3310128" cy="98530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F25BCC-4B3B-45DD-BA34-4A672338BB08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r">
              <a:defRPr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1" name="Espaço reservado para texto vertical 2"/>
          <p:cNvSpPr>
            <a:spLocks noGrp="1"/>
          </p:cNvSpPr>
          <p:nvPr>
            <p:ph type="body" orient="vert" sz="quarter" idx="13" hasCustomPrompt="1"/>
          </p:nvPr>
        </p:nvSpPr>
        <p:spPr>
          <a:xfrm>
            <a:off x="685800" y="2063396"/>
            <a:ext cx="10394707" cy="3311190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74A481-76C3-4470-930F-FDB0F2108B42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15862" y="685800"/>
            <a:ext cx="2264646" cy="4688785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8" name="Espaço reservado para texto vertical 2"/>
          <p:cNvSpPr>
            <a:spLocks noGrp="1"/>
          </p:cNvSpPr>
          <p:nvPr>
            <p:ph type="body" orient="vert" sz="quarter" idx="13" hasCustomPrompt="1"/>
          </p:nvPr>
        </p:nvSpPr>
        <p:spPr>
          <a:xfrm>
            <a:off x="685800" y="685800"/>
            <a:ext cx="7904431" cy="4688785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6F4150-12A5-409C-8B50-FF61485B4271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Brickwork-HD-R1a.jpg"/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upo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tângulo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Forma livre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4CEFCEBD-4E1E-4BB7-8FF6-6ACD89C8A57B}" type="datetime1">
              <a:rPr lang="pt-BR" noProof="0" smtClean="0"/>
              <a:t>14/03/2026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6.jpe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42D1525B-4547-4D1B-9851-1E544B2AF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5" name="Retângulo 24">
            <a:extLst>
              <a:ext uri="{FF2B5EF4-FFF2-40B4-BE49-F238E27FC236}">
                <a16:creationId xmlns:a16="http://schemas.microsoft.com/office/drawing/2014/main" id="{BD4EAD20-33A5-46F5-A616-E1A84F3F9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6974"/>
            <a:ext cx="12188952" cy="260102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27D09F-2F1E-4DAD-B786-189E47A2A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547" y="4716401"/>
            <a:ext cx="10805790" cy="1073627"/>
          </a:xfrm>
        </p:spPr>
        <p:txBody>
          <a:bodyPr rtlCol="0">
            <a:noAutofit/>
          </a:bodyPr>
          <a:lstStyle/>
          <a:p>
            <a:pPr algn="ctr" rtl="0"/>
            <a:endParaRPr lang="pt-BR" sz="5200" dirty="0"/>
          </a:p>
        </p:txBody>
      </p:sp>
      <p:sp>
        <p:nvSpPr>
          <p:cNvPr id="27" name="Estrela de 5 pontas 31">
            <a:extLst>
              <a:ext uri="{FF2B5EF4-FFF2-40B4-BE49-F238E27FC236}">
                <a16:creationId xmlns:a16="http://schemas.microsoft.com/office/drawing/2014/main" id="{ADCCECA8-1C81-4A56-B427-3863A2F34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03408" y="6388943"/>
            <a:ext cx="373049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F96823-18E9-4FD7-A8FB-A5248AAB3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957" y="5790868"/>
            <a:ext cx="10792448" cy="562506"/>
          </a:xfrm>
        </p:spPr>
        <p:txBody>
          <a:bodyPr rtlCol="0">
            <a:normAutofit/>
          </a:bodyPr>
          <a:lstStyle/>
          <a:p>
            <a:pPr algn="ctr" rtl="0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F7699AD-901F-4BB3-B188-BA6FACB7E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54" y="457201"/>
            <a:ext cx="11261749" cy="3343894"/>
          </a:xfrm>
          <a:prstGeom prst="rect">
            <a:avLst/>
          </a:prstGeom>
          <a:solidFill>
            <a:schemeClr val="bg1"/>
          </a:solidFill>
          <a:ln w="57150" cmpd="thinThick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E995B1FF-4519-489E-98AD-9BF76D733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134" y="4491323"/>
            <a:ext cx="12201086" cy="0"/>
          </a:xfrm>
          <a:prstGeom prst="line">
            <a:avLst/>
          </a:pr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11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m 104">
            <a:extLst>
              <a:ext uri="{FF2B5EF4-FFF2-40B4-BE49-F238E27FC236}">
                <a16:creationId xmlns:a16="http://schemas.microsoft.com/office/drawing/2014/main" id="{284D9E6E-1488-4C48-96E2-5AD22DB15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07" name="Retângulo 106">
            <a:extLst>
              <a:ext uri="{FF2B5EF4-FFF2-40B4-BE49-F238E27FC236}">
                <a16:creationId xmlns:a16="http://schemas.microsoft.com/office/drawing/2014/main" id="{259A489D-D09D-415E-86FC-38C9FDE75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9" name="Forma Livre 9">
            <a:extLst>
              <a:ext uri="{FF2B5EF4-FFF2-40B4-BE49-F238E27FC236}">
                <a16:creationId xmlns:a16="http://schemas.microsoft.com/office/drawing/2014/main" id="{519759D8-4786-4286-B5C6-BA530F880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397" y="0"/>
            <a:ext cx="11773291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C36BB43D-3044-4A61-A858-BB2E2A3C4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7554139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941825-9472-4B27-9F6F-14975494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90479"/>
            <a:ext cx="6382699" cy="1146825"/>
          </a:xfrm>
        </p:spPr>
        <p:txBody>
          <a:bodyPr rtlCol="0">
            <a:normAutofit/>
          </a:bodyPr>
          <a:lstStyle/>
          <a:p>
            <a:pPr rtl="0"/>
            <a:endParaRPr lang="pt-BR" sz="5000" dirty="0">
              <a:solidFill>
                <a:schemeClr val="bg1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B5CD14-3516-1E44-C372-929EA77F89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5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4" descr="Planilha de música">
            <a:extLst>
              <a:ext uri="{FF2B5EF4-FFF2-40B4-BE49-F238E27FC236}">
                <a16:creationId xmlns:a16="http://schemas.microsoft.com/office/drawing/2014/main" id="{150CE2A5-651E-4827-9FE3-B4DD9A8631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4" name="Retângulo 10">
            <a:extLst>
              <a:ext uri="{FF2B5EF4-FFF2-40B4-BE49-F238E27FC236}">
                <a16:creationId xmlns:a16="http://schemas.microsoft.com/office/drawing/2014/main" id="{522A3B49-07A4-4A7B-A39D-DC5ED0FFD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rot="21420000">
            <a:off x="4300962" y="605592"/>
            <a:ext cx="8044106" cy="5638800"/>
          </a:xfrm>
          <a:custGeom>
            <a:avLst/>
            <a:gdLst/>
            <a:ahLst/>
            <a:cxnLst/>
            <a:rect l="l" t="t" r="r" b="b"/>
            <a:pathLst>
              <a:path w="8044106" h="5638800">
                <a:moveTo>
                  <a:pt x="8044106" y="0"/>
                </a:moveTo>
                <a:lnTo>
                  <a:pt x="7748589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941825-9472-4B27-9F6F-14975494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420000">
            <a:off x="4677415" y="1010443"/>
            <a:ext cx="6851126" cy="1151965"/>
          </a:xfrm>
        </p:spPr>
        <p:txBody>
          <a:bodyPr rtlCol="0">
            <a:normAutofit/>
          </a:bodyPr>
          <a:lstStyle/>
          <a:p>
            <a:pPr algn="ctr" rtl="0"/>
            <a:endParaRPr lang="pt-BR" dirty="0">
              <a:solidFill>
                <a:schemeClr val="bg1"/>
              </a:solidFill>
            </a:endParaRPr>
          </a:p>
        </p:txBody>
      </p:sp>
      <p:graphicFrame>
        <p:nvGraphicFramePr>
          <p:cNvPr id="6" name="Espaço reservado para conteúdo 2" descr="Smart Art">
            <a:extLst>
              <a:ext uri="{FF2B5EF4-FFF2-40B4-BE49-F238E27FC236}">
                <a16:creationId xmlns:a16="http://schemas.microsoft.com/office/drawing/2014/main" id="{EF55FACC-BA2B-4481-BDCC-AA2BB41EAB6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98121528"/>
              </p:ext>
            </p:extLst>
          </p:nvPr>
        </p:nvGraphicFramePr>
        <p:xfrm>
          <a:off x="4532673" y="2477730"/>
          <a:ext cx="7701180" cy="3501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25870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06FBDB6D-C867-4B7E-98CA-AAB660F0C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orma livre 11">
            <a:extLst>
              <a:ext uri="{FF2B5EF4-FFF2-40B4-BE49-F238E27FC236}">
                <a16:creationId xmlns:a16="http://schemas.microsoft.com/office/drawing/2014/main" id="{5EF97233-7CDB-4FD4-811B-61312619D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67AB86AF-A175-42C9-8DBA-236F5945A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Forma livre 25">
            <a:extLst>
              <a:ext uri="{FF2B5EF4-FFF2-40B4-BE49-F238E27FC236}">
                <a16:creationId xmlns:a16="http://schemas.microsoft.com/office/drawing/2014/main" id="{23475548-9413-4CE3-949D-A4EE4CD04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Forma livre 14">
            <a:extLst>
              <a:ext uri="{FF2B5EF4-FFF2-40B4-BE49-F238E27FC236}">
                <a16:creationId xmlns:a16="http://schemas.microsoft.com/office/drawing/2014/main" id="{A3F0B377-147D-4F91-9886-741D879AE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0" name="Estrela de 5 pontas 24">
            <a:extLst>
              <a:ext uri="{FF2B5EF4-FFF2-40B4-BE49-F238E27FC236}">
                <a16:creationId xmlns:a16="http://schemas.microsoft.com/office/drawing/2014/main" id="{6EDCE5C8-BF06-4560-947E-C27807124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375378EE-FE3D-4551-A94E-776CFE4D1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4" name="Retângulo 23">
            <a:extLst>
              <a:ext uri="{FF2B5EF4-FFF2-40B4-BE49-F238E27FC236}">
                <a16:creationId xmlns:a16="http://schemas.microsoft.com/office/drawing/2014/main" id="{EF177991-0C3B-4122-AB91-00BA089B5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6" y="0"/>
            <a:ext cx="4632997" cy="685800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26" name="Forma Livre 5">
            <a:extLst>
              <a:ext uri="{FF2B5EF4-FFF2-40B4-BE49-F238E27FC236}">
                <a16:creationId xmlns:a16="http://schemas.microsoft.com/office/drawing/2014/main" id="{628835F9-198F-4A96-BF64-262FAD1E5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856" y="0"/>
            <a:ext cx="4293205" cy="657664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9C5523-8FCF-4E66-94E3-5F1C55AF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855" y="1304459"/>
            <a:ext cx="3326650" cy="9632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B48F305-14E4-4907-9C20-EAA8E95D3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856" y="0"/>
            <a:ext cx="4248871" cy="226225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0465D16-3079-43DA-B7E7-59869074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537" y="5762147"/>
            <a:ext cx="4250216" cy="780581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0BD2166-8817-4385-9D91-5F543992A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1883" y="450792"/>
            <a:ext cx="6636823" cy="5950008"/>
          </a:xfrm>
          <a:prstGeom prst="rect">
            <a:avLst/>
          </a:prstGeom>
          <a:solidFill>
            <a:schemeClr val="bg1"/>
          </a:solidFill>
          <a:ln w="57150" cmpd="thinThick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0D05F2-F0CA-4B61-B2F8-4908C04DD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7490" y="2267713"/>
            <a:ext cx="3600677" cy="3120399"/>
          </a:xfrm>
        </p:spPr>
        <p:txBody>
          <a:bodyPr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3016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111CE6-646D-4C8C-96A0-8760322ED1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8BEAE3-B910-482E-B0A6-CB5128B6E01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AB3F9D6-3525-4197-A14D-66A2B898C8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4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Impact</vt:lpstr>
      <vt:lpstr>Evento Principal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Gean Santos</cp:lastModifiedBy>
  <cp:revision>2</cp:revision>
  <dcterms:created xsi:type="dcterms:W3CDTF">2026-03-13T01:27:15Z</dcterms:created>
  <dcterms:modified xsi:type="dcterms:W3CDTF">2026-03-14T16:59:56Z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2026-03-14T16:59:02Z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cde9cf13-cbc7-4116-a4eb-62f2be7fe935</vt:lpwstr>
  </property>
  <property fmtid="{D5CDD505-2E9C-101B-9397-08002B2CF9AE}" pid="8" name="MSIP_Label_defa4170-0d19-0005-0004-bc88714345d2_ActionId">
    <vt:lpwstr>dfab6dcf-df3f-40d0-9f2c-51862a89d704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