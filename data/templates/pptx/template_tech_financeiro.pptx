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9" r:id="rId7"/>
    <p:sldId id="260" r:id="rId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D55AE-03B7-4895-8E9C-1C0D573B0C56}" v="4" dt="2026-03-14T17:51:33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 Santos" userId="5dda1dd3-2126-4712-ac7b-2b3106ad4864" providerId="ADAL" clId="{A131A810-237E-418F-B9CF-EE9A8D882EF6}"/>
    <pc:docChg chg="custSel mod modSld">
      <pc:chgData name="Gean Santos" userId="5dda1dd3-2126-4712-ac7b-2b3106ad4864" providerId="ADAL" clId="{A131A810-237E-418F-B9CF-EE9A8D882EF6}" dt="2026-03-14T17:51:57.237" v="29" actId="6549"/>
      <pc:docMkLst>
        <pc:docMk/>
      </pc:docMkLst>
      <pc:sldChg chg="modSp mod">
        <pc:chgData name="Gean Santos" userId="5dda1dd3-2126-4712-ac7b-2b3106ad4864" providerId="ADAL" clId="{A131A810-237E-418F-B9CF-EE9A8D882EF6}" dt="2026-03-14T17:51:07.996" v="1" actId="6549"/>
        <pc:sldMkLst>
          <pc:docMk/>
          <pc:sldMk cId="834050406" sldId="256"/>
        </pc:sldMkLst>
        <pc:spChg chg="mod">
          <ac:chgData name="Gean Santos" userId="5dda1dd3-2126-4712-ac7b-2b3106ad4864" providerId="ADAL" clId="{A131A810-237E-418F-B9CF-EE9A8D882EF6}" dt="2026-03-14T17:51:05.649" v="0" actId="6549"/>
          <ac:spMkLst>
            <pc:docMk/>
            <pc:sldMk cId="834050406" sldId="256"/>
            <ac:spMk id="2" creationId="{050E78D6-F072-48E7-8270-20EFBDD26F36}"/>
          </ac:spMkLst>
        </pc:spChg>
        <pc:spChg chg="mod">
          <ac:chgData name="Gean Santos" userId="5dda1dd3-2126-4712-ac7b-2b3106ad4864" providerId="ADAL" clId="{A131A810-237E-418F-B9CF-EE9A8D882EF6}" dt="2026-03-14T17:51:07.996" v="1" actId="6549"/>
          <ac:spMkLst>
            <pc:docMk/>
            <pc:sldMk cId="834050406" sldId="256"/>
            <ac:spMk id="3" creationId="{3FC7BD98-5486-489C-BAA0-A69CEFF691B3}"/>
          </ac:spMkLst>
        </pc:spChg>
      </pc:sldChg>
      <pc:sldChg chg="modSp mod">
        <pc:chgData name="Gean Santos" userId="5dda1dd3-2126-4712-ac7b-2b3106ad4864" providerId="ADAL" clId="{A131A810-237E-418F-B9CF-EE9A8D882EF6}" dt="2026-03-14T17:51:33.174" v="11" actId="478"/>
        <pc:sldMkLst>
          <pc:docMk/>
          <pc:sldMk cId="3424314505" sldId="257"/>
        </pc:sldMkLst>
        <pc:spChg chg="mod">
          <ac:chgData name="Gean Santos" userId="5dda1dd3-2126-4712-ac7b-2b3106ad4864" providerId="ADAL" clId="{A131A810-237E-418F-B9CF-EE9A8D882EF6}" dt="2026-03-14T17:51:10.784" v="3" actId="6549"/>
          <ac:spMkLst>
            <pc:docMk/>
            <pc:sldMk cId="3424314505" sldId="257"/>
            <ac:spMk id="2" creationId="{9C9DE503-F7C2-4A40-83F4-4DE931E7D9DE}"/>
          </ac:spMkLst>
        </pc:spChg>
        <pc:graphicFrameChg chg="mod modGraphic">
          <ac:chgData name="Gean Santos" userId="5dda1dd3-2126-4712-ac7b-2b3106ad4864" providerId="ADAL" clId="{A131A810-237E-418F-B9CF-EE9A8D882EF6}" dt="2026-03-14T17:51:33.174" v="11" actId="478"/>
          <ac:graphicFrameMkLst>
            <pc:docMk/>
            <pc:sldMk cId="3424314505" sldId="257"/>
            <ac:graphicFrameMk id="5" creationId="{51938B4F-26EE-4238-880D-3CE26A7E4AED}"/>
          </ac:graphicFrameMkLst>
        </pc:graphicFrameChg>
      </pc:sldChg>
      <pc:sldChg chg="modSp mod">
        <pc:chgData name="Gean Santos" userId="5dda1dd3-2126-4712-ac7b-2b3106ad4864" providerId="ADAL" clId="{A131A810-237E-418F-B9CF-EE9A8D882EF6}" dt="2026-03-14T17:51:51.994" v="26" actId="6549"/>
        <pc:sldMkLst>
          <pc:docMk/>
          <pc:sldMk cId="2067005262" sldId="259"/>
        </pc:sldMkLst>
        <pc:spChg chg="mod">
          <ac:chgData name="Gean Santos" userId="5dda1dd3-2126-4712-ac7b-2b3106ad4864" providerId="ADAL" clId="{A131A810-237E-418F-B9CF-EE9A8D882EF6}" dt="2026-03-14T17:51:51.994" v="26" actId="6549"/>
          <ac:spMkLst>
            <pc:docMk/>
            <pc:sldMk cId="2067005262" sldId="259"/>
            <ac:spMk id="2" creationId="{15115107-5DA3-4397-A1DA-67705DAE1EC2}"/>
          </ac:spMkLst>
        </pc:spChg>
        <pc:graphicFrameChg chg="modGraphic">
          <ac:chgData name="Gean Santos" userId="5dda1dd3-2126-4712-ac7b-2b3106ad4864" providerId="ADAL" clId="{A131A810-237E-418F-B9CF-EE9A8D882EF6}" dt="2026-03-14T17:51:50.014" v="25" actId="20577"/>
          <ac:graphicFrameMkLst>
            <pc:docMk/>
            <pc:sldMk cId="2067005262" sldId="259"/>
            <ac:graphicFrameMk id="12" creationId="{9472A840-E465-43FB-8B5F-6C6B0A0095C5}"/>
          </ac:graphicFrameMkLst>
        </pc:graphicFrameChg>
      </pc:sldChg>
      <pc:sldChg chg="modSp mod">
        <pc:chgData name="Gean Santos" userId="5dda1dd3-2126-4712-ac7b-2b3106ad4864" providerId="ADAL" clId="{A131A810-237E-418F-B9CF-EE9A8D882EF6}" dt="2026-03-14T17:51:57.237" v="29" actId="6549"/>
        <pc:sldMkLst>
          <pc:docMk/>
          <pc:sldMk cId="2673849116" sldId="260"/>
        </pc:sldMkLst>
        <pc:spChg chg="mod">
          <ac:chgData name="Gean Santos" userId="5dda1dd3-2126-4712-ac7b-2b3106ad4864" providerId="ADAL" clId="{A131A810-237E-418F-B9CF-EE9A8D882EF6}" dt="2026-03-14T17:51:54.442" v="27" actId="6549"/>
          <ac:spMkLst>
            <pc:docMk/>
            <pc:sldMk cId="2673849116" sldId="260"/>
            <ac:spMk id="2" creationId="{51F70220-677A-411B-B416-94321A555329}"/>
          </ac:spMkLst>
        </pc:spChg>
        <pc:spChg chg="mod">
          <ac:chgData name="Gean Santos" userId="5dda1dd3-2126-4712-ac7b-2b3106ad4864" providerId="ADAL" clId="{A131A810-237E-418F-B9CF-EE9A8D882EF6}" dt="2026-03-14T17:51:57.237" v="29" actId="6549"/>
          <ac:spMkLst>
            <pc:docMk/>
            <pc:sldMk cId="2673849116" sldId="260"/>
            <ac:spMk id="3" creationId="{667D1328-A694-4327-A93A-3D919FD65B2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B432F4-5FDB-4518-9272-2F3934AC6AA2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 rtlCol="0"/>
        <a:lstStyle/>
        <a:p>
          <a:pPr rtl="0"/>
          <a:endParaRPr lang="en-US"/>
        </a:p>
      </dgm:t>
    </dgm:pt>
    <dgm:pt modelId="{B633A646-2062-4841-AF18-847B074C6716}">
      <dgm:prSet/>
      <dgm:spPr/>
      <dgm:t>
        <a:bodyPr rtlCol="0"/>
        <a:lstStyle/>
        <a:p>
          <a:pPr rtl="0">
            <a:lnSpc>
              <a:spcPct val="100000"/>
            </a:lnSpc>
          </a:pPr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DB4A5689-BD48-4D3D-8017-D1E3C49B0DDB}" type="parTrans" cxnId="{56ADA02B-9055-4F39-B74D-2D556F11DDB6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1397C75F-5FD8-4120-9A24-A246D042942B}" type="sibTrans" cxnId="{56ADA02B-9055-4F39-B74D-2D556F11DDB6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14BC708E-A0A1-4102-88E4-E75128B4E51E}">
      <dgm:prSet/>
      <dgm:spPr/>
      <dgm:t>
        <a:bodyPr rtlCol="0"/>
        <a:lstStyle/>
        <a:p>
          <a:pPr rtl="0">
            <a:lnSpc>
              <a:spcPct val="100000"/>
            </a:lnSpc>
          </a:pPr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CF221EFF-354A-47A9-A498-1F0BBF01ECB8}" type="parTrans" cxnId="{EB9839C5-F324-41C4-8950-5284E09FB71E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7519C821-85FB-4CA3-BEB5-E4BFBC529B83}" type="sibTrans" cxnId="{EB9839C5-F324-41C4-8950-5284E09FB71E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C6D21269-399B-4BA2-8621-C7B9DA1E1B8F}">
      <dgm:prSet/>
      <dgm:spPr/>
      <dgm:t>
        <a:bodyPr rtlCol="0"/>
        <a:lstStyle/>
        <a:p>
          <a:pPr rtl="0">
            <a:lnSpc>
              <a:spcPct val="100000"/>
            </a:lnSpc>
          </a:pPr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AA3929B3-1058-4240-AD5D-9518D4976567}" type="parTrans" cxnId="{E4AD895B-72A4-4A6B-A7F4-C77A53EC51BC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C79B0F2C-DDB4-44EB-89F7-717146B88B10}" type="sibTrans" cxnId="{E4AD895B-72A4-4A6B-A7F4-C77A53EC51BC}">
      <dgm:prSet/>
      <dgm:spPr/>
      <dgm:t>
        <a:bodyPr rtlCol="0"/>
        <a:lstStyle/>
        <a:p>
          <a:pPr rtl="0"/>
          <a:endParaRPr lang="pt-BR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gm:t>
    </dgm:pt>
    <dgm:pt modelId="{D40A0249-41A7-44A6-A657-361E8C18FD42}" type="pres">
      <dgm:prSet presAssocID="{E1B432F4-5FDB-4518-9272-2F3934AC6AA2}" presName="root" presStyleCnt="0">
        <dgm:presLayoutVars>
          <dgm:dir/>
          <dgm:resizeHandles val="exact"/>
        </dgm:presLayoutVars>
      </dgm:prSet>
      <dgm:spPr/>
    </dgm:pt>
    <dgm:pt modelId="{7D1F47A2-8F6C-4C7F-B3B3-2100C986DE32}" type="pres">
      <dgm:prSet presAssocID="{B633A646-2062-4841-AF18-847B074C6716}" presName="compNode" presStyleCnt="0"/>
      <dgm:spPr/>
    </dgm:pt>
    <dgm:pt modelId="{EC4D957C-BFAC-446D-9573-48333BEC34E6}" type="pres">
      <dgm:prSet presAssocID="{B633A646-2062-4841-AF18-847B074C6716}" presName="bgRect" presStyleLbl="bgShp" presStyleIdx="0" presStyleCnt="3" custLinFactNeighborX="-462"/>
      <dgm:spPr>
        <a:prstGeom prst="rect">
          <a:avLst/>
        </a:prstGeom>
        <a:solidFill>
          <a:schemeClr val="tx1">
            <a:alpha val="70000"/>
          </a:schemeClr>
        </a:solidFill>
      </dgm:spPr>
    </dgm:pt>
    <dgm:pt modelId="{BE6B2CCF-B717-4C6F-9115-44EF0ECE6018}" type="pres">
      <dgm:prSet presAssocID="{B633A646-2062-4841-AF18-847B074C6716}" presName="iconRect" presStyleLbl="node1" presStyleIdx="0" presStyleCnt="3" custScaleX="75132" custScaleY="75132"/>
      <dgm:spPr>
        <a:ln>
          <a:noFill/>
        </a:ln>
      </dgm:spPr>
    </dgm:pt>
    <dgm:pt modelId="{95420642-092B-41B9-94FA-E0EC36F9AF7E}" type="pres">
      <dgm:prSet presAssocID="{B633A646-2062-4841-AF18-847B074C6716}" presName="spaceRect" presStyleCnt="0"/>
      <dgm:spPr/>
    </dgm:pt>
    <dgm:pt modelId="{C95AF6F0-F4DA-48FE-85EB-61ADFB42AA13}" type="pres">
      <dgm:prSet presAssocID="{B633A646-2062-4841-AF18-847B074C6716}" presName="parTx" presStyleLbl="revTx" presStyleIdx="0" presStyleCnt="3">
        <dgm:presLayoutVars>
          <dgm:chMax val="0"/>
          <dgm:chPref val="0"/>
        </dgm:presLayoutVars>
      </dgm:prSet>
      <dgm:spPr/>
    </dgm:pt>
    <dgm:pt modelId="{51DD96AA-8DD7-4B07-A561-5C9B41ACFA3C}" type="pres">
      <dgm:prSet presAssocID="{1397C75F-5FD8-4120-9A24-A246D042942B}" presName="sibTrans" presStyleCnt="0"/>
      <dgm:spPr/>
    </dgm:pt>
    <dgm:pt modelId="{38E06421-A6BB-4D10-8565-2812C2C5C6B3}" type="pres">
      <dgm:prSet presAssocID="{14BC708E-A0A1-4102-88E4-E75128B4E51E}" presName="compNode" presStyleCnt="0"/>
      <dgm:spPr/>
    </dgm:pt>
    <dgm:pt modelId="{79919C57-A32A-40F6-B106-B4E0CE644E4C}" type="pres">
      <dgm:prSet presAssocID="{14BC708E-A0A1-4102-88E4-E75128B4E51E}" presName="bgRect" presStyleLbl="bgShp" presStyleIdx="1" presStyleCnt="3"/>
      <dgm:spPr>
        <a:xfrm>
          <a:off x="0" y="1760029"/>
          <a:ext cx="5607050" cy="1407541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gm:spPr>
    </dgm:pt>
    <dgm:pt modelId="{99FDF55F-B3E9-423D-AD21-A6446C5D7455}" type="pres">
      <dgm:prSet presAssocID="{14BC708E-A0A1-4102-88E4-E75128B4E51E}" presName="iconRect" presStyleLbl="node1" presStyleIdx="1" presStyleCnt="3" custScaleX="75132" custScaleY="75132"/>
      <dgm:spPr>
        <a:ln>
          <a:noFill/>
        </a:ln>
      </dgm:spPr>
    </dgm:pt>
    <dgm:pt modelId="{E98BD5F1-E6F1-491F-A8EE-6A9AD649521E}" type="pres">
      <dgm:prSet presAssocID="{14BC708E-A0A1-4102-88E4-E75128B4E51E}" presName="spaceRect" presStyleCnt="0"/>
      <dgm:spPr/>
    </dgm:pt>
    <dgm:pt modelId="{80F6AD63-74FB-40E4-9D40-4178AFD87F60}" type="pres">
      <dgm:prSet presAssocID="{14BC708E-A0A1-4102-88E4-E75128B4E51E}" presName="parTx" presStyleLbl="revTx" presStyleIdx="1" presStyleCnt="3">
        <dgm:presLayoutVars>
          <dgm:chMax val="0"/>
          <dgm:chPref val="0"/>
        </dgm:presLayoutVars>
      </dgm:prSet>
      <dgm:spPr/>
    </dgm:pt>
    <dgm:pt modelId="{1375F890-B8F8-4966-ABCD-B672FD4512B7}" type="pres">
      <dgm:prSet presAssocID="{7519C821-85FB-4CA3-BEB5-E4BFBC529B83}" presName="sibTrans" presStyleCnt="0"/>
      <dgm:spPr/>
    </dgm:pt>
    <dgm:pt modelId="{9887B295-B446-4B8E-AEA4-76754DE9DD89}" type="pres">
      <dgm:prSet presAssocID="{C6D21269-399B-4BA2-8621-C7B9DA1E1B8F}" presName="compNode" presStyleCnt="0"/>
      <dgm:spPr/>
    </dgm:pt>
    <dgm:pt modelId="{436A8B1C-2D30-44BB-9150-7099503C8960}" type="pres">
      <dgm:prSet presAssocID="{C6D21269-399B-4BA2-8621-C7B9DA1E1B8F}" presName="bgRect" presStyleLbl="bgShp" presStyleIdx="2" presStyleCnt="3"/>
      <dgm:spPr>
        <a:xfrm>
          <a:off x="0" y="3519456"/>
          <a:ext cx="5607050" cy="1407541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gm:spPr>
    </dgm:pt>
    <dgm:pt modelId="{1A8B8B62-3037-4506-89D7-28710774070B}" type="pres">
      <dgm:prSet presAssocID="{C6D21269-399B-4BA2-8621-C7B9DA1E1B8F}" presName="iconRect" presStyleLbl="node1" presStyleIdx="2" presStyleCnt="3" custScaleX="68302" custScaleY="68302"/>
      <dgm:spPr>
        <a:ln>
          <a:noFill/>
        </a:ln>
      </dgm:spPr>
    </dgm:pt>
    <dgm:pt modelId="{2FFC6342-A780-4396-8FAC-8E7FAE77A6E2}" type="pres">
      <dgm:prSet presAssocID="{C6D21269-399B-4BA2-8621-C7B9DA1E1B8F}" presName="spaceRect" presStyleCnt="0"/>
      <dgm:spPr/>
    </dgm:pt>
    <dgm:pt modelId="{D5847293-6F0A-4807-B203-585610F4F535}" type="pres">
      <dgm:prSet presAssocID="{C6D21269-399B-4BA2-8621-C7B9DA1E1B8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44ABB28-0B7D-40F0-8726-3385D62BD567}" type="presOf" srcId="{B633A646-2062-4841-AF18-847B074C6716}" destId="{C95AF6F0-F4DA-48FE-85EB-61ADFB42AA13}" srcOrd="0" destOrd="0" presId="urn:microsoft.com/office/officeart/2018/2/layout/IconVerticalSolidList"/>
    <dgm:cxn modelId="{56ADA02B-9055-4F39-B74D-2D556F11DDB6}" srcId="{E1B432F4-5FDB-4518-9272-2F3934AC6AA2}" destId="{B633A646-2062-4841-AF18-847B074C6716}" srcOrd="0" destOrd="0" parTransId="{DB4A5689-BD48-4D3D-8017-D1E3C49B0DDB}" sibTransId="{1397C75F-5FD8-4120-9A24-A246D042942B}"/>
    <dgm:cxn modelId="{282E4C31-D2E4-4F2E-B7E4-7F072B61355B}" type="presOf" srcId="{E1B432F4-5FDB-4518-9272-2F3934AC6AA2}" destId="{D40A0249-41A7-44A6-A657-361E8C18FD42}" srcOrd="0" destOrd="0" presId="urn:microsoft.com/office/officeart/2018/2/layout/IconVerticalSolidList"/>
    <dgm:cxn modelId="{E4AD895B-72A4-4A6B-A7F4-C77A53EC51BC}" srcId="{E1B432F4-5FDB-4518-9272-2F3934AC6AA2}" destId="{C6D21269-399B-4BA2-8621-C7B9DA1E1B8F}" srcOrd="2" destOrd="0" parTransId="{AA3929B3-1058-4240-AD5D-9518D4976567}" sibTransId="{C79B0F2C-DDB4-44EB-89F7-717146B88B10}"/>
    <dgm:cxn modelId="{EB9839C5-F324-41C4-8950-5284E09FB71E}" srcId="{E1B432F4-5FDB-4518-9272-2F3934AC6AA2}" destId="{14BC708E-A0A1-4102-88E4-E75128B4E51E}" srcOrd="1" destOrd="0" parTransId="{CF221EFF-354A-47A9-A498-1F0BBF01ECB8}" sibTransId="{7519C821-85FB-4CA3-BEB5-E4BFBC529B83}"/>
    <dgm:cxn modelId="{4A4BD2E1-F579-4CB0-A349-6E4A603D3C1F}" type="presOf" srcId="{14BC708E-A0A1-4102-88E4-E75128B4E51E}" destId="{80F6AD63-74FB-40E4-9D40-4178AFD87F60}" srcOrd="0" destOrd="0" presId="urn:microsoft.com/office/officeart/2018/2/layout/IconVerticalSolidList"/>
    <dgm:cxn modelId="{0F0438E4-D0CA-47DC-8484-BFD8CF753812}" type="presOf" srcId="{C6D21269-399B-4BA2-8621-C7B9DA1E1B8F}" destId="{D5847293-6F0A-4807-B203-585610F4F535}" srcOrd="0" destOrd="0" presId="urn:microsoft.com/office/officeart/2018/2/layout/IconVerticalSolidList"/>
    <dgm:cxn modelId="{07CEADA1-F123-4E4C-9E9E-EDC53C6A9D42}" type="presParOf" srcId="{D40A0249-41A7-44A6-A657-361E8C18FD42}" destId="{7D1F47A2-8F6C-4C7F-B3B3-2100C986DE32}" srcOrd="0" destOrd="0" presId="urn:microsoft.com/office/officeart/2018/2/layout/IconVerticalSolidList"/>
    <dgm:cxn modelId="{F2FB5DCA-E48C-4F18-9E21-40A8BA4E97C5}" type="presParOf" srcId="{7D1F47A2-8F6C-4C7F-B3B3-2100C986DE32}" destId="{EC4D957C-BFAC-446D-9573-48333BEC34E6}" srcOrd="0" destOrd="0" presId="urn:microsoft.com/office/officeart/2018/2/layout/IconVerticalSolidList"/>
    <dgm:cxn modelId="{A830D3AF-7E56-4163-A545-B5B0E5253A32}" type="presParOf" srcId="{7D1F47A2-8F6C-4C7F-B3B3-2100C986DE32}" destId="{BE6B2CCF-B717-4C6F-9115-44EF0ECE6018}" srcOrd="1" destOrd="0" presId="urn:microsoft.com/office/officeart/2018/2/layout/IconVerticalSolidList"/>
    <dgm:cxn modelId="{C133A968-EF32-4D7B-99AB-467DBC63AA65}" type="presParOf" srcId="{7D1F47A2-8F6C-4C7F-B3B3-2100C986DE32}" destId="{95420642-092B-41B9-94FA-E0EC36F9AF7E}" srcOrd="2" destOrd="0" presId="urn:microsoft.com/office/officeart/2018/2/layout/IconVerticalSolidList"/>
    <dgm:cxn modelId="{D41F3259-A36F-405E-9981-26F5153F9ECE}" type="presParOf" srcId="{7D1F47A2-8F6C-4C7F-B3B3-2100C986DE32}" destId="{C95AF6F0-F4DA-48FE-85EB-61ADFB42AA13}" srcOrd="3" destOrd="0" presId="urn:microsoft.com/office/officeart/2018/2/layout/IconVerticalSolidList"/>
    <dgm:cxn modelId="{23EAD705-80C2-4A13-8B46-0FDB076A4FC2}" type="presParOf" srcId="{D40A0249-41A7-44A6-A657-361E8C18FD42}" destId="{51DD96AA-8DD7-4B07-A561-5C9B41ACFA3C}" srcOrd="1" destOrd="0" presId="urn:microsoft.com/office/officeart/2018/2/layout/IconVerticalSolidList"/>
    <dgm:cxn modelId="{37270FB1-E3CB-4E7A-934D-8AD3CE1A6A9C}" type="presParOf" srcId="{D40A0249-41A7-44A6-A657-361E8C18FD42}" destId="{38E06421-A6BB-4D10-8565-2812C2C5C6B3}" srcOrd="2" destOrd="0" presId="urn:microsoft.com/office/officeart/2018/2/layout/IconVerticalSolidList"/>
    <dgm:cxn modelId="{A2720370-712D-409A-A691-A76A6B58E669}" type="presParOf" srcId="{38E06421-A6BB-4D10-8565-2812C2C5C6B3}" destId="{79919C57-A32A-40F6-B106-B4E0CE644E4C}" srcOrd="0" destOrd="0" presId="urn:microsoft.com/office/officeart/2018/2/layout/IconVerticalSolidList"/>
    <dgm:cxn modelId="{7F0D094D-67F9-4096-8C3F-6FB86443B146}" type="presParOf" srcId="{38E06421-A6BB-4D10-8565-2812C2C5C6B3}" destId="{99FDF55F-B3E9-423D-AD21-A6446C5D7455}" srcOrd="1" destOrd="0" presId="urn:microsoft.com/office/officeart/2018/2/layout/IconVerticalSolidList"/>
    <dgm:cxn modelId="{A46EF107-6809-4A78-A437-DA4FD0910124}" type="presParOf" srcId="{38E06421-A6BB-4D10-8565-2812C2C5C6B3}" destId="{E98BD5F1-E6F1-491F-A8EE-6A9AD649521E}" srcOrd="2" destOrd="0" presId="urn:microsoft.com/office/officeart/2018/2/layout/IconVerticalSolidList"/>
    <dgm:cxn modelId="{A2F04EF7-8EDA-4B91-A3BA-95A8C47F2083}" type="presParOf" srcId="{38E06421-A6BB-4D10-8565-2812C2C5C6B3}" destId="{80F6AD63-74FB-40E4-9D40-4178AFD87F60}" srcOrd="3" destOrd="0" presId="urn:microsoft.com/office/officeart/2018/2/layout/IconVerticalSolidList"/>
    <dgm:cxn modelId="{600447EF-7DA9-4818-8D45-C741C5E6B34A}" type="presParOf" srcId="{D40A0249-41A7-44A6-A657-361E8C18FD42}" destId="{1375F890-B8F8-4966-ABCD-B672FD4512B7}" srcOrd="3" destOrd="0" presId="urn:microsoft.com/office/officeart/2018/2/layout/IconVerticalSolidList"/>
    <dgm:cxn modelId="{678E6197-2DF8-487D-80B8-DC5109CCDD3F}" type="presParOf" srcId="{D40A0249-41A7-44A6-A657-361E8C18FD42}" destId="{9887B295-B446-4B8E-AEA4-76754DE9DD89}" srcOrd="4" destOrd="0" presId="urn:microsoft.com/office/officeart/2018/2/layout/IconVerticalSolidList"/>
    <dgm:cxn modelId="{27C0A3EB-AFC3-4068-98D6-97C2AE9FB8D1}" type="presParOf" srcId="{9887B295-B446-4B8E-AEA4-76754DE9DD89}" destId="{436A8B1C-2D30-44BB-9150-7099503C8960}" srcOrd="0" destOrd="0" presId="urn:microsoft.com/office/officeart/2018/2/layout/IconVerticalSolidList"/>
    <dgm:cxn modelId="{3914B107-20DC-4ED8-B86C-19F61BC45DBB}" type="presParOf" srcId="{9887B295-B446-4B8E-AEA4-76754DE9DD89}" destId="{1A8B8B62-3037-4506-89D7-28710774070B}" srcOrd="1" destOrd="0" presId="urn:microsoft.com/office/officeart/2018/2/layout/IconVerticalSolidList"/>
    <dgm:cxn modelId="{8C250632-60D4-4813-9B7E-F468D972396C}" type="presParOf" srcId="{9887B295-B446-4B8E-AEA4-76754DE9DD89}" destId="{2FFC6342-A780-4396-8FAC-8E7FAE77A6E2}" srcOrd="2" destOrd="0" presId="urn:microsoft.com/office/officeart/2018/2/layout/IconVerticalSolidList"/>
    <dgm:cxn modelId="{84E4FB42-7EF6-4E5B-9E43-2F003B8E5D13}" type="presParOf" srcId="{9887B295-B446-4B8E-AEA4-76754DE9DD89}" destId="{D5847293-6F0A-4807-B203-585610F4F5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633A28-325E-4F3C-9D74-7B235343A885}" type="doc">
      <dgm:prSet loTypeId="urn:microsoft.com/office/officeart/2008/layout/CircleAccentTimeline" loCatId="process" qsTypeId="urn:microsoft.com/office/officeart/2005/8/quickstyle/simple3" qsCatId="simple" csTypeId="urn:microsoft.com/office/officeart/2005/8/colors/accent1_2" csCatId="accent1" phldr="1"/>
      <dgm:spPr/>
      <dgm:t>
        <a:bodyPr rtlCol="0"/>
        <a:lstStyle/>
        <a:p>
          <a:pPr rtl="0"/>
          <a:endParaRPr lang="en-ZA"/>
        </a:p>
      </dgm:t>
    </dgm:pt>
    <dgm:pt modelId="{BDB3E5F2-A63C-446D-94EF-53B51308F55B}">
      <dgm:prSet phldrT="[Text]" custT="1"/>
      <dgm:spPr/>
      <dgm:t>
        <a:bodyPr rtlCol="0"/>
        <a:lstStyle/>
        <a:p>
          <a:pPr rtl="0"/>
          <a:endParaRPr lang="pt-BR" sz="1800" b="1" noProof="0" dirty="0"/>
        </a:p>
      </dgm:t>
    </dgm:pt>
    <dgm:pt modelId="{4DF81A4E-C143-4E1F-895C-805B7744E0C1}" type="parTrans" cxnId="{E841B976-DDCA-4F3C-A228-DC6A3A9DCEE8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22693710-A273-4DE3-B56B-501EBF8AAC16}" type="sibTrans" cxnId="{E841B976-DDCA-4F3C-A228-DC6A3A9DCEE8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76F97871-E7EF-4C5A-A6CC-0AEA140887B0}">
      <dgm:prSet phldrT="[Text]" custT="1"/>
      <dgm:spPr/>
      <dgm:t>
        <a:bodyPr rtlCol="0"/>
        <a:lstStyle/>
        <a:p>
          <a:pPr rtl="0"/>
          <a:r>
            <a:rPr lang="pt-BR" sz="1400" noProof="0" dirty="0"/>
            <a:t> </a:t>
          </a:r>
        </a:p>
      </dgm:t>
    </dgm:pt>
    <dgm:pt modelId="{AF4A39E6-5101-45C2-9ED9-1B4A4D161E75}" type="parTrans" cxnId="{C5CADE01-2D3E-4A22-8178-52BFE623515A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0B4A6094-6626-4B4C-A34C-3C817645D4D2}" type="sibTrans" cxnId="{C5CADE01-2D3E-4A22-8178-52BFE623515A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B7B3E22D-F717-4E9C-866E-07DC0AAAF31D}">
      <dgm:prSet phldrT="[Text]" custT="1"/>
      <dgm:spPr/>
      <dgm:t>
        <a:bodyPr rtlCol="0"/>
        <a:lstStyle/>
        <a:p>
          <a:pPr rtl="0"/>
          <a:endParaRPr lang="pt-BR" sz="1400" noProof="0" dirty="0"/>
        </a:p>
      </dgm:t>
    </dgm:pt>
    <dgm:pt modelId="{F5B9D25D-B57A-4E96-8949-C8A2BD9993F2}" type="parTrans" cxnId="{2DE3C7CC-BC3D-4DC7-BDF4-E9EF00E2B35B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23EEF184-9BDE-48DD-A4F5-B678462A2560}" type="sibTrans" cxnId="{2DE3C7CC-BC3D-4DC7-BDF4-E9EF00E2B35B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90F27D1E-76E8-4AE9-AD01-BE57630B5110}">
      <dgm:prSet phldrT="[Text]" custT="1"/>
      <dgm:spPr/>
      <dgm:t>
        <a:bodyPr rtlCol="0"/>
        <a:lstStyle/>
        <a:p>
          <a:pPr rtl="0"/>
          <a:endParaRPr lang="pt-BR" sz="1800" b="1" noProof="0" dirty="0"/>
        </a:p>
      </dgm:t>
    </dgm:pt>
    <dgm:pt modelId="{7F336D41-A370-44FD-84FB-392EDC2E9628}" type="parTrans" cxnId="{D3495640-4F3F-4DC5-BE06-466CB73D04C6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08C679DB-4162-43E7-A484-512B3F99942F}" type="sibTrans" cxnId="{D3495640-4F3F-4DC5-BE06-466CB73D04C6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25F95D6A-DC03-42B0-9E2A-8BB3CFE35643}">
      <dgm:prSet phldrT="[Text]" custT="1"/>
      <dgm:spPr/>
      <dgm:t>
        <a:bodyPr rtlCol="0"/>
        <a:lstStyle/>
        <a:p>
          <a:pPr rtl="0"/>
          <a:endParaRPr lang="pt-BR" sz="1400" noProof="0" dirty="0"/>
        </a:p>
      </dgm:t>
    </dgm:pt>
    <dgm:pt modelId="{0E7A7D3B-1ED1-4188-B2CE-37328AF7B3CE}" type="parTrans" cxnId="{969D3802-D321-43DF-B9C7-B1F249CE5959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A9D1ACF8-1A40-4192-A99B-C5F10A879850}" type="sibTrans" cxnId="{969D3802-D321-43DF-B9C7-B1F249CE5959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26EFAA8C-070B-4368-AD8E-0E28971C7F1A}">
      <dgm:prSet phldrT="[Text]" custT="1"/>
      <dgm:spPr/>
      <dgm:t>
        <a:bodyPr rtlCol="0"/>
        <a:lstStyle/>
        <a:p>
          <a:pPr rtl="0"/>
          <a:endParaRPr lang="pt-BR" sz="1400" noProof="0" dirty="0"/>
        </a:p>
      </dgm:t>
    </dgm:pt>
    <dgm:pt modelId="{A01B2D2D-7198-4763-8BE4-5AFAC35FACF3}" type="parTrans" cxnId="{2CD6D42C-39E1-4895-97BB-C277B6C3573D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ECF84BED-6721-47AA-8789-78E6BC6F68EC}" type="sibTrans" cxnId="{2CD6D42C-39E1-4895-97BB-C277B6C3573D}">
      <dgm:prSet/>
      <dgm:spPr/>
      <dgm:t>
        <a:bodyPr rtlCol="0"/>
        <a:lstStyle/>
        <a:p>
          <a:pPr rtl="0"/>
          <a:endParaRPr lang="pt-BR" sz="1800" noProof="0" dirty="0"/>
        </a:p>
      </dgm:t>
    </dgm:pt>
    <dgm:pt modelId="{3BF4C92A-BE32-4130-AB21-90FA76812967}">
      <dgm:prSet phldrT="[Text]" custT="1"/>
      <dgm:spPr/>
      <dgm:t>
        <a:bodyPr rtlCol="0"/>
        <a:lstStyle/>
        <a:p>
          <a:pPr rtl="0"/>
          <a:endParaRPr lang="pt-BR" sz="1400" noProof="0" dirty="0"/>
        </a:p>
      </dgm:t>
    </dgm:pt>
    <dgm:pt modelId="{45145B60-B4CF-43C8-A090-77DD0F136CC3}" type="parTrans" cxnId="{74F39EB6-5C16-4483-8C84-81EE935A34AB}">
      <dgm:prSet/>
      <dgm:spPr/>
      <dgm:t>
        <a:bodyPr rtlCol="0"/>
        <a:lstStyle/>
        <a:p>
          <a:pPr rtl="0"/>
          <a:endParaRPr lang="pt-BR" noProof="0" dirty="0"/>
        </a:p>
      </dgm:t>
    </dgm:pt>
    <dgm:pt modelId="{36BE8B1F-5183-4B05-9C94-6A3B4937697A}" type="sibTrans" cxnId="{74F39EB6-5C16-4483-8C84-81EE935A34AB}">
      <dgm:prSet/>
      <dgm:spPr/>
      <dgm:t>
        <a:bodyPr rtlCol="0"/>
        <a:lstStyle/>
        <a:p>
          <a:pPr rtl="0"/>
          <a:endParaRPr lang="pt-BR" noProof="0" dirty="0"/>
        </a:p>
      </dgm:t>
    </dgm:pt>
    <dgm:pt modelId="{4194F495-0B49-4686-B89E-B97A23BB18B4}" type="pres">
      <dgm:prSet presAssocID="{EB633A28-325E-4F3C-9D74-7B235343A885}" presName="Name0" presStyleCnt="0">
        <dgm:presLayoutVars>
          <dgm:dir/>
        </dgm:presLayoutVars>
      </dgm:prSet>
      <dgm:spPr/>
    </dgm:pt>
    <dgm:pt modelId="{72BA280D-2F57-47BB-AE67-6C6F9DCEF2B7}" type="pres">
      <dgm:prSet presAssocID="{BDB3E5F2-A63C-446D-94EF-53B51308F55B}" presName="parComposite" presStyleCnt="0"/>
      <dgm:spPr/>
    </dgm:pt>
    <dgm:pt modelId="{A85A93E5-AB9A-439C-9142-AD5A4BFF47F6}" type="pres">
      <dgm:prSet presAssocID="{BDB3E5F2-A63C-446D-94EF-53B51308F55B}" presName="parBigCircle" presStyleLbl="node0" presStyleIdx="0" presStyleCnt="2"/>
      <dgm:spPr>
        <a:gradFill rotWithShape="0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/>
            </a:gs>
          </a:gsLst>
        </a:gradFill>
        <a:scene3d>
          <a:camera prst="orthographicFront"/>
          <a:lightRig rig="flat" dir="t"/>
        </a:scene3d>
        <a:sp3d prstMaterial="dkEdge"/>
      </dgm:spPr>
    </dgm:pt>
    <dgm:pt modelId="{54C7621A-D6FD-4F3F-A78E-16DC33A75367}" type="pres">
      <dgm:prSet presAssocID="{BDB3E5F2-A63C-446D-94EF-53B51308F55B}" presName="parTx" presStyleLbl="revTx" presStyleIdx="0" presStyleCnt="12" custLinFactNeighborY="-10479"/>
      <dgm:spPr/>
    </dgm:pt>
    <dgm:pt modelId="{881FE880-CBDD-4C9E-976D-9F4A6678AD39}" type="pres">
      <dgm:prSet presAssocID="{BDB3E5F2-A63C-446D-94EF-53B51308F55B}" presName="bSpace" presStyleCnt="0"/>
      <dgm:spPr/>
    </dgm:pt>
    <dgm:pt modelId="{7A6036F4-EEA5-4903-9DE5-D9694BAEBE8F}" type="pres">
      <dgm:prSet presAssocID="{BDB3E5F2-A63C-446D-94EF-53B51308F55B}" presName="parBackupNorm" presStyleCnt="0"/>
      <dgm:spPr/>
    </dgm:pt>
    <dgm:pt modelId="{5A15437C-29B6-45E4-ABC8-804D55EA2C12}" type="pres">
      <dgm:prSet presAssocID="{22693710-A273-4DE3-B56B-501EBF8AAC16}" presName="parSpace" presStyleCnt="0"/>
      <dgm:spPr/>
    </dgm:pt>
    <dgm:pt modelId="{4521085B-57FF-4187-965D-FA4F9834B060}" type="pres">
      <dgm:prSet presAssocID="{76F97871-E7EF-4C5A-A6CC-0AEA140887B0}" presName="desBackupLeftNorm" presStyleCnt="0"/>
      <dgm:spPr/>
    </dgm:pt>
    <dgm:pt modelId="{D6F2FDF2-4FC9-4898-B249-F15720FF4B93}" type="pres">
      <dgm:prSet presAssocID="{76F97871-E7EF-4C5A-A6CC-0AEA140887B0}" presName="desComposite" presStyleCnt="0"/>
      <dgm:spPr/>
    </dgm:pt>
    <dgm:pt modelId="{72AEB429-AFAD-4F8B-877D-CB3A79995C59}" type="pres">
      <dgm:prSet presAssocID="{76F97871-E7EF-4C5A-A6CC-0AEA140887B0}" presName="desCircle" presStyleLbl="node1" presStyleIdx="0" presStyleCnt="5" custScaleX="57973" custScaleY="57973"/>
      <dgm:spPr>
        <a:noFill/>
        <a:ln w="19050">
          <a:solidFill>
            <a:schemeClr val="bg1">
              <a:lumMod val="75000"/>
            </a:schemeClr>
          </a:solidFill>
        </a:ln>
        <a:scene3d>
          <a:camera prst="orthographicFront"/>
          <a:lightRig rig="flat" dir="t"/>
        </a:scene3d>
        <a:sp3d prstMaterial="dkEdge"/>
      </dgm:spPr>
    </dgm:pt>
    <dgm:pt modelId="{6749C0EA-1B99-400E-B5E9-7F9E3C47DF67}" type="pres">
      <dgm:prSet presAssocID="{76F97871-E7EF-4C5A-A6CC-0AEA140887B0}" presName="chTx" presStyleLbl="revTx" presStyleIdx="1" presStyleCnt="12" custLinFactNeighborY="5306"/>
      <dgm:spPr/>
    </dgm:pt>
    <dgm:pt modelId="{D74D6160-1F48-48F0-82A2-4366561C4041}" type="pres">
      <dgm:prSet presAssocID="{76F97871-E7EF-4C5A-A6CC-0AEA140887B0}" presName="desTx" presStyleLbl="revTx" presStyleIdx="2" presStyleCnt="12">
        <dgm:presLayoutVars>
          <dgm:bulletEnabled val="1"/>
        </dgm:presLayoutVars>
      </dgm:prSet>
      <dgm:spPr/>
    </dgm:pt>
    <dgm:pt modelId="{660F1FA7-DA77-4396-B8D6-22808B8616BE}" type="pres">
      <dgm:prSet presAssocID="{76F97871-E7EF-4C5A-A6CC-0AEA140887B0}" presName="desBackupRightNorm" presStyleCnt="0"/>
      <dgm:spPr/>
    </dgm:pt>
    <dgm:pt modelId="{D9DB7CED-9F6A-410E-A044-A80D83E84995}" type="pres">
      <dgm:prSet presAssocID="{0B4A6094-6626-4B4C-A34C-3C817645D4D2}" presName="desSpace" presStyleCnt="0"/>
      <dgm:spPr/>
    </dgm:pt>
    <dgm:pt modelId="{864F737A-FA72-4B29-B184-6439EF74AAF7}" type="pres">
      <dgm:prSet presAssocID="{B7B3E22D-F717-4E9C-866E-07DC0AAAF31D}" presName="desBackupLeftNorm" presStyleCnt="0"/>
      <dgm:spPr/>
    </dgm:pt>
    <dgm:pt modelId="{6A2CAB2B-C7B1-493E-A71F-E3B5B573893C}" type="pres">
      <dgm:prSet presAssocID="{B7B3E22D-F717-4E9C-866E-07DC0AAAF31D}" presName="desComposite" presStyleCnt="0"/>
      <dgm:spPr/>
    </dgm:pt>
    <dgm:pt modelId="{8B67CF79-00AA-4519-A733-8B3C247B2366}" type="pres">
      <dgm:prSet presAssocID="{B7B3E22D-F717-4E9C-866E-07DC0AAAF31D}" presName="desCircle" presStyleLbl="node1" presStyleIdx="1" presStyleCnt="5" custScaleX="57973" custScaleY="57973"/>
      <dgm:spPr>
        <a:xfrm>
          <a:off x="2000224" y="2947927"/>
          <a:ext cx="620974" cy="620974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gm:spPr>
    </dgm:pt>
    <dgm:pt modelId="{713CAC38-2807-4574-93E9-2BD9E3D32931}" type="pres">
      <dgm:prSet presAssocID="{B7B3E22D-F717-4E9C-866E-07DC0AAAF31D}" presName="chTx" presStyleLbl="revTx" presStyleIdx="3" presStyleCnt="12" custLinFactNeighborY="5306"/>
      <dgm:spPr/>
    </dgm:pt>
    <dgm:pt modelId="{E34EC4A5-7504-473F-BCC0-A5B138B3F9BD}" type="pres">
      <dgm:prSet presAssocID="{B7B3E22D-F717-4E9C-866E-07DC0AAAF31D}" presName="desTx" presStyleLbl="revTx" presStyleIdx="4" presStyleCnt="12">
        <dgm:presLayoutVars>
          <dgm:bulletEnabled val="1"/>
        </dgm:presLayoutVars>
      </dgm:prSet>
      <dgm:spPr/>
    </dgm:pt>
    <dgm:pt modelId="{BAE4CFDA-115B-48C3-BC5B-0C57E123303D}" type="pres">
      <dgm:prSet presAssocID="{B7B3E22D-F717-4E9C-866E-07DC0AAAF31D}" presName="desBackupRightNorm" presStyleCnt="0"/>
      <dgm:spPr/>
    </dgm:pt>
    <dgm:pt modelId="{299BEAB5-09C2-4DD9-8445-0C348B128F80}" type="pres">
      <dgm:prSet presAssocID="{23EEF184-9BDE-48DD-A4F5-B678462A2560}" presName="desSpace" presStyleCnt="0"/>
      <dgm:spPr/>
    </dgm:pt>
    <dgm:pt modelId="{DFFB04B7-67A0-4390-B208-09B0F7490460}" type="pres">
      <dgm:prSet presAssocID="{3BF4C92A-BE32-4130-AB21-90FA76812967}" presName="desBackupLeftNorm" presStyleCnt="0"/>
      <dgm:spPr/>
    </dgm:pt>
    <dgm:pt modelId="{7F1386DD-3F5F-40D1-855C-3AA0BEF67EEA}" type="pres">
      <dgm:prSet presAssocID="{3BF4C92A-BE32-4130-AB21-90FA76812967}" presName="desComposite" presStyleCnt="0"/>
      <dgm:spPr/>
    </dgm:pt>
    <dgm:pt modelId="{1B7B2673-0339-44E0-8C0E-95BA89778014}" type="pres">
      <dgm:prSet presAssocID="{3BF4C92A-BE32-4130-AB21-90FA76812967}" presName="desCircle" presStyleLbl="node1" presStyleIdx="2" presStyleCnt="5" custScaleX="57973" custScaleY="57973"/>
      <dgm:spPr>
        <a:xfrm>
          <a:off x="2711215" y="2947927"/>
          <a:ext cx="620974" cy="620974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gm:spPr>
    </dgm:pt>
    <dgm:pt modelId="{D9AE80C5-FF95-4AE8-B7A0-6BF19841CD23}" type="pres">
      <dgm:prSet presAssocID="{3BF4C92A-BE32-4130-AB21-90FA76812967}" presName="chTx" presStyleLbl="revTx" presStyleIdx="5" presStyleCnt="12" custLinFactNeighborY="5306"/>
      <dgm:spPr/>
    </dgm:pt>
    <dgm:pt modelId="{036203D8-CFB2-4A4A-BB12-FCFFFB4534F3}" type="pres">
      <dgm:prSet presAssocID="{3BF4C92A-BE32-4130-AB21-90FA76812967}" presName="desTx" presStyleLbl="revTx" presStyleIdx="6" presStyleCnt="12">
        <dgm:presLayoutVars>
          <dgm:bulletEnabled val="1"/>
        </dgm:presLayoutVars>
      </dgm:prSet>
      <dgm:spPr/>
    </dgm:pt>
    <dgm:pt modelId="{4A66CCD4-E4C0-46DF-A8CB-F5BEBA8D65DB}" type="pres">
      <dgm:prSet presAssocID="{3BF4C92A-BE32-4130-AB21-90FA76812967}" presName="desBackupRightNorm" presStyleCnt="0"/>
      <dgm:spPr/>
    </dgm:pt>
    <dgm:pt modelId="{F233BC77-65F9-4193-BBB4-BA224B8DC6D8}" type="pres">
      <dgm:prSet presAssocID="{36BE8B1F-5183-4B05-9C94-6A3B4937697A}" presName="desSpace" presStyleCnt="0"/>
      <dgm:spPr/>
    </dgm:pt>
    <dgm:pt modelId="{BB2FC4C1-DE0C-4007-94FF-07B09E2F45FC}" type="pres">
      <dgm:prSet presAssocID="{90F27D1E-76E8-4AE9-AD01-BE57630B5110}" presName="parComposite" presStyleCnt="0"/>
      <dgm:spPr/>
    </dgm:pt>
    <dgm:pt modelId="{1D3B3624-0AA7-4260-AE86-8595E24ED09E}" type="pres">
      <dgm:prSet presAssocID="{90F27D1E-76E8-4AE9-AD01-BE57630B5110}" presName="parBigCircle" presStyleLbl="node0" presStyleIdx="1" presStyleCnt="2"/>
      <dgm:spPr>
        <a:gradFill rotWithShape="0">
          <a:gsLst>
            <a:gs pos="0">
              <a:schemeClr val="tx2"/>
            </a:gs>
            <a:gs pos="100000">
              <a:schemeClr val="tx2">
                <a:lumMod val="50000"/>
              </a:schemeClr>
            </a:gs>
          </a:gsLst>
        </a:gradFill>
      </dgm:spPr>
    </dgm:pt>
    <dgm:pt modelId="{E648DC65-DF54-488E-83A7-B6467C479D02}" type="pres">
      <dgm:prSet presAssocID="{90F27D1E-76E8-4AE9-AD01-BE57630B5110}" presName="parTx" presStyleLbl="revTx" presStyleIdx="7" presStyleCnt="12" custLinFactNeighborY="-10479"/>
      <dgm:spPr/>
    </dgm:pt>
    <dgm:pt modelId="{397B2BC9-2DC7-4323-A973-8EBE6C5525E1}" type="pres">
      <dgm:prSet presAssocID="{90F27D1E-76E8-4AE9-AD01-BE57630B5110}" presName="bSpace" presStyleCnt="0"/>
      <dgm:spPr/>
    </dgm:pt>
    <dgm:pt modelId="{EE0415B3-96F2-4DB9-B6AD-89D235C03A43}" type="pres">
      <dgm:prSet presAssocID="{90F27D1E-76E8-4AE9-AD01-BE57630B5110}" presName="parBackupNorm" presStyleCnt="0"/>
      <dgm:spPr/>
    </dgm:pt>
    <dgm:pt modelId="{8A2CF88D-EAB5-4031-81BE-BD70FF155C41}" type="pres">
      <dgm:prSet presAssocID="{08C679DB-4162-43E7-A484-512B3F99942F}" presName="parSpace" presStyleCnt="0"/>
      <dgm:spPr/>
    </dgm:pt>
    <dgm:pt modelId="{0164AEFD-1143-4899-AE17-946914F9D91B}" type="pres">
      <dgm:prSet presAssocID="{25F95D6A-DC03-42B0-9E2A-8BB3CFE35643}" presName="desBackupLeftNorm" presStyleCnt="0"/>
      <dgm:spPr/>
    </dgm:pt>
    <dgm:pt modelId="{74D01DDB-BEC1-43BC-AC8F-8E2EB8FCA24C}" type="pres">
      <dgm:prSet presAssocID="{25F95D6A-DC03-42B0-9E2A-8BB3CFE35643}" presName="desComposite" presStyleCnt="0"/>
      <dgm:spPr/>
    </dgm:pt>
    <dgm:pt modelId="{2E456752-9A8D-4597-8B9D-1337E2E3BB15}" type="pres">
      <dgm:prSet presAssocID="{25F95D6A-DC03-42B0-9E2A-8BB3CFE35643}" presName="desCircle" presStyleLbl="node1" presStyleIdx="3" presStyleCnt="5" custScaleX="57973" custScaleY="57973" custLinFactNeighborY="32092"/>
      <dgm:spPr>
        <a:xfrm>
          <a:off x="4907359" y="2948399"/>
          <a:ext cx="620974" cy="620974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gm:spPr>
    </dgm:pt>
    <dgm:pt modelId="{DB3BF36B-C726-491E-B973-D7822FF7B562}" type="pres">
      <dgm:prSet presAssocID="{25F95D6A-DC03-42B0-9E2A-8BB3CFE35643}" presName="chTx" presStyleLbl="revTx" presStyleIdx="8" presStyleCnt="12" custScaleX="135919" custScaleY="127843" custLinFactNeighborX="488" custLinFactNeighborY="29683"/>
      <dgm:spPr/>
    </dgm:pt>
    <dgm:pt modelId="{36887002-B3D0-42CD-A990-923EC387A697}" type="pres">
      <dgm:prSet presAssocID="{25F95D6A-DC03-42B0-9E2A-8BB3CFE35643}" presName="desTx" presStyleLbl="revTx" presStyleIdx="9" presStyleCnt="12">
        <dgm:presLayoutVars>
          <dgm:bulletEnabled val="1"/>
        </dgm:presLayoutVars>
      </dgm:prSet>
      <dgm:spPr/>
    </dgm:pt>
    <dgm:pt modelId="{B961B91F-2EBD-4DE8-BE5E-77E7BB85C06A}" type="pres">
      <dgm:prSet presAssocID="{25F95D6A-DC03-42B0-9E2A-8BB3CFE35643}" presName="desBackupRightNorm" presStyleCnt="0"/>
      <dgm:spPr/>
    </dgm:pt>
    <dgm:pt modelId="{AD21AC62-D464-4768-A2F6-D755B97237D7}" type="pres">
      <dgm:prSet presAssocID="{A9D1ACF8-1A40-4192-A99B-C5F10A879850}" presName="desSpace" presStyleCnt="0"/>
      <dgm:spPr/>
    </dgm:pt>
    <dgm:pt modelId="{34AF417E-99ED-402F-A980-B6140588A2C9}" type="pres">
      <dgm:prSet presAssocID="{26EFAA8C-070B-4368-AD8E-0E28971C7F1A}" presName="desBackupLeftNorm" presStyleCnt="0"/>
      <dgm:spPr/>
    </dgm:pt>
    <dgm:pt modelId="{4C1CC8BA-FA5F-47D2-A1F0-699E90D9D818}" type="pres">
      <dgm:prSet presAssocID="{26EFAA8C-070B-4368-AD8E-0E28971C7F1A}" presName="desComposite" presStyleCnt="0"/>
      <dgm:spPr/>
    </dgm:pt>
    <dgm:pt modelId="{EE45DA57-5C87-4318-9528-38910594B01E}" type="pres">
      <dgm:prSet presAssocID="{26EFAA8C-070B-4368-AD8E-0E28971C7F1A}" presName="desCircle" presStyleLbl="node1" presStyleIdx="4" presStyleCnt="5" custScaleX="57973" custScaleY="57973"/>
      <dgm:spPr>
        <a:xfrm>
          <a:off x="5618350" y="2947927"/>
          <a:ext cx="620974" cy="620974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gm:spPr>
    </dgm:pt>
    <dgm:pt modelId="{7B868461-920B-4257-AAE0-91738CB6D378}" type="pres">
      <dgm:prSet presAssocID="{26EFAA8C-070B-4368-AD8E-0E28971C7F1A}" presName="chTx" presStyleLbl="revTx" presStyleIdx="10" presStyleCnt="12" custLinFactNeighborY="5306"/>
      <dgm:spPr/>
    </dgm:pt>
    <dgm:pt modelId="{69707822-003F-4B4C-A950-F87BC193EFF9}" type="pres">
      <dgm:prSet presAssocID="{26EFAA8C-070B-4368-AD8E-0E28971C7F1A}" presName="desTx" presStyleLbl="revTx" presStyleIdx="11" presStyleCnt="12">
        <dgm:presLayoutVars>
          <dgm:bulletEnabled val="1"/>
        </dgm:presLayoutVars>
      </dgm:prSet>
      <dgm:spPr/>
    </dgm:pt>
    <dgm:pt modelId="{CFA614EE-2451-4C59-8599-4CC74D9964C8}" type="pres">
      <dgm:prSet presAssocID="{26EFAA8C-070B-4368-AD8E-0E28971C7F1A}" presName="desBackupRightNorm" presStyleCnt="0"/>
      <dgm:spPr/>
    </dgm:pt>
    <dgm:pt modelId="{7B16BD20-3BD9-4E46-BFE7-10183CF678F6}" type="pres">
      <dgm:prSet presAssocID="{ECF84BED-6721-47AA-8789-78E6BC6F68EC}" presName="desSpace" presStyleCnt="0"/>
      <dgm:spPr/>
    </dgm:pt>
  </dgm:ptLst>
  <dgm:cxnLst>
    <dgm:cxn modelId="{C5CADE01-2D3E-4A22-8178-52BFE623515A}" srcId="{BDB3E5F2-A63C-446D-94EF-53B51308F55B}" destId="{76F97871-E7EF-4C5A-A6CC-0AEA140887B0}" srcOrd="0" destOrd="0" parTransId="{AF4A39E6-5101-45C2-9ED9-1B4A4D161E75}" sibTransId="{0B4A6094-6626-4B4C-A34C-3C817645D4D2}"/>
    <dgm:cxn modelId="{969D3802-D321-43DF-B9C7-B1F249CE5959}" srcId="{90F27D1E-76E8-4AE9-AD01-BE57630B5110}" destId="{25F95D6A-DC03-42B0-9E2A-8BB3CFE35643}" srcOrd="0" destOrd="0" parTransId="{0E7A7D3B-1ED1-4188-B2CE-37328AF7B3CE}" sibTransId="{A9D1ACF8-1A40-4192-A99B-C5F10A879850}"/>
    <dgm:cxn modelId="{2CD6D42C-39E1-4895-97BB-C277B6C3573D}" srcId="{90F27D1E-76E8-4AE9-AD01-BE57630B5110}" destId="{26EFAA8C-070B-4368-AD8E-0E28971C7F1A}" srcOrd="1" destOrd="0" parTransId="{A01B2D2D-7198-4763-8BE4-5AFAC35FACF3}" sibTransId="{ECF84BED-6721-47AA-8789-78E6BC6F68EC}"/>
    <dgm:cxn modelId="{D3495640-4F3F-4DC5-BE06-466CB73D04C6}" srcId="{EB633A28-325E-4F3C-9D74-7B235343A885}" destId="{90F27D1E-76E8-4AE9-AD01-BE57630B5110}" srcOrd="1" destOrd="0" parTransId="{7F336D41-A370-44FD-84FB-392EDC2E9628}" sibTransId="{08C679DB-4162-43E7-A484-512B3F99942F}"/>
    <dgm:cxn modelId="{4FCC3C4F-65D9-4A1D-A5CF-6380A1EAEBF5}" type="presOf" srcId="{B7B3E22D-F717-4E9C-866E-07DC0AAAF31D}" destId="{713CAC38-2807-4574-93E9-2BD9E3D32931}" srcOrd="0" destOrd="0" presId="urn:microsoft.com/office/officeart/2008/layout/CircleAccentTimeline"/>
    <dgm:cxn modelId="{E841B976-DDCA-4F3C-A228-DC6A3A9DCEE8}" srcId="{EB633A28-325E-4F3C-9D74-7B235343A885}" destId="{BDB3E5F2-A63C-446D-94EF-53B51308F55B}" srcOrd="0" destOrd="0" parTransId="{4DF81A4E-C143-4E1F-895C-805B7744E0C1}" sibTransId="{22693710-A273-4DE3-B56B-501EBF8AAC16}"/>
    <dgm:cxn modelId="{63A57879-F5EB-460B-9BEB-3833FB163CDF}" type="presOf" srcId="{EB633A28-325E-4F3C-9D74-7B235343A885}" destId="{4194F495-0B49-4686-B89E-B97A23BB18B4}" srcOrd="0" destOrd="0" presId="urn:microsoft.com/office/officeart/2008/layout/CircleAccentTimeline"/>
    <dgm:cxn modelId="{E2ABC98C-768D-4ECE-8F14-9483D5C94A01}" type="presOf" srcId="{25F95D6A-DC03-42B0-9E2A-8BB3CFE35643}" destId="{DB3BF36B-C726-491E-B973-D7822FF7B562}" srcOrd="0" destOrd="0" presId="urn:microsoft.com/office/officeart/2008/layout/CircleAccentTimeline"/>
    <dgm:cxn modelId="{A40AABA1-BDA1-444F-8866-4302F7556320}" type="presOf" srcId="{90F27D1E-76E8-4AE9-AD01-BE57630B5110}" destId="{E648DC65-DF54-488E-83A7-B6467C479D02}" srcOrd="0" destOrd="0" presId="urn:microsoft.com/office/officeart/2008/layout/CircleAccentTimeline"/>
    <dgm:cxn modelId="{0DA4BCA3-542A-41C0-97C0-77719A88DE6F}" type="presOf" srcId="{26EFAA8C-070B-4368-AD8E-0E28971C7F1A}" destId="{7B868461-920B-4257-AAE0-91738CB6D378}" srcOrd="0" destOrd="0" presId="urn:microsoft.com/office/officeart/2008/layout/CircleAccentTimeline"/>
    <dgm:cxn modelId="{B01D28B6-30ED-4F74-B744-6E0A3C415F4C}" type="presOf" srcId="{3BF4C92A-BE32-4130-AB21-90FA76812967}" destId="{D9AE80C5-FF95-4AE8-B7A0-6BF19841CD23}" srcOrd="0" destOrd="0" presId="urn:microsoft.com/office/officeart/2008/layout/CircleAccentTimeline"/>
    <dgm:cxn modelId="{74F39EB6-5C16-4483-8C84-81EE935A34AB}" srcId="{BDB3E5F2-A63C-446D-94EF-53B51308F55B}" destId="{3BF4C92A-BE32-4130-AB21-90FA76812967}" srcOrd="2" destOrd="0" parTransId="{45145B60-B4CF-43C8-A090-77DD0F136CC3}" sibTransId="{36BE8B1F-5183-4B05-9C94-6A3B4937697A}"/>
    <dgm:cxn modelId="{49B03CBE-4424-4043-9B0D-708057B949E7}" type="presOf" srcId="{BDB3E5F2-A63C-446D-94EF-53B51308F55B}" destId="{54C7621A-D6FD-4F3F-A78E-16DC33A75367}" srcOrd="0" destOrd="0" presId="urn:microsoft.com/office/officeart/2008/layout/CircleAccentTimeline"/>
    <dgm:cxn modelId="{2DE3C7CC-BC3D-4DC7-BDF4-E9EF00E2B35B}" srcId="{BDB3E5F2-A63C-446D-94EF-53B51308F55B}" destId="{B7B3E22D-F717-4E9C-866E-07DC0AAAF31D}" srcOrd="1" destOrd="0" parTransId="{F5B9D25D-B57A-4E96-8949-C8A2BD9993F2}" sibTransId="{23EEF184-9BDE-48DD-A4F5-B678462A2560}"/>
    <dgm:cxn modelId="{CDE1ECD6-1D72-42D5-B8D4-ED9CA23D9ACE}" type="presOf" srcId="{76F97871-E7EF-4C5A-A6CC-0AEA140887B0}" destId="{6749C0EA-1B99-400E-B5E9-7F9E3C47DF67}" srcOrd="0" destOrd="0" presId="urn:microsoft.com/office/officeart/2008/layout/CircleAccentTimeline"/>
    <dgm:cxn modelId="{34F38B2B-5850-4AF2-843D-52E0758B3D31}" type="presParOf" srcId="{4194F495-0B49-4686-B89E-B97A23BB18B4}" destId="{72BA280D-2F57-47BB-AE67-6C6F9DCEF2B7}" srcOrd="0" destOrd="0" presId="urn:microsoft.com/office/officeart/2008/layout/CircleAccentTimeline"/>
    <dgm:cxn modelId="{A810E50A-FAB2-4567-B4C9-154D65186FBE}" type="presParOf" srcId="{72BA280D-2F57-47BB-AE67-6C6F9DCEF2B7}" destId="{A85A93E5-AB9A-439C-9142-AD5A4BFF47F6}" srcOrd="0" destOrd="0" presId="urn:microsoft.com/office/officeart/2008/layout/CircleAccentTimeline"/>
    <dgm:cxn modelId="{29101706-20B5-4788-BAAA-3323831DA6E0}" type="presParOf" srcId="{72BA280D-2F57-47BB-AE67-6C6F9DCEF2B7}" destId="{54C7621A-D6FD-4F3F-A78E-16DC33A75367}" srcOrd="1" destOrd="0" presId="urn:microsoft.com/office/officeart/2008/layout/CircleAccentTimeline"/>
    <dgm:cxn modelId="{843DA397-BDB3-438D-8D73-128606B8D117}" type="presParOf" srcId="{72BA280D-2F57-47BB-AE67-6C6F9DCEF2B7}" destId="{881FE880-CBDD-4C9E-976D-9F4A6678AD39}" srcOrd="2" destOrd="0" presId="urn:microsoft.com/office/officeart/2008/layout/CircleAccentTimeline"/>
    <dgm:cxn modelId="{CA700570-A6C9-43A8-8696-F477E12E3A3F}" type="presParOf" srcId="{4194F495-0B49-4686-B89E-B97A23BB18B4}" destId="{7A6036F4-EEA5-4903-9DE5-D9694BAEBE8F}" srcOrd="1" destOrd="0" presId="urn:microsoft.com/office/officeart/2008/layout/CircleAccentTimeline"/>
    <dgm:cxn modelId="{FF8332F9-44E5-41B6-9EBA-217B30D8AD4C}" type="presParOf" srcId="{4194F495-0B49-4686-B89E-B97A23BB18B4}" destId="{5A15437C-29B6-45E4-ABC8-804D55EA2C12}" srcOrd="2" destOrd="0" presId="urn:microsoft.com/office/officeart/2008/layout/CircleAccentTimeline"/>
    <dgm:cxn modelId="{72D3A376-054A-4E4A-A08F-751130B09353}" type="presParOf" srcId="{4194F495-0B49-4686-B89E-B97A23BB18B4}" destId="{4521085B-57FF-4187-965D-FA4F9834B060}" srcOrd="3" destOrd="0" presId="urn:microsoft.com/office/officeart/2008/layout/CircleAccentTimeline"/>
    <dgm:cxn modelId="{CA10B26A-8F72-4901-8770-18F686A823D8}" type="presParOf" srcId="{4194F495-0B49-4686-B89E-B97A23BB18B4}" destId="{D6F2FDF2-4FC9-4898-B249-F15720FF4B93}" srcOrd="4" destOrd="0" presId="urn:microsoft.com/office/officeart/2008/layout/CircleAccentTimeline"/>
    <dgm:cxn modelId="{E4D7D07D-01C0-4914-9F38-E99EBDA878C4}" type="presParOf" srcId="{D6F2FDF2-4FC9-4898-B249-F15720FF4B93}" destId="{72AEB429-AFAD-4F8B-877D-CB3A79995C59}" srcOrd="0" destOrd="0" presId="urn:microsoft.com/office/officeart/2008/layout/CircleAccentTimeline"/>
    <dgm:cxn modelId="{AF55A5F7-C28D-47C3-9C80-04AC0BBB23E1}" type="presParOf" srcId="{D6F2FDF2-4FC9-4898-B249-F15720FF4B93}" destId="{6749C0EA-1B99-400E-B5E9-7F9E3C47DF67}" srcOrd="1" destOrd="0" presId="urn:microsoft.com/office/officeart/2008/layout/CircleAccentTimeline"/>
    <dgm:cxn modelId="{D63CD219-EF6C-406F-88A2-9D5481E6F33B}" type="presParOf" srcId="{D6F2FDF2-4FC9-4898-B249-F15720FF4B93}" destId="{D74D6160-1F48-48F0-82A2-4366561C4041}" srcOrd="2" destOrd="0" presId="urn:microsoft.com/office/officeart/2008/layout/CircleAccentTimeline"/>
    <dgm:cxn modelId="{A8DAB5F6-9F43-4073-9CDD-65DD04F81DFE}" type="presParOf" srcId="{4194F495-0B49-4686-B89E-B97A23BB18B4}" destId="{660F1FA7-DA77-4396-B8D6-22808B8616BE}" srcOrd="5" destOrd="0" presId="urn:microsoft.com/office/officeart/2008/layout/CircleAccentTimeline"/>
    <dgm:cxn modelId="{2BE8F31B-F130-42B7-9C6F-E6241C8B4B27}" type="presParOf" srcId="{4194F495-0B49-4686-B89E-B97A23BB18B4}" destId="{D9DB7CED-9F6A-410E-A044-A80D83E84995}" srcOrd="6" destOrd="0" presId="urn:microsoft.com/office/officeart/2008/layout/CircleAccentTimeline"/>
    <dgm:cxn modelId="{0943DAC1-154B-4DBA-A776-CCB6F9326963}" type="presParOf" srcId="{4194F495-0B49-4686-B89E-B97A23BB18B4}" destId="{864F737A-FA72-4B29-B184-6439EF74AAF7}" srcOrd="7" destOrd="0" presId="urn:microsoft.com/office/officeart/2008/layout/CircleAccentTimeline"/>
    <dgm:cxn modelId="{A0A67F21-55A5-437A-938D-78E18C6987B6}" type="presParOf" srcId="{4194F495-0B49-4686-B89E-B97A23BB18B4}" destId="{6A2CAB2B-C7B1-493E-A71F-E3B5B573893C}" srcOrd="8" destOrd="0" presId="urn:microsoft.com/office/officeart/2008/layout/CircleAccentTimeline"/>
    <dgm:cxn modelId="{A9B1679F-C7AD-4C92-9C31-C10F93952DA0}" type="presParOf" srcId="{6A2CAB2B-C7B1-493E-A71F-E3B5B573893C}" destId="{8B67CF79-00AA-4519-A733-8B3C247B2366}" srcOrd="0" destOrd="0" presId="urn:microsoft.com/office/officeart/2008/layout/CircleAccentTimeline"/>
    <dgm:cxn modelId="{4B0A5EB5-C147-4BDC-9B58-897A8ED3981E}" type="presParOf" srcId="{6A2CAB2B-C7B1-493E-A71F-E3B5B573893C}" destId="{713CAC38-2807-4574-93E9-2BD9E3D32931}" srcOrd="1" destOrd="0" presId="urn:microsoft.com/office/officeart/2008/layout/CircleAccentTimeline"/>
    <dgm:cxn modelId="{3B746FE1-0EBB-4C8C-B404-6CA96FC19FBD}" type="presParOf" srcId="{6A2CAB2B-C7B1-493E-A71F-E3B5B573893C}" destId="{E34EC4A5-7504-473F-BCC0-A5B138B3F9BD}" srcOrd="2" destOrd="0" presId="urn:microsoft.com/office/officeart/2008/layout/CircleAccentTimeline"/>
    <dgm:cxn modelId="{DFD37809-B79A-4B5C-A3AC-3BE1B9244E03}" type="presParOf" srcId="{4194F495-0B49-4686-B89E-B97A23BB18B4}" destId="{BAE4CFDA-115B-48C3-BC5B-0C57E123303D}" srcOrd="9" destOrd="0" presId="urn:microsoft.com/office/officeart/2008/layout/CircleAccentTimeline"/>
    <dgm:cxn modelId="{903558A0-6A4A-41FF-A78B-65DAEAC53511}" type="presParOf" srcId="{4194F495-0B49-4686-B89E-B97A23BB18B4}" destId="{299BEAB5-09C2-4DD9-8445-0C348B128F80}" srcOrd="10" destOrd="0" presId="urn:microsoft.com/office/officeart/2008/layout/CircleAccentTimeline"/>
    <dgm:cxn modelId="{EE23AF76-0A99-4B17-9294-37C29E31F6A6}" type="presParOf" srcId="{4194F495-0B49-4686-B89E-B97A23BB18B4}" destId="{DFFB04B7-67A0-4390-B208-09B0F7490460}" srcOrd="11" destOrd="0" presId="urn:microsoft.com/office/officeart/2008/layout/CircleAccentTimeline"/>
    <dgm:cxn modelId="{2B01E353-A43A-4964-9343-85D887828D90}" type="presParOf" srcId="{4194F495-0B49-4686-B89E-B97A23BB18B4}" destId="{7F1386DD-3F5F-40D1-855C-3AA0BEF67EEA}" srcOrd="12" destOrd="0" presId="urn:microsoft.com/office/officeart/2008/layout/CircleAccentTimeline"/>
    <dgm:cxn modelId="{E90BD173-F3F0-4C53-8D97-CB729A558F67}" type="presParOf" srcId="{7F1386DD-3F5F-40D1-855C-3AA0BEF67EEA}" destId="{1B7B2673-0339-44E0-8C0E-95BA89778014}" srcOrd="0" destOrd="0" presId="urn:microsoft.com/office/officeart/2008/layout/CircleAccentTimeline"/>
    <dgm:cxn modelId="{6D5CD6DA-E83F-4683-A423-3619F347DA9D}" type="presParOf" srcId="{7F1386DD-3F5F-40D1-855C-3AA0BEF67EEA}" destId="{D9AE80C5-FF95-4AE8-B7A0-6BF19841CD23}" srcOrd="1" destOrd="0" presId="urn:microsoft.com/office/officeart/2008/layout/CircleAccentTimeline"/>
    <dgm:cxn modelId="{A583509F-E5E3-4559-985F-B8E64D33CD9B}" type="presParOf" srcId="{7F1386DD-3F5F-40D1-855C-3AA0BEF67EEA}" destId="{036203D8-CFB2-4A4A-BB12-FCFFFB4534F3}" srcOrd="2" destOrd="0" presId="urn:microsoft.com/office/officeart/2008/layout/CircleAccentTimeline"/>
    <dgm:cxn modelId="{D94AB757-077A-4A41-9D42-0DDB57C5C12F}" type="presParOf" srcId="{4194F495-0B49-4686-B89E-B97A23BB18B4}" destId="{4A66CCD4-E4C0-46DF-A8CB-F5BEBA8D65DB}" srcOrd="13" destOrd="0" presId="urn:microsoft.com/office/officeart/2008/layout/CircleAccentTimeline"/>
    <dgm:cxn modelId="{0F8BBEE3-5D76-4021-B97E-64E9CD3DE01B}" type="presParOf" srcId="{4194F495-0B49-4686-B89E-B97A23BB18B4}" destId="{F233BC77-65F9-4193-BBB4-BA224B8DC6D8}" srcOrd="14" destOrd="0" presId="urn:microsoft.com/office/officeart/2008/layout/CircleAccentTimeline"/>
    <dgm:cxn modelId="{B963DC8A-BE88-44BE-A047-653DAFE0CAFC}" type="presParOf" srcId="{4194F495-0B49-4686-B89E-B97A23BB18B4}" destId="{BB2FC4C1-DE0C-4007-94FF-07B09E2F45FC}" srcOrd="15" destOrd="0" presId="urn:microsoft.com/office/officeart/2008/layout/CircleAccentTimeline"/>
    <dgm:cxn modelId="{BBDD277A-78EC-49BD-B8D3-4E9374BF1A60}" type="presParOf" srcId="{BB2FC4C1-DE0C-4007-94FF-07B09E2F45FC}" destId="{1D3B3624-0AA7-4260-AE86-8595E24ED09E}" srcOrd="0" destOrd="0" presId="urn:microsoft.com/office/officeart/2008/layout/CircleAccentTimeline"/>
    <dgm:cxn modelId="{B0BD29E2-811D-4871-8706-AD5DFF6E0F14}" type="presParOf" srcId="{BB2FC4C1-DE0C-4007-94FF-07B09E2F45FC}" destId="{E648DC65-DF54-488E-83A7-B6467C479D02}" srcOrd="1" destOrd="0" presId="urn:microsoft.com/office/officeart/2008/layout/CircleAccentTimeline"/>
    <dgm:cxn modelId="{2BB7700E-B761-421D-AF9E-80E4FCAA15C9}" type="presParOf" srcId="{BB2FC4C1-DE0C-4007-94FF-07B09E2F45FC}" destId="{397B2BC9-2DC7-4323-A973-8EBE6C5525E1}" srcOrd="2" destOrd="0" presId="urn:microsoft.com/office/officeart/2008/layout/CircleAccentTimeline"/>
    <dgm:cxn modelId="{B6F7683A-11EE-4122-B761-00300B8EE15D}" type="presParOf" srcId="{4194F495-0B49-4686-B89E-B97A23BB18B4}" destId="{EE0415B3-96F2-4DB9-B6AD-89D235C03A43}" srcOrd="16" destOrd="0" presId="urn:microsoft.com/office/officeart/2008/layout/CircleAccentTimeline"/>
    <dgm:cxn modelId="{E226A4C0-530A-410A-B93B-D66EE1704D94}" type="presParOf" srcId="{4194F495-0B49-4686-B89E-B97A23BB18B4}" destId="{8A2CF88D-EAB5-4031-81BE-BD70FF155C41}" srcOrd="17" destOrd="0" presId="urn:microsoft.com/office/officeart/2008/layout/CircleAccentTimeline"/>
    <dgm:cxn modelId="{464A07FA-CF6C-41D4-BBCB-88EF611B97FD}" type="presParOf" srcId="{4194F495-0B49-4686-B89E-B97A23BB18B4}" destId="{0164AEFD-1143-4899-AE17-946914F9D91B}" srcOrd="18" destOrd="0" presId="urn:microsoft.com/office/officeart/2008/layout/CircleAccentTimeline"/>
    <dgm:cxn modelId="{AA4828E6-A4B5-4FAA-A462-0D915839047A}" type="presParOf" srcId="{4194F495-0B49-4686-B89E-B97A23BB18B4}" destId="{74D01DDB-BEC1-43BC-AC8F-8E2EB8FCA24C}" srcOrd="19" destOrd="0" presId="urn:microsoft.com/office/officeart/2008/layout/CircleAccentTimeline"/>
    <dgm:cxn modelId="{C4E823BC-5F93-44D7-9043-D0BE29E0D2E8}" type="presParOf" srcId="{74D01DDB-BEC1-43BC-AC8F-8E2EB8FCA24C}" destId="{2E456752-9A8D-4597-8B9D-1337E2E3BB15}" srcOrd="0" destOrd="0" presId="urn:microsoft.com/office/officeart/2008/layout/CircleAccentTimeline"/>
    <dgm:cxn modelId="{DE03F2A8-042D-47E5-B967-CAF6F224382B}" type="presParOf" srcId="{74D01DDB-BEC1-43BC-AC8F-8E2EB8FCA24C}" destId="{DB3BF36B-C726-491E-B973-D7822FF7B562}" srcOrd="1" destOrd="0" presId="urn:microsoft.com/office/officeart/2008/layout/CircleAccentTimeline"/>
    <dgm:cxn modelId="{B0DCAA75-BCF7-499B-842A-DAB1DB3371BA}" type="presParOf" srcId="{74D01DDB-BEC1-43BC-AC8F-8E2EB8FCA24C}" destId="{36887002-B3D0-42CD-A990-923EC387A697}" srcOrd="2" destOrd="0" presId="urn:microsoft.com/office/officeart/2008/layout/CircleAccentTimeline"/>
    <dgm:cxn modelId="{CF2C4B72-6509-44B3-8C85-4D4FCD12D3F3}" type="presParOf" srcId="{4194F495-0B49-4686-B89E-B97A23BB18B4}" destId="{B961B91F-2EBD-4DE8-BE5E-77E7BB85C06A}" srcOrd="20" destOrd="0" presId="urn:microsoft.com/office/officeart/2008/layout/CircleAccentTimeline"/>
    <dgm:cxn modelId="{84458A49-6B38-48EE-88A5-8444314CD042}" type="presParOf" srcId="{4194F495-0B49-4686-B89E-B97A23BB18B4}" destId="{AD21AC62-D464-4768-A2F6-D755B97237D7}" srcOrd="21" destOrd="0" presId="urn:microsoft.com/office/officeart/2008/layout/CircleAccentTimeline"/>
    <dgm:cxn modelId="{4770908A-0F8F-4686-974A-0EB3B95EC481}" type="presParOf" srcId="{4194F495-0B49-4686-B89E-B97A23BB18B4}" destId="{34AF417E-99ED-402F-A980-B6140588A2C9}" srcOrd="22" destOrd="0" presId="urn:microsoft.com/office/officeart/2008/layout/CircleAccentTimeline"/>
    <dgm:cxn modelId="{BE720A63-8267-4C21-ACD3-AEFE2E75EF19}" type="presParOf" srcId="{4194F495-0B49-4686-B89E-B97A23BB18B4}" destId="{4C1CC8BA-FA5F-47D2-A1F0-699E90D9D818}" srcOrd="23" destOrd="0" presId="urn:microsoft.com/office/officeart/2008/layout/CircleAccentTimeline"/>
    <dgm:cxn modelId="{50BC4F52-4097-428B-8AC0-4C55D751E697}" type="presParOf" srcId="{4C1CC8BA-FA5F-47D2-A1F0-699E90D9D818}" destId="{EE45DA57-5C87-4318-9528-38910594B01E}" srcOrd="0" destOrd="0" presId="urn:microsoft.com/office/officeart/2008/layout/CircleAccentTimeline"/>
    <dgm:cxn modelId="{B00F709D-63DA-4E26-AA14-6C04AA01ACAA}" type="presParOf" srcId="{4C1CC8BA-FA5F-47D2-A1F0-699E90D9D818}" destId="{7B868461-920B-4257-AAE0-91738CB6D378}" srcOrd="1" destOrd="0" presId="urn:microsoft.com/office/officeart/2008/layout/CircleAccentTimeline"/>
    <dgm:cxn modelId="{9CC33DB0-1695-4730-8B97-49AA4B8D6357}" type="presParOf" srcId="{4C1CC8BA-FA5F-47D2-A1F0-699E90D9D818}" destId="{69707822-003F-4B4C-A950-F87BC193EFF9}" srcOrd="2" destOrd="0" presId="urn:microsoft.com/office/officeart/2008/layout/CircleAccentTimeline"/>
    <dgm:cxn modelId="{15DA746C-E2B0-4DAD-AE1B-37735653CB23}" type="presParOf" srcId="{4194F495-0B49-4686-B89E-B97A23BB18B4}" destId="{CFA614EE-2451-4C59-8599-4CC74D9964C8}" srcOrd="24" destOrd="0" presId="urn:microsoft.com/office/officeart/2008/layout/CircleAccentTimeline"/>
    <dgm:cxn modelId="{CFFBD8F1-A4EC-4439-B8E6-0BB8E3370794}" type="presParOf" srcId="{4194F495-0B49-4686-B89E-B97A23BB18B4}" destId="{7B16BD20-3BD9-4E46-BFE7-10183CF678F6}" srcOrd="25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D957C-BFAC-446D-9573-48333BEC34E6}">
      <dsp:nvSpPr>
        <dsp:cNvPr id="0" name=""/>
        <dsp:cNvSpPr/>
      </dsp:nvSpPr>
      <dsp:spPr>
        <a:xfrm>
          <a:off x="0" y="601"/>
          <a:ext cx="5607050" cy="1407541"/>
        </a:xfrm>
        <a:prstGeom prst="rect">
          <a:avLst/>
        </a:prstGeom>
        <a:solidFill>
          <a:schemeClr val="tx1">
            <a:alpha val="7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6B2CCF-B717-4C6F-9115-44EF0ECE6018}">
      <dsp:nvSpPr>
        <dsp:cNvPr id="0" name=""/>
        <dsp:cNvSpPr/>
      </dsp:nvSpPr>
      <dsp:spPr>
        <a:xfrm>
          <a:off x="522039" y="413556"/>
          <a:ext cx="581632" cy="58163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5AF6F0-F4DA-48FE-85EB-61ADFB42AA13}">
      <dsp:nvSpPr>
        <dsp:cNvPr id="0" name=""/>
        <dsp:cNvSpPr/>
      </dsp:nvSpPr>
      <dsp:spPr>
        <a:xfrm>
          <a:off x="1625711" y="601"/>
          <a:ext cx="3981338" cy="140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65" tIns="148965" rIns="148965" bIns="148965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500" kern="1200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sp:txBody>
      <dsp:txXfrm>
        <a:off x="1625711" y="601"/>
        <a:ext cx="3981338" cy="1407541"/>
      </dsp:txXfrm>
    </dsp:sp>
    <dsp:sp modelId="{79919C57-A32A-40F6-B106-B4E0CE644E4C}">
      <dsp:nvSpPr>
        <dsp:cNvPr id="0" name=""/>
        <dsp:cNvSpPr/>
      </dsp:nvSpPr>
      <dsp:spPr>
        <a:xfrm>
          <a:off x="0" y="1760029"/>
          <a:ext cx="5607050" cy="1407541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FDF55F-B3E9-423D-AD21-A6446C5D7455}">
      <dsp:nvSpPr>
        <dsp:cNvPr id="0" name=""/>
        <dsp:cNvSpPr/>
      </dsp:nvSpPr>
      <dsp:spPr>
        <a:xfrm>
          <a:off x="522039" y="2172983"/>
          <a:ext cx="581632" cy="58163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F6AD63-74FB-40E4-9D40-4178AFD87F60}">
      <dsp:nvSpPr>
        <dsp:cNvPr id="0" name=""/>
        <dsp:cNvSpPr/>
      </dsp:nvSpPr>
      <dsp:spPr>
        <a:xfrm>
          <a:off x="1625711" y="1760029"/>
          <a:ext cx="3981338" cy="140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65" tIns="148965" rIns="148965" bIns="148965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500" kern="1200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sp:txBody>
      <dsp:txXfrm>
        <a:off x="1625711" y="1760029"/>
        <a:ext cx="3981338" cy="1407541"/>
      </dsp:txXfrm>
    </dsp:sp>
    <dsp:sp modelId="{436A8B1C-2D30-44BB-9150-7099503C8960}">
      <dsp:nvSpPr>
        <dsp:cNvPr id="0" name=""/>
        <dsp:cNvSpPr/>
      </dsp:nvSpPr>
      <dsp:spPr>
        <a:xfrm>
          <a:off x="0" y="3519456"/>
          <a:ext cx="5607050" cy="1407541"/>
        </a:xfrm>
        <a:prstGeom prst="rect">
          <a:avLst/>
        </a:prstGeom>
        <a:solidFill>
          <a:srgbClr val="000000">
            <a:alpha val="7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8B8B62-3037-4506-89D7-28710774070B}">
      <dsp:nvSpPr>
        <dsp:cNvPr id="0" name=""/>
        <dsp:cNvSpPr/>
      </dsp:nvSpPr>
      <dsp:spPr>
        <a:xfrm>
          <a:off x="548476" y="3958848"/>
          <a:ext cx="528758" cy="52875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847293-6F0A-4807-B203-585610F4F535}">
      <dsp:nvSpPr>
        <dsp:cNvPr id="0" name=""/>
        <dsp:cNvSpPr/>
      </dsp:nvSpPr>
      <dsp:spPr>
        <a:xfrm>
          <a:off x="1625711" y="3519456"/>
          <a:ext cx="3981338" cy="140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65" tIns="148965" rIns="148965" bIns="148965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500" kern="1200" noProof="0" dirty="0">
            <a:solidFill>
              <a:schemeClr val="bg1"/>
            </a:solidFill>
            <a:effectLst>
              <a:glow rad="152400">
                <a:schemeClr val="bg1">
                  <a:alpha val="19000"/>
                </a:schemeClr>
              </a:glow>
            </a:effectLst>
          </a:endParaRPr>
        </a:p>
      </dsp:txBody>
      <dsp:txXfrm>
        <a:off x="1625711" y="3519456"/>
        <a:ext cx="3981338" cy="1407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A93E5-AB9A-439C-9142-AD5A4BFF47F6}">
      <dsp:nvSpPr>
        <dsp:cNvPr id="0" name=""/>
        <dsp:cNvSpPr/>
      </dsp:nvSpPr>
      <dsp:spPr>
        <a:xfrm>
          <a:off x="2784" y="2660246"/>
          <a:ext cx="1196336" cy="1196336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/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4C7621A-D6FD-4F3F-A78E-16DC33A75367}">
      <dsp:nvSpPr>
        <dsp:cNvPr id="0" name=""/>
        <dsp:cNvSpPr/>
      </dsp:nvSpPr>
      <dsp:spPr>
        <a:xfrm rot="17700000">
          <a:off x="424319" y="1512007"/>
          <a:ext cx="1487179" cy="716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0" bIns="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b="1" kern="1200" noProof="0" dirty="0"/>
        </a:p>
      </dsp:txBody>
      <dsp:txXfrm>
        <a:off x="424319" y="1512007"/>
        <a:ext cx="1487179" cy="716705"/>
      </dsp:txXfrm>
    </dsp:sp>
    <dsp:sp modelId="{72AEB429-AFAD-4F8B-877D-CB3A79995C59}">
      <dsp:nvSpPr>
        <dsp:cNvPr id="0" name=""/>
        <dsp:cNvSpPr/>
      </dsp:nvSpPr>
      <dsp:spPr>
        <a:xfrm>
          <a:off x="1419721" y="3078416"/>
          <a:ext cx="359997" cy="359997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749C0EA-1B99-400E-B5E9-7F9E3C47DF67}">
      <dsp:nvSpPr>
        <dsp:cNvPr id="0" name=""/>
        <dsp:cNvSpPr/>
      </dsp:nvSpPr>
      <dsp:spPr>
        <a:xfrm rot="17700000">
          <a:off x="553773" y="3888000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560" bIns="0" numCol="1" spcCol="1270" rtlCol="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 </a:t>
          </a:r>
        </a:p>
      </dsp:txBody>
      <dsp:txXfrm>
        <a:off x="553773" y="3888000"/>
        <a:ext cx="1286480" cy="620292"/>
      </dsp:txXfrm>
    </dsp:sp>
    <dsp:sp modelId="{D74D6160-1F48-48F0-82A2-4366561C4041}">
      <dsp:nvSpPr>
        <dsp:cNvPr id="0" name=""/>
        <dsp:cNvSpPr/>
      </dsp:nvSpPr>
      <dsp:spPr>
        <a:xfrm rot="17700000">
          <a:off x="1359186" y="2084311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67CF79-00AA-4519-A733-8B3C247B2366}">
      <dsp:nvSpPr>
        <dsp:cNvPr id="0" name=""/>
        <dsp:cNvSpPr/>
      </dsp:nvSpPr>
      <dsp:spPr>
        <a:xfrm>
          <a:off x="2130712" y="3078416"/>
          <a:ext cx="359997" cy="359997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3CAC38-2807-4574-93E9-2BD9E3D32931}">
      <dsp:nvSpPr>
        <dsp:cNvPr id="0" name=""/>
        <dsp:cNvSpPr/>
      </dsp:nvSpPr>
      <dsp:spPr>
        <a:xfrm rot="17700000">
          <a:off x="1264765" y="3888000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560" bIns="0" numCol="1" spcCol="1270" rtlCol="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 noProof="0" dirty="0"/>
        </a:p>
      </dsp:txBody>
      <dsp:txXfrm>
        <a:off x="1264765" y="3888000"/>
        <a:ext cx="1286480" cy="620292"/>
      </dsp:txXfrm>
    </dsp:sp>
    <dsp:sp modelId="{E34EC4A5-7504-473F-BCC0-A5B138B3F9BD}">
      <dsp:nvSpPr>
        <dsp:cNvPr id="0" name=""/>
        <dsp:cNvSpPr/>
      </dsp:nvSpPr>
      <dsp:spPr>
        <a:xfrm rot="17700000">
          <a:off x="2070177" y="2084311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B2673-0339-44E0-8C0E-95BA89778014}">
      <dsp:nvSpPr>
        <dsp:cNvPr id="0" name=""/>
        <dsp:cNvSpPr/>
      </dsp:nvSpPr>
      <dsp:spPr>
        <a:xfrm>
          <a:off x="2841703" y="3078416"/>
          <a:ext cx="359997" cy="359997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9AE80C5-FF95-4AE8-B7A0-6BF19841CD23}">
      <dsp:nvSpPr>
        <dsp:cNvPr id="0" name=""/>
        <dsp:cNvSpPr/>
      </dsp:nvSpPr>
      <dsp:spPr>
        <a:xfrm rot="17700000">
          <a:off x="1975756" y="3888000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560" bIns="0" numCol="1" spcCol="1270" rtlCol="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 noProof="0" dirty="0"/>
        </a:p>
      </dsp:txBody>
      <dsp:txXfrm>
        <a:off x="1975756" y="3888000"/>
        <a:ext cx="1286480" cy="620292"/>
      </dsp:txXfrm>
    </dsp:sp>
    <dsp:sp modelId="{036203D8-CFB2-4A4A-BB12-FCFFFB4534F3}">
      <dsp:nvSpPr>
        <dsp:cNvPr id="0" name=""/>
        <dsp:cNvSpPr/>
      </dsp:nvSpPr>
      <dsp:spPr>
        <a:xfrm rot="17700000">
          <a:off x="2781169" y="2084311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3B3624-0AA7-4260-AE86-8595E24ED09E}">
      <dsp:nvSpPr>
        <dsp:cNvPr id="0" name=""/>
        <dsp:cNvSpPr/>
      </dsp:nvSpPr>
      <dsp:spPr>
        <a:xfrm>
          <a:off x="3422302" y="2660246"/>
          <a:ext cx="1196336" cy="1196336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tx2"/>
            </a:gs>
            <a:gs pos="100000">
              <a:schemeClr val="tx2">
                <a:lumMod val="5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648DC65-DF54-488E-83A7-B6467C479D02}">
      <dsp:nvSpPr>
        <dsp:cNvPr id="0" name=""/>
        <dsp:cNvSpPr/>
      </dsp:nvSpPr>
      <dsp:spPr>
        <a:xfrm rot="17700000">
          <a:off x="3843837" y="1512007"/>
          <a:ext cx="1487179" cy="716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0" bIns="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b="1" kern="1200" noProof="0" dirty="0"/>
        </a:p>
      </dsp:txBody>
      <dsp:txXfrm>
        <a:off x="3843837" y="1512007"/>
        <a:ext cx="1487179" cy="716705"/>
      </dsp:txXfrm>
    </dsp:sp>
    <dsp:sp modelId="{2E456752-9A8D-4597-8B9D-1337E2E3BB15}">
      <dsp:nvSpPr>
        <dsp:cNvPr id="0" name=""/>
        <dsp:cNvSpPr/>
      </dsp:nvSpPr>
      <dsp:spPr>
        <a:xfrm>
          <a:off x="5037847" y="3078887"/>
          <a:ext cx="359997" cy="359997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3BF36B-C726-491E-B973-D7822FF7B562}">
      <dsp:nvSpPr>
        <dsp:cNvPr id="0" name=""/>
        <dsp:cNvSpPr/>
      </dsp:nvSpPr>
      <dsp:spPr>
        <a:xfrm rot="17700000">
          <a:off x="4027558" y="3887999"/>
          <a:ext cx="1585955" cy="918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560" bIns="0" numCol="1" spcCol="1270" rtlCol="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 noProof="0" dirty="0"/>
        </a:p>
      </dsp:txBody>
      <dsp:txXfrm>
        <a:off x="4027558" y="3887999"/>
        <a:ext cx="1585955" cy="918924"/>
      </dsp:txXfrm>
    </dsp:sp>
    <dsp:sp modelId="{36887002-B3D0-42CD-A990-923EC387A697}">
      <dsp:nvSpPr>
        <dsp:cNvPr id="0" name=""/>
        <dsp:cNvSpPr/>
      </dsp:nvSpPr>
      <dsp:spPr>
        <a:xfrm rot="17700000">
          <a:off x="4977312" y="1885499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45DA57-5C87-4318-9528-38910594B01E}">
      <dsp:nvSpPr>
        <dsp:cNvPr id="0" name=""/>
        <dsp:cNvSpPr/>
      </dsp:nvSpPr>
      <dsp:spPr>
        <a:xfrm>
          <a:off x="5748838" y="3078416"/>
          <a:ext cx="359997" cy="359997"/>
        </a:xfrm>
        <a:prstGeom prst="ellipse">
          <a:avLst/>
        </a:prstGeom>
        <a:noFill/>
        <a:ln w="19050">
          <a:solidFill>
            <a:schemeClr val="bg1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B868461-920B-4257-AAE0-91738CB6D378}">
      <dsp:nvSpPr>
        <dsp:cNvPr id="0" name=""/>
        <dsp:cNvSpPr/>
      </dsp:nvSpPr>
      <dsp:spPr>
        <a:xfrm rot="17700000">
          <a:off x="4882890" y="3888000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560" bIns="0" numCol="1" spcCol="1270" rtlCol="0" anchor="ctr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 noProof="0" dirty="0"/>
        </a:p>
      </dsp:txBody>
      <dsp:txXfrm>
        <a:off x="4882890" y="3888000"/>
        <a:ext cx="1286480" cy="620292"/>
      </dsp:txXfrm>
    </dsp:sp>
    <dsp:sp modelId="{69707822-003F-4B4C-A950-F87BC193EFF9}">
      <dsp:nvSpPr>
        <dsp:cNvPr id="0" name=""/>
        <dsp:cNvSpPr/>
      </dsp:nvSpPr>
      <dsp:spPr>
        <a:xfrm rot="17700000">
          <a:off x="5688303" y="2084311"/>
          <a:ext cx="1286480" cy="62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011374-8640-4C79-BC38-60631A291B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B9E6E0-61D1-4594-8AE5-F5E2AF6CC5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932383-F313-4D92-9470-B37E7AA669BD}" type="datetime1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516A64-E5FD-42D9-99F2-342E304D00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800185B-CA9A-4531-8671-E8F7ACB9D7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87D9F4C-BC45-4524-A8C5-C39815D4C1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7660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E50736C-AE54-43AE-A455-F6EACF27D745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3A0416F-01A1-4FE7-950D-F948D1432F7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522037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996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07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740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A0416F-01A1-4FE7-950D-F948D1432F7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79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695194" y="4352544"/>
            <a:ext cx="6801612" cy="1239894"/>
          </a:xfrm>
          <a:noFill/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814262-C0EA-4629-B06E-27461888BB7D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04F479-74A8-45D1-951D-7DDFC4A33343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695194" y="4352465"/>
            <a:ext cx="6801612" cy="1265082"/>
          </a:xfrm>
        </p:spPr>
        <p:txBody>
          <a:bodyPr rtlCol="0"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B75D14-91A7-4E60-BC78-2A69B7D3D52C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581912" y="2638044"/>
            <a:ext cx="4271771" cy="3101982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338315" y="2638044"/>
            <a:ext cx="4270247" cy="3101982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59FA30-0C4F-46B2-B796-76B9F2D56E24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58343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583436" y="3143250"/>
            <a:ext cx="4270248" cy="2596776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338316" y="3143250"/>
            <a:ext cx="4253484" cy="2596776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633831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184C15-6549-443C-8F81-3B751EF1BD30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C1B681-F23B-48AE-A6D4-5180B60B9E12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FCC1FD-3291-49D6-93EA-56D2BA5C6E96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736080" y="804672"/>
            <a:ext cx="4815840" cy="5248656"/>
          </a:xfrm>
        </p:spPr>
        <p:txBody>
          <a:bodyPr rtlCol="0"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15568" y="3549918"/>
            <a:ext cx="3794760" cy="2194036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9" name="Espaço Reservado para Data 8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BC7460-232D-414F-A80F-6F5DA93EE6C7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/>
              <a:t>
              </a:t>
            </a:r>
          </a:p>
        </p:txBody>
      </p:sp>
      <p:sp>
        <p:nvSpPr>
          <p:cNvPr id="11" name="Espaço Reservado para o Número do Slide 10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15568" y="3549918"/>
            <a:ext cx="3794760" cy="2194037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01672512-8584-44F5-9814-240E0B566623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169383-D790-43EA-87A4-95D06B020134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653112" y="937260"/>
            <a:ext cx="1298608" cy="498348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2231136" y="937260"/>
            <a:ext cx="6198489" cy="4983480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EF5F66-4550-4574-BF0F-F750781397F6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18BA11EE-DC58-46C4-AF21-BE2E24EBAE2B}" type="datetime1">
              <a:rPr lang="pt-BR" noProof="0" smtClean="0"/>
              <a:t>14/03/2026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r>
              <a:rPr lang="pt-BR" noProof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981E6A2-4656-4CFE-9BF4-39D81EE2C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594153"/>
            <a:ext cx="4486656" cy="1231106"/>
          </a:xfrm>
          <a:noFill/>
          <a:ln>
            <a:solidFill>
              <a:schemeClr val="tx1"/>
            </a:solidFill>
          </a:ln>
          <a:effectLst>
            <a:glow rad="152400">
              <a:schemeClr val="tx1">
                <a:alpha val="13000"/>
              </a:schemeClr>
            </a:glow>
          </a:effectLst>
        </p:spPr>
        <p:txBody>
          <a:bodyPr rtlCol="0">
            <a:normAutofit/>
          </a:bodyPr>
          <a:lstStyle/>
          <a:p>
            <a:pPr rtl="0"/>
            <a:endParaRPr lang="pt-BR" sz="300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981815"/>
            <a:ext cx="4486656" cy="702702"/>
          </a:xfrm>
        </p:spPr>
        <p:txBody>
          <a:bodyPr rtlCol="0">
            <a:normAutofit/>
          </a:bodyPr>
          <a:lstStyle/>
          <a:p>
            <a:pPr rtl="0"/>
            <a:endParaRPr lang="pt-BR" sz="1800" dirty="0">
              <a:solidFill>
                <a:schemeClr val="tx1"/>
              </a:solidFill>
            </a:endParaRPr>
          </a:p>
        </p:txBody>
      </p:sp>
      <p:pic>
        <p:nvPicPr>
          <p:cNvPr id="5" name="Imagem 4" descr="Números de negociações financeiras">
            <a:extLst>
              <a:ext uri="{FF2B5EF4-FFF2-40B4-BE49-F238E27FC236}">
                <a16:creationId xmlns:a16="http://schemas.microsoft.com/office/drawing/2014/main" id="{112B9624-F8A1-4831-AE43-1D9E266CFF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9DE503-F7C2-4A40-83F4-4DE931E7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/>
          </a:bodyPr>
          <a:lstStyle/>
          <a:p>
            <a:pPr rtl="0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 descr="Números de negociações financeiras">
            <a:extLst>
              <a:ext uri="{FF2B5EF4-FFF2-40B4-BE49-F238E27FC236}">
                <a16:creationId xmlns:a16="http://schemas.microsoft.com/office/drawing/2014/main" id="{32F354A1-38C7-4598-A0E1-7A286A3019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0908" y="0"/>
            <a:ext cx="7541091" cy="6858000"/>
          </a:xfrm>
          <a:prstGeom prst="rect">
            <a:avLst/>
          </a:prstGeom>
        </p:spPr>
      </p:pic>
      <p:graphicFrame>
        <p:nvGraphicFramePr>
          <p:cNvPr id="5" name="Espaço Reservado para Conteúdo 2" descr="Marcadores de Ícone">
            <a:extLst>
              <a:ext uri="{FF2B5EF4-FFF2-40B4-BE49-F238E27FC236}">
                <a16:creationId xmlns:a16="http://schemas.microsoft.com/office/drawing/2014/main" id="{51938B4F-26EE-4238-880D-3CE26A7E4A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840153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2431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115107-5DA3-4397-A1DA-67705DAE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endParaRPr lang="pt-BR" dirty="0">
              <a:solidFill>
                <a:srgbClr val="FFFFFF"/>
              </a:solidFill>
            </a:endParaRPr>
          </a:p>
        </p:txBody>
      </p:sp>
      <p:graphicFrame>
        <p:nvGraphicFramePr>
          <p:cNvPr id="12" name="Espaço Reservado para Conteúdo 3" descr="Linha do tempo circular">
            <a:extLst>
              <a:ext uri="{FF2B5EF4-FFF2-40B4-BE49-F238E27FC236}">
                <a16:creationId xmlns:a16="http://schemas.microsoft.com/office/drawing/2014/main" id="{9472A840-E465-43FB-8B5F-6C6B0A009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896037"/>
              </p:ext>
            </p:extLst>
          </p:nvPr>
        </p:nvGraphicFramePr>
        <p:xfrm>
          <a:off x="5116788" y="499866"/>
          <a:ext cx="6887261" cy="6054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700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65" y="978776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 descr="Mão com caneta apontando números financeiros">
            <a:extLst>
              <a:ext uri="{FF2B5EF4-FFF2-40B4-BE49-F238E27FC236}">
                <a16:creationId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7D1328-A694-4327-A93A-3D919FD6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264" y="2638044"/>
            <a:ext cx="4451773" cy="3101983"/>
          </a:xfrm>
        </p:spPr>
        <p:txBody>
          <a:bodyPr rtlCol="0"/>
          <a:lstStyle/>
          <a:p>
            <a:pPr rtl="0"/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66865C-06EC-4791-9E67-38F3AD8FD6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90C99F-ABF3-4FED-B5A3-5D1E68261DB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E95F751-6EE8-404A-B437-18DA1AADDA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Widescreen</PresentationFormat>
  <Paragraphs>5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Pacote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Gean Santos</cp:lastModifiedBy>
  <cp:revision>2</cp:revision>
  <dcterms:created xsi:type="dcterms:W3CDTF">2026-03-13T01:14:01Z</dcterms:created>
  <dcterms:modified xsi:type="dcterms:W3CDTF">2026-03-14T17:52:00Z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2026-03-14T17:51:09Z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cde9cf13-cbc7-4116-a4eb-62f2be7fe935</vt:lpwstr>
  </property>
  <property fmtid="{D5CDD505-2E9C-101B-9397-08002B2CF9AE}" pid="8" name="MSIP_Label_defa4170-0d19-0005-0004-bc88714345d2_ActionId">
    <vt:lpwstr>50733e5a-1106-449d-bf34-66a651a42192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