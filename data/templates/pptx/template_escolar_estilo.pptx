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330" r:id="rId7"/>
    <p:sldId id="305" r:id="rId8"/>
    <p:sldId id="339" r:id="rId9"/>
    <p:sldId id="335" r:id="rId10"/>
    <p:sldId id="340" r:id="rId11"/>
    <p:sldId id="274" r:id="rId12"/>
    <p:sldId id="341" r:id="rId13"/>
    <p:sldId id="342" r:id="rId14"/>
    <p:sldId id="336" r:id="rId15"/>
    <p:sldId id="332" r:id="rId16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4AD87E-BA4B-4435-A8C0-BCC0CBC609E9}" v="1" dt="2026-03-14T17:19:48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3725" autoAdjust="0"/>
  </p:normalViewPr>
  <p:slideViewPr>
    <p:cSldViewPr snapToGrid="0">
      <p:cViewPr varScale="1">
        <p:scale>
          <a:sx n="104" d="100"/>
          <a:sy n="104" d="100"/>
        </p:scale>
        <p:origin x="25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an Santos" userId="5dda1dd3-2126-4712-ac7b-2b3106ad4864" providerId="ADAL" clId="{A131A810-237E-418F-B9CF-EE9A8D882EF6}"/>
    <pc:docChg chg="custSel mod modSld">
      <pc:chgData name="Gean Santos" userId="5dda1dd3-2126-4712-ac7b-2b3106ad4864" providerId="ADAL" clId="{A131A810-237E-418F-B9CF-EE9A8D882EF6}" dt="2026-03-14T17:20:40.675" v="60" actId="6549"/>
      <pc:docMkLst>
        <pc:docMk/>
      </pc:docMkLst>
      <pc:sldChg chg="modSp mod">
        <pc:chgData name="Gean Santos" userId="5dda1dd3-2126-4712-ac7b-2b3106ad4864" providerId="ADAL" clId="{A131A810-237E-418F-B9CF-EE9A8D882EF6}" dt="2026-03-14T17:19:02.447" v="1" actId="6549"/>
        <pc:sldMkLst>
          <pc:docMk/>
          <pc:sldMk cId="703580386" sldId="256"/>
        </pc:sldMkLst>
        <pc:spChg chg="mod">
          <ac:chgData name="Gean Santos" userId="5dda1dd3-2126-4712-ac7b-2b3106ad4864" providerId="ADAL" clId="{A131A810-237E-418F-B9CF-EE9A8D882EF6}" dt="2026-03-14T17:19:00.952" v="0" actId="6549"/>
          <ac:spMkLst>
            <pc:docMk/>
            <pc:sldMk cId="703580386" sldId="256"/>
            <ac:spMk id="4" creationId="{2E9A7C78-91FD-4B88-953D-5A4363761BD1}"/>
          </ac:spMkLst>
        </pc:spChg>
        <pc:spChg chg="mod">
          <ac:chgData name="Gean Santos" userId="5dda1dd3-2126-4712-ac7b-2b3106ad4864" providerId="ADAL" clId="{A131A810-237E-418F-B9CF-EE9A8D882EF6}" dt="2026-03-14T17:19:02.447" v="1" actId="6549"/>
          <ac:spMkLst>
            <pc:docMk/>
            <pc:sldMk cId="703580386" sldId="256"/>
            <ac:spMk id="5" creationId="{AD04BED3-CF2E-4CAD-8CE8-ED3ED12AEBD6}"/>
          </ac:spMkLst>
        </pc:spChg>
      </pc:sldChg>
      <pc:sldChg chg="modSp mod">
        <pc:chgData name="Gean Santos" userId="5dda1dd3-2126-4712-ac7b-2b3106ad4864" providerId="ADAL" clId="{A131A810-237E-418F-B9CF-EE9A8D882EF6}" dt="2026-03-14T17:19:06.723" v="4" actId="6549"/>
        <pc:sldMkLst>
          <pc:docMk/>
          <pc:sldMk cId="2262346778" sldId="257"/>
        </pc:sldMkLst>
        <pc:spChg chg="mod">
          <ac:chgData name="Gean Santos" userId="5dda1dd3-2126-4712-ac7b-2b3106ad4864" providerId="ADAL" clId="{A131A810-237E-418F-B9CF-EE9A8D882EF6}" dt="2026-03-14T17:19:06.723" v="4" actId="6549"/>
          <ac:spMkLst>
            <pc:docMk/>
            <pc:sldMk cId="2262346778" sldId="257"/>
            <ac:spMk id="2" creationId="{07957686-487A-4245-814E-58B1C25C675C}"/>
          </ac:spMkLst>
        </pc:spChg>
        <pc:spChg chg="mod">
          <ac:chgData name="Gean Santos" userId="5dda1dd3-2126-4712-ac7b-2b3106ad4864" providerId="ADAL" clId="{A131A810-237E-418F-B9CF-EE9A8D882EF6}" dt="2026-03-14T17:19:05.781" v="3" actId="27636"/>
          <ac:spMkLst>
            <pc:docMk/>
            <pc:sldMk cId="2262346778" sldId="257"/>
            <ac:spMk id="3" creationId="{DB6566BB-9632-4FD7-9FFC-FD3C43D3954E}"/>
          </ac:spMkLst>
        </pc:spChg>
      </pc:sldChg>
      <pc:sldChg chg="modSp mod">
        <pc:chgData name="Gean Santos" userId="5dda1dd3-2126-4712-ac7b-2b3106ad4864" providerId="ADAL" clId="{A131A810-237E-418F-B9CF-EE9A8D882EF6}" dt="2026-03-14T17:20:06.687" v="43" actId="6549"/>
        <pc:sldMkLst>
          <pc:docMk/>
          <pc:sldMk cId="3276479877" sldId="274"/>
        </pc:sldMkLst>
        <pc:spChg chg="mod">
          <ac:chgData name="Gean Santos" userId="5dda1dd3-2126-4712-ac7b-2b3106ad4864" providerId="ADAL" clId="{A131A810-237E-418F-B9CF-EE9A8D882EF6}" dt="2026-03-14T17:19:45.628" v="31" actId="6549"/>
          <ac:spMkLst>
            <pc:docMk/>
            <pc:sldMk cId="3276479877" sldId="274"/>
            <ac:spMk id="2" creationId="{F8A51886-AA43-422E-B193-F1F3DF7D8A4D}"/>
          </ac:spMkLst>
        </pc:spChg>
        <pc:spChg chg="mod">
          <ac:chgData name="Gean Santos" userId="5dda1dd3-2126-4712-ac7b-2b3106ad4864" providerId="ADAL" clId="{A131A810-237E-418F-B9CF-EE9A8D882EF6}" dt="2026-03-14T17:20:06.687" v="43" actId="6549"/>
          <ac:spMkLst>
            <pc:docMk/>
            <pc:sldMk cId="3276479877" sldId="274"/>
            <ac:spMk id="5" creationId="{3775AFC8-8A78-4AE3-A237-4E17FE12A115}"/>
          </ac:spMkLst>
        </pc:spChg>
        <pc:graphicFrameChg chg="mod modGraphic">
          <ac:chgData name="Gean Santos" userId="5dda1dd3-2126-4712-ac7b-2b3106ad4864" providerId="ADAL" clId="{A131A810-237E-418F-B9CF-EE9A8D882EF6}" dt="2026-03-14T17:20:02.947" v="42" actId="20577"/>
          <ac:graphicFrameMkLst>
            <pc:docMk/>
            <pc:sldMk cId="3276479877" sldId="274"/>
            <ac:graphicFrameMk id="4" creationId="{4424901C-24B0-4C46-B815-EB0C38D74251}"/>
          </ac:graphicFrameMkLst>
        </pc:graphicFrameChg>
      </pc:sldChg>
      <pc:sldChg chg="modSp mod">
        <pc:chgData name="Gean Santos" userId="5dda1dd3-2126-4712-ac7b-2b3106ad4864" providerId="ADAL" clId="{A131A810-237E-418F-B9CF-EE9A8D882EF6}" dt="2026-03-14T17:19:13.833" v="8" actId="6549"/>
        <pc:sldMkLst>
          <pc:docMk/>
          <pc:sldMk cId="1590342866" sldId="330"/>
        </pc:sldMkLst>
        <pc:spChg chg="mod">
          <ac:chgData name="Gean Santos" userId="5dda1dd3-2126-4712-ac7b-2b3106ad4864" providerId="ADAL" clId="{A131A810-237E-418F-B9CF-EE9A8D882EF6}" dt="2026-03-14T17:19:11.643" v="7" actId="6549"/>
          <ac:spMkLst>
            <pc:docMk/>
            <pc:sldMk cId="1590342866" sldId="330"/>
            <ac:spMk id="2" creationId="{BFB49352-2AB0-4ADD-96B9-AB0FAECB557C}"/>
          </ac:spMkLst>
        </pc:spChg>
        <pc:spChg chg="mod">
          <ac:chgData name="Gean Santos" userId="5dda1dd3-2126-4712-ac7b-2b3106ad4864" providerId="ADAL" clId="{A131A810-237E-418F-B9CF-EE9A8D882EF6}" dt="2026-03-14T17:19:10.682" v="6" actId="6549"/>
          <ac:spMkLst>
            <pc:docMk/>
            <pc:sldMk cId="1590342866" sldId="330"/>
            <ac:spMk id="3" creationId="{2F49AA98-AED4-4FAD-999C-98B64BB9DF71}"/>
          </ac:spMkLst>
        </pc:spChg>
        <pc:spChg chg="mod">
          <ac:chgData name="Gean Santos" userId="5dda1dd3-2126-4712-ac7b-2b3106ad4864" providerId="ADAL" clId="{A131A810-237E-418F-B9CF-EE9A8D882EF6}" dt="2026-03-14T17:19:13.833" v="8" actId="6549"/>
          <ac:spMkLst>
            <pc:docMk/>
            <pc:sldMk cId="1590342866" sldId="330"/>
            <ac:spMk id="82" creationId="{503949B9-68A2-4ABE-91ED-37C05B246C8B}"/>
          </ac:spMkLst>
        </pc:spChg>
      </pc:sldChg>
      <pc:sldChg chg="modSp mod">
        <pc:chgData name="Gean Santos" userId="5dda1dd3-2126-4712-ac7b-2b3106ad4864" providerId="ADAL" clId="{A131A810-237E-418F-B9CF-EE9A8D882EF6}" dt="2026-03-14T17:20:40.675" v="60" actId="6549"/>
        <pc:sldMkLst>
          <pc:docMk/>
          <pc:sldMk cId="1510143952" sldId="332"/>
        </pc:sldMkLst>
        <pc:spChg chg="mod">
          <ac:chgData name="Gean Santos" userId="5dda1dd3-2126-4712-ac7b-2b3106ad4864" providerId="ADAL" clId="{A131A810-237E-418F-B9CF-EE9A8D882EF6}" dt="2026-03-14T17:20:38.027" v="58" actId="6549"/>
          <ac:spMkLst>
            <pc:docMk/>
            <pc:sldMk cId="1510143952" sldId="332"/>
            <ac:spMk id="2" creationId="{4183DBD4-E398-4AA3-AEC1-4BF03FC59886}"/>
          </ac:spMkLst>
        </pc:spChg>
        <pc:spChg chg="mod">
          <ac:chgData name="Gean Santos" userId="5dda1dd3-2126-4712-ac7b-2b3106ad4864" providerId="ADAL" clId="{A131A810-237E-418F-B9CF-EE9A8D882EF6}" dt="2026-03-14T17:20:40.675" v="60" actId="6549"/>
          <ac:spMkLst>
            <pc:docMk/>
            <pc:sldMk cId="1510143952" sldId="332"/>
            <ac:spMk id="3" creationId="{02F80182-DF99-445E-8055-837D597C38A5}"/>
          </ac:spMkLst>
        </pc:spChg>
      </pc:sldChg>
      <pc:sldChg chg="modSp mod">
        <pc:chgData name="Gean Santos" userId="5dda1dd3-2126-4712-ac7b-2b3106ad4864" providerId="ADAL" clId="{A131A810-237E-418F-B9CF-EE9A8D882EF6}" dt="2026-03-14T17:19:28.308" v="17" actId="6549"/>
        <pc:sldMkLst>
          <pc:docMk/>
          <pc:sldMk cId="3800068970" sldId="335"/>
        </pc:sldMkLst>
        <pc:spChg chg="mod">
          <ac:chgData name="Gean Santos" userId="5dda1dd3-2126-4712-ac7b-2b3106ad4864" providerId="ADAL" clId="{A131A810-237E-418F-B9CF-EE9A8D882EF6}" dt="2026-03-14T17:19:28.308" v="17" actId="6549"/>
          <ac:spMkLst>
            <pc:docMk/>
            <pc:sldMk cId="3800068970" sldId="335"/>
            <ac:spMk id="4" creationId="{D60D0082-0478-4749-89B1-BE87392F40F2}"/>
          </ac:spMkLst>
        </pc:spChg>
        <pc:spChg chg="mod">
          <ac:chgData name="Gean Santos" userId="5dda1dd3-2126-4712-ac7b-2b3106ad4864" providerId="ADAL" clId="{A131A810-237E-418F-B9CF-EE9A8D882EF6}" dt="2026-03-14T17:19:26.650" v="16" actId="6549"/>
          <ac:spMkLst>
            <pc:docMk/>
            <pc:sldMk cId="3800068970" sldId="335"/>
            <ac:spMk id="20" creationId="{2DB3B99A-1BFE-45FD-89BB-94C4EC582530}"/>
          </ac:spMkLst>
        </pc:spChg>
      </pc:sldChg>
      <pc:sldChg chg="modSp mod">
        <pc:chgData name="Gean Santos" userId="5dda1dd3-2126-4712-ac7b-2b3106ad4864" providerId="ADAL" clId="{A131A810-237E-418F-B9CF-EE9A8D882EF6}" dt="2026-03-14T17:20:34.289" v="57" actId="6549"/>
        <pc:sldMkLst>
          <pc:docMk/>
          <pc:sldMk cId="943091750" sldId="336"/>
        </pc:sldMkLst>
        <pc:spChg chg="mod">
          <ac:chgData name="Gean Santos" userId="5dda1dd3-2126-4712-ac7b-2b3106ad4864" providerId="ADAL" clId="{A131A810-237E-418F-B9CF-EE9A8D882EF6}" dt="2026-03-14T17:20:34.289" v="57" actId="6549"/>
          <ac:spMkLst>
            <pc:docMk/>
            <pc:sldMk cId="943091750" sldId="336"/>
            <ac:spMk id="2" creationId="{40C58CC6-FF60-4FC8-BA35-52A8BDDCF95E}"/>
          </ac:spMkLst>
        </pc:spChg>
        <pc:spChg chg="mod">
          <ac:chgData name="Gean Santos" userId="5dda1dd3-2126-4712-ac7b-2b3106ad4864" providerId="ADAL" clId="{A131A810-237E-418F-B9CF-EE9A8D882EF6}" dt="2026-03-14T17:20:33.016" v="56" actId="6549"/>
          <ac:spMkLst>
            <pc:docMk/>
            <pc:sldMk cId="943091750" sldId="336"/>
            <ac:spMk id="3" creationId="{BF0E0066-50A4-4BA2-9D04-DA968D2AB1C6}"/>
          </ac:spMkLst>
        </pc:spChg>
      </pc:sldChg>
      <pc:sldChg chg="modSp mod">
        <pc:chgData name="Gean Santos" userId="5dda1dd3-2126-4712-ac7b-2b3106ad4864" providerId="ADAL" clId="{A131A810-237E-418F-B9CF-EE9A8D882EF6}" dt="2026-03-14T17:19:22.730" v="14" actId="6549"/>
        <pc:sldMkLst>
          <pc:docMk/>
          <pc:sldMk cId="2262191475" sldId="339"/>
        </pc:sldMkLst>
        <pc:spChg chg="mod">
          <ac:chgData name="Gean Santos" userId="5dda1dd3-2126-4712-ac7b-2b3106ad4864" providerId="ADAL" clId="{A131A810-237E-418F-B9CF-EE9A8D882EF6}" dt="2026-03-14T17:19:22.730" v="14" actId="6549"/>
          <ac:spMkLst>
            <pc:docMk/>
            <pc:sldMk cId="2262191475" sldId="339"/>
            <ac:spMk id="2" creationId="{CE5D5648-EC4F-4D61-9453-4E038C0332BD}"/>
          </ac:spMkLst>
        </pc:spChg>
        <pc:graphicFrameChg chg="modGraphic">
          <ac:chgData name="Gean Santos" userId="5dda1dd3-2126-4712-ac7b-2b3106ad4864" providerId="ADAL" clId="{A131A810-237E-418F-B9CF-EE9A8D882EF6}" dt="2026-03-14T17:19:21.049" v="13" actId="6549"/>
          <ac:graphicFrameMkLst>
            <pc:docMk/>
            <pc:sldMk cId="2262191475" sldId="339"/>
            <ac:graphicFrameMk id="4" creationId="{DB13B542-F2C8-4DDB-8199-7150628CC2AF}"/>
          </ac:graphicFrameMkLst>
        </pc:graphicFrameChg>
      </pc:sldChg>
      <pc:sldChg chg="addSp delSp modSp mod">
        <pc:chgData name="Gean Santos" userId="5dda1dd3-2126-4712-ac7b-2b3106ad4864" providerId="ADAL" clId="{A131A810-237E-418F-B9CF-EE9A8D882EF6}" dt="2026-03-14T17:19:42.866" v="30" actId="6549"/>
        <pc:sldMkLst>
          <pc:docMk/>
          <pc:sldMk cId="867604313" sldId="340"/>
        </pc:sldMkLst>
        <pc:spChg chg="add mod">
          <ac:chgData name="Gean Santos" userId="5dda1dd3-2126-4712-ac7b-2b3106ad4864" providerId="ADAL" clId="{A131A810-237E-418F-B9CF-EE9A8D882EF6}" dt="2026-03-14T17:19:30.540" v="18" actId="478"/>
          <ac:spMkLst>
            <pc:docMk/>
            <pc:sldMk cId="867604313" sldId="340"/>
            <ac:spMk id="4" creationId="{F28081D6-C7AB-AE1D-0E90-E7A3D2A05877}"/>
          </ac:spMkLst>
        </pc:spChg>
        <pc:spChg chg="add mod">
          <ac:chgData name="Gean Santos" userId="5dda1dd3-2126-4712-ac7b-2b3106ad4864" providerId="ADAL" clId="{A131A810-237E-418F-B9CF-EE9A8D882EF6}" dt="2026-03-14T17:19:31.098" v="19" actId="478"/>
          <ac:spMkLst>
            <pc:docMk/>
            <pc:sldMk cId="867604313" sldId="340"/>
            <ac:spMk id="6" creationId="{86DE99D9-1D09-E54E-F5A4-7A7B937BF098}"/>
          </ac:spMkLst>
        </pc:spChg>
        <pc:spChg chg="add mod">
          <ac:chgData name="Gean Santos" userId="5dda1dd3-2126-4712-ac7b-2b3106ad4864" providerId="ADAL" clId="{A131A810-237E-418F-B9CF-EE9A8D882EF6}" dt="2026-03-14T17:19:31.625" v="20" actId="478"/>
          <ac:spMkLst>
            <pc:docMk/>
            <pc:sldMk cId="867604313" sldId="340"/>
            <ac:spMk id="8" creationId="{685357BE-27F1-0A1F-E921-219B2B399D40}"/>
          </ac:spMkLst>
        </pc:spChg>
        <pc:spChg chg="add mod">
          <ac:chgData name="Gean Santos" userId="5dda1dd3-2126-4712-ac7b-2b3106ad4864" providerId="ADAL" clId="{A131A810-237E-418F-B9CF-EE9A8D882EF6}" dt="2026-03-14T17:19:32.121" v="21" actId="478"/>
          <ac:spMkLst>
            <pc:docMk/>
            <pc:sldMk cId="867604313" sldId="340"/>
            <ac:spMk id="10" creationId="{636F6392-1D0E-BE33-8ACD-3288342F9FAF}"/>
          </ac:spMkLst>
        </pc:spChg>
        <pc:spChg chg="mod">
          <ac:chgData name="Gean Santos" userId="5dda1dd3-2126-4712-ac7b-2b3106ad4864" providerId="ADAL" clId="{A131A810-237E-418F-B9CF-EE9A8D882EF6}" dt="2026-03-14T17:19:40.209" v="28" actId="6549"/>
          <ac:spMkLst>
            <pc:docMk/>
            <pc:sldMk cId="867604313" sldId="340"/>
            <ac:spMk id="15" creationId="{FC94EEF9-0CF4-434D-9868-AE735CC53AFE}"/>
          </ac:spMkLst>
        </pc:spChg>
        <pc:spChg chg="mod">
          <ac:chgData name="Gean Santos" userId="5dda1dd3-2126-4712-ac7b-2b3106ad4864" providerId="ADAL" clId="{A131A810-237E-418F-B9CF-EE9A8D882EF6}" dt="2026-03-14T17:19:41.288" v="29" actId="6549"/>
          <ac:spMkLst>
            <pc:docMk/>
            <pc:sldMk cId="867604313" sldId="340"/>
            <ac:spMk id="16" creationId="{FA6A7275-10D7-4DB4-B4FD-66C06A912CC3}"/>
          </ac:spMkLst>
        </pc:spChg>
        <pc:spChg chg="mod">
          <ac:chgData name="Gean Santos" userId="5dda1dd3-2126-4712-ac7b-2b3106ad4864" providerId="ADAL" clId="{A131A810-237E-418F-B9CF-EE9A8D882EF6}" dt="2026-03-14T17:19:37.783" v="26" actId="6549"/>
          <ac:spMkLst>
            <pc:docMk/>
            <pc:sldMk cId="867604313" sldId="340"/>
            <ac:spMk id="17" creationId="{25736EB0-F73E-44B4-B638-760ED79C2299}"/>
          </ac:spMkLst>
        </pc:spChg>
        <pc:spChg chg="mod">
          <ac:chgData name="Gean Santos" userId="5dda1dd3-2126-4712-ac7b-2b3106ad4864" providerId="ADAL" clId="{A131A810-237E-418F-B9CF-EE9A8D882EF6}" dt="2026-03-14T17:19:39.106" v="27" actId="6549"/>
          <ac:spMkLst>
            <pc:docMk/>
            <pc:sldMk cId="867604313" sldId="340"/>
            <ac:spMk id="18" creationId="{75C268D6-CC67-4C61-B281-E4B2CD8259E8}"/>
          </ac:spMkLst>
        </pc:spChg>
        <pc:spChg chg="mod">
          <ac:chgData name="Gean Santos" userId="5dda1dd3-2126-4712-ac7b-2b3106ad4864" providerId="ADAL" clId="{A131A810-237E-418F-B9CF-EE9A8D882EF6}" dt="2026-03-14T17:19:35.258" v="24" actId="6549"/>
          <ac:spMkLst>
            <pc:docMk/>
            <pc:sldMk cId="867604313" sldId="340"/>
            <ac:spMk id="19" creationId="{747ABDB0-2F98-4D4F-92DF-9865CCF81CED}"/>
          </ac:spMkLst>
        </pc:spChg>
        <pc:spChg chg="mod">
          <ac:chgData name="Gean Santos" userId="5dda1dd3-2126-4712-ac7b-2b3106ad4864" providerId="ADAL" clId="{A131A810-237E-418F-B9CF-EE9A8D882EF6}" dt="2026-03-14T17:19:36.004" v="25" actId="6549"/>
          <ac:spMkLst>
            <pc:docMk/>
            <pc:sldMk cId="867604313" sldId="340"/>
            <ac:spMk id="20" creationId="{F62B1653-BD0E-491E-A274-F7842F56756F}"/>
          </ac:spMkLst>
        </pc:spChg>
        <pc:spChg chg="mod">
          <ac:chgData name="Gean Santos" userId="5dda1dd3-2126-4712-ac7b-2b3106ad4864" providerId="ADAL" clId="{A131A810-237E-418F-B9CF-EE9A8D882EF6}" dt="2026-03-14T17:19:33.655" v="22" actId="6549"/>
          <ac:spMkLst>
            <pc:docMk/>
            <pc:sldMk cId="867604313" sldId="340"/>
            <ac:spMk id="21" creationId="{5FE24DC7-B82C-4A22-ADDC-66ABB6E19D03}"/>
          </ac:spMkLst>
        </pc:spChg>
        <pc:spChg chg="mod">
          <ac:chgData name="Gean Santos" userId="5dda1dd3-2126-4712-ac7b-2b3106ad4864" providerId="ADAL" clId="{A131A810-237E-418F-B9CF-EE9A8D882EF6}" dt="2026-03-14T17:19:34.482" v="23" actId="6549"/>
          <ac:spMkLst>
            <pc:docMk/>
            <pc:sldMk cId="867604313" sldId="340"/>
            <ac:spMk id="22" creationId="{AC09A9D4-D95C-4B18-A20A-3F82AA3BAC28}"/>
          </ac:spMkLst>
        </pc:spChg>
        <pc:spChg chg="mod">
          <ac:chgData name="Gean Santos" userId="5dda1dd3-2126-4712-ac7b-2b3106ad4864" providerId="ADAL" clId="{A131A810-237E-418F-B9CF-EE9A8D882EF6}" dt="2026-03-14T17:19:42.866" v="30" actId="6549"/>
          <ac:spMkLst>
            <pc:docMk/>
            <pc:sldMk cId="867604313" sldId="340"/>
            <ac:spMk id="32" creationId="{E7A32522-24F0-40A6-92CF-E4C87EBE5414}"/>
          </ac:spMkLst>
        </pc:spChg>
        <pc:picChg chg="del">
          <ac:chgData name="Gean Santos" userId="5dda1dd3-2126-4712-ac7b-2b3106ad4864" providerId="ADAL" clId="{A131A810-237E-418F-B9CF-EE9A8D882EF6}" dt="2026-03-14T17:19:30.540" v="18" actId="478"/>
          <ac:picMkLst>
            <pc:docMk/>
            <pc:sldMk cId="867604313" sldId="340"/>
            <ac:picMk id="24" creationId="{9052A624-933A-4A83-B0B4-51BEC993579C}"/>
          </ac:picMkLst>
        </pc:picChg>
        <pc:picChg chg="del">
          <ac:chgData name="Gean Santos" userId="5dda1dd3-2126-4712-ac7b-2b3106ad4864" providerId="ADAL" clId="{A131A810-237E-418F-B9CF-EE9A8D882EF6}" dt="2026-03-14T17:19:31.098" v="19" actId="478"/>
          <ac:picMkLst>
            <pc:docMk/>
            <pc:sldMk cId="867604313" sldId="340"/>
            <ac:picMk id="26" creationId="{F0CFEB80-44C9-458B-87AA-0B90F00348FB}"/>
          </ac:picMkLst>
        </pc:picChg>
        <pc:picChg chg="del">
          <ac:chgData name="Gean Santos" userId="5dda1dd3-2126-4712-ac7b-2b3106ad4864" providerId="ADAL" clId="{A131A810-237E-418F-B9CF-EE9A8D882EF6}" dt="2026-03-14T17:19:31.625" v="20" actId="478"/>
          <ac:picMkLst>
            <pc:docMk/>
            <pc:sldMk cId="867604313" sldId="340"/>
            <ac:picMk id="28" creationId="{2FE6C73A-2FC6-4941-9268-7E317353933D}"/>
          </ac:picMkLst>
        </pc:picChg>
        <pc:picChg chg="del">
          <ac:chgData name="Gean Santos" userId="5dda1dd3-2126-4712-ac7b-2b3106ad4864" providerId="ADAL" clId="{A131A810-237E-418F-B9CF-EE9A8D882EF6}" dt="2026-03-14T17:19:32.121" v="21" actId="478"/>
          <ac:picMkLst>
            <pc:docMk/>
            <pc:sldMk cId="867604313" sldId="340"/>
            <ac:picMk id="30" creationId="{9507F35B-4521-4DF9-B9FF-D906724AD2C7}"/>
          </ac:picMkLst>
        </pc:picChg>
      </pc:sldChg>
      <pc:sldChg chg="modSp mod">
        <pc:chgData name="Gean Santos" userId="5dda1dd3-2126-4712-ac7b-2b3106ad4864" providerId="ADAL" clId="{A131A810-237E-418F-B9CF-EE9A8D882EF6}" dt="2026-03-14T17:20:15.549" v="48" actId="6549"/>
        <pc:sldMkLst>
          <pc:docMk/>
          <pc:sldMk cId="1448471967" sldId="341"/>
        </pc:sldMkLst>
        <pc:spChg chg="mod">
          <ac:chgData name="Gean Santos" userId="5dda1dd3-2126-4712-ac7b-2b3106ad4864" providerId="ADAL" clId="{A131A810-237E-418F-B9CF-EE9A8D882EF6}" dt="2026-03-14T17:20:11.940" v="46" actId="6549"/>
          <ac:spMkLst>
            <pc:docMk/>
            <pc:sldMk cId="1448471967" sldId="341"/>
            <ac:spMk id="2" creationId="{D78518F4-D13C-40F3-9843-13BBC3B8BDCF}"/>
          </ac:spMkLst>
        </pc:spChg>
        <pc:spChg chg="mod">
          <ac:chgData name="Gean Santos" userId="5dda1dd3-2126-4712-ac7b-2b3106ad4864" providerId="ADAL" clId="{A131A810-237E-418F-B9CF-EE9A8D882EF6}" dt="2026-03-14T17:20:11.087" v="45" actId="6549"/>
          <ac:spMkLst>
            <pc:docMk/>
            <pc:sldMk cId="1448471967" sldId="341"/>
            <ac:spMk id="3" creationId="{FE33E194-371F-4D5A-8C83-2CCE5A3D6C25}"/>
          </ac:spMkLst>
        </pc:spChg>
        <pc:spChg chg="mod">
          <ac:chgData name="Gean Santos" userId="5dda1dd3-2126-4712-ac7b-2b3106ad4864" providerId="ADAL" clId="{A131A810-237E-418F-B9CF-EE9A8D882EF6}" dt="2026-03-14T17:20:09.575" v="44" actId="6549"/>
          <ac:spMkLst>
            <pc:docMk/>
            <pc:sldMk cId="1448471967" sldId="341"/>
            <ac:spMk id="4" creationId="{FABA94CC-2803-437F-B79F-A5067E28041B}"/>
          </ac:spMkLst>
        </pc:spChg>
        <pc:spChg chg="mod">
          <ac:chgData name="Gean Santos" userId="5dda1dd3-2126-4712-ac7b-2b3106ad4864" providerId="ADAL" clId="{A131A810-237E-418F-B9CF-EE9A8D882EF6}" dt="2026-03-14T17:20:15.549" v="48" actId="6549"/>
          <ac:spMkLst>
            <pc:docMk/>
            <pc:sldMk cId="1448471967" sldId="341"/>
            <ac:spMk id="5" creationId="{A4A59DFC-7CFF-494D-8C86-6FE174974213}"/>
          </ac:spMkLst>
        </pc:spChg>
        <pc:spChg chg="mod">
          <ac:chgData name="Gean Santos" userId="5dda1dd3-2126-4712-ac7b-2b3106ad4864" providerId="ADAL" clId="{A131A810-237E-418F-B9CF-EE9A8D882EF6}" dt="2026-03-14T17:20:14.680" v="47" actId="6549"/>
          <ac:spMkLst>
            <pc:docMk/>
            <pc:sldMk cId="1448471967" sldId="341"/>
            <ac:spMk id="6" creationId="{9397F57A-AEBE-465C-9EF7-E78B1CDEC7A3}"/>
          </ac:spMkLst>
        </pc:spChg>
      </pc:sldChg>
      <pc:sldChg chg="modSp mod">
        <pc:chgData name="Gean Santos" userId="5dda1dd3-2126-4712-ac7b-2b3106ad4864" providerId="ADAL" clId="{A131A810-237E-418F-B9CF-EE9A8D882EF6}" dt="2026-03-14T17:20:29.110" v="55" actId="6549"/>
        <pc:sldMkLst>
          <pc:docMk/>
          <pc:sldMk cId="2911269246" sldId="342"/>
        </pc:sldMkLst>
        <pc:spChg chg="mod">
          <ac:chgData name="Gean Santos" userId="5dda1dd3-2126-4712-ac7b-2b3106ad4864" providerId="ADAL" clId="{A131A810-237E-418F-B9CF-EE9A8D882EF6}" dt="2026-03-14T17:20:29.110" v="55" actId="6549"/>
          <ac:spMkLst>
            <pc:docMk/>
            <pc:sldMk cId="2911269246" sldId="342"/>
            <ac:spMk id="2" creationId="{2C360FCC-0BF5-45B2-9CDD-17A4BA1878EE}"/>
          </ac:spMkLst>
        </pc:spChg>
        <pc:spChg chg="mod">
          <ac:chgData name="Gean Santos" userId="5dda1dd3-2126-4712-ac7b-2b3106ad4864" providerId="ADAL" clId="{A131A810-237E-418F-B9CF-EE9A8D882EF6}" dt="2026-03-14T17:20:28.092" v="54" actId="6549"/>
          <ac:spMkLst>
            <pc:docMk/>
            <pc:sldMk cId="2911269246" sldId="342"/>
            <ac:spMk id="3" creationId="{88BA67A4-895F-49F8-97D0-7158E0597C07}"/>
          </ac:spMkLst>
        </pc:spChg>
        <pc:spChg chg="mod">
          <ac:chgData name="Gean Santos" userId="5dda1dd3-2126-4712-ac7b-2b3106ad4864" providerId="ADAL" clId="{A131A810-237E-418F-B9CF-EE9A8D882EF6}" dt="2026-03-14T17:20:21.521" v="49" actId="6549"/>
          <ac:spMkLst>
            <pc:docMk/>
            <pc:sldMk cId="2911269246" sldId="342"/>
            <ac:spMk id="4" creationId="{020BAF9D-516C-4AC0-B83C-33BFA6E280A1}"/>
          </ac:spMkLst>
        </pc:spChg>
        <pc:spChg chg="mod">
          <ac:chgData name="Gean Santos" userId="5dda1dd3-2126-4712-ac7b-2b3106ad4864" providerId="ADAL" clId="{A131A810-237E-418F-B9CF-EE9A8D882EF6}" dt="2026-03-14T17:20:26.867" v="53" actId="6549"/>
          <ac:spMkLst>
            <pc:docMk/>
            <pc:sldMk cId="2911269246" sldId="342"/>
            <ac:spMk id="5" creationId="{5951D7A3-45F6-43A4-8ADB-05DA212ADAAF}"/>
          </ac:spMkLst>
        </pc:spChg>
        <pc:spChg chg="mod">
          <ac:chgData name="Gean Santos" userId="5dda1dd3-2126-4712-ac7b-2b3106ad4864" providerId="ADAL" clId="{A131A810-237E-418F-B9CF-EE9A8D882EF6}" dt="2026-03-14T17:20:23.172" v="50" actId="6549"/>
          <ac:spMkLst>
            <pc:docMk/>
            <pc:sldMk cId="2911269246" sldId="342"/>
            <ac:spMk id="6" creationId="{4E022558-08EA-41A8-88BE-1F82971F0E31}"/>
          </ac:spMkLst>
        </pc:spChg>
        <pc:spChg chg="mod">
          <ac:chgData name="Gean Santos" userId="5dda1dd3-2126-4712-ac7b-2b3106ad4864" providerId="ADAL" clId="{A131A810-237E-418F-B9CF-EE9A8D882EF6}" dt="2026-03-14T17:20:25.898" v="52" actId="6549"/>
          <ac:spMkLst>
            <pc:docMk/>
            <pc:sldMk cId="2911269246" sldId="342"/>
            <ac:spMk id="7" creationId="{3EA34E7E-6BB0-4276-9993-7D15DAF830EB}"/>
          </ac:spMkLst>
        </pc:spChg>
        <pc:spChg chg="mod">
          <ac:chgData name="Gean Santos" userId="5dda1dd3-2126-4712-ac7b-2b3106ad4864" providerId="ADAL" clId="{A131A810-237E-418F-B9CF-EE9A8D882EF6}" dt="2026-03-14T17:20:24.661" v="51" actId="6549"/>
          <ac:spMkLst>
            <pc:docMk/>
            <pc:sldMk cId="2911269246" sldId="342"/>
            <ac:spMk id="8" creationId="{C6AEC234-75AE-4C73-8E75-A426AAC5446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3CD410-5E2E-4080-A893-907D31D22CB3}" type="doc">
      <dgm:prSet loTypeId="urn:microsoft.com/office/officeart/2017/3/layout/Linha do Tempo de Rótulos Horizontais" loCatId="other" qsTypeId="urn:microsoft.com/office/officeart/2005/8/quickstyle/simple1" qsCatId="simple" csTypeId="urn:microsoft.com/office/officeart/2005/8/colors/accent2_5" csCatId="accent2" phldr="1"/>
      <dgm:spPr/>
      <dgm:t>
        <a:bodyPr rtlCol="0"/>
        <a:lstStyle/>
        <a:p>
          <a:pPr rtl="0"/>
          <a:endParaRPr lang="en-US"/>
        </a:p>
      </dgm:t>
    </dgm:pt>
    <dgm:pt modelId="{245E128E-7700-4C91-9411-CDD1DCA94D67}">
      <dgm:prSet phldrT="[Text]" custT="1"/>
      <dgm:spPr/>
      <dgm:t>
        <a:bodyPr rtlCol="0"/>
        <a:lstStyle/>
        <a:p>
          <a:pPr>
            <a:defRPr b="1"/>
          </a:pPr>
          <a:endParaRPr lang="pt-BR" sz="1200" noProof="0" dirty="0"/>
        </a:p>
      </dgm:t>
    </dgm:pt>
    <dgm:pt modelId="{B4D95EBA-0423-4AFA-B379-E030341B1F23}" type="parTrans" cxnId="{68D35F9D-DABF-4E5A-94D4-F988D8E84907}">
      <dgm:prSet/>
      <dgm:spPr/>
      <dgm:t>
        <a:bodyPr rtlCol="0"/>
        <a:lstStyle/>
        <a:p>
          <a:pPr rtl="0"/>
          <a:endParaRPr lang="pt-BR" noProof="0" dirty="0"/>
        </a:p>
      </dgm:t>
    </dgm:pt>
    <dgm:pt modelId="{4963BA97-D4C5-477B-9B0D-68DB38F61579}" type="sibTrans" cxnId="{68D35F9D-DABF-4E5A-94D4-F988D8E84907}">
      <dgm:prSet/>
      <dgm:spPr/>
      <dgm:t>
        <a:bodyPr rtlCol="0"/>
        <a:lstStyle/>
        <a:p>
          <a:pPr rtl="0"/>
          <a:endParaRPr lang="pt-BR" noProof="0" dirty="0"/>
        </a:p>
      </dgm:t>
    </dgm:pt>
    <dgm:pt modelId="{2DC4903D-31E8-4ED6-875F-63877788B702}">
      <dgm:prSet phldrT="[Text]" phldr="0" custT="1"/>
      <dgm:spPr/>
      <dgm:t>
        <a:bodyPr rtlCol="0"/>
        <a:lstStyle/>
        <a:p>
          <a:pPr>
            <a:defRPr b="1"/>
          </a:pPr>
          <a:endParaRPr lang="pt-BR" sz="1800" b="0" noProof="0" dirty="0"/>
        </a:p>
      </dgm:t>
    </dgm:pt>
    <dgm:pt modelId="{A18F8C20-9A13-44DB-9E45-C2DE49ACE5D9}" type="parTrans" cxnId="{A319CB69-6926-431D-A805-EACBFA83FA66}">
      <dgm:prSet/>
      <dgm:spPr/>
      <dgm:t>
        <a:bodyPr rtlCol="0"/>
        <a:lstStyle/>
        <a:p>
          <a:pPr rtl="0"/>
          <a:endParaRPr lang="pt-BR" noProof="0" dirty="0"/>
        </a:p>
      </dgm:t>
    </dgm:pt>
    <dgm:pt modelId="{EBFDEA83-93E5-4D72-A672-078838B258F5}" type="sibTrans" cxnId="{A319CB69-6926-431D-A805-EACBFA83FA66}">
      <dgm:prSet/>
      <dgm:spPr/>
      <dgm:t>
        <a:bodyPr rtlCol="0"/>
        <a:lstStyle/>
        <a:p>
          <a:pPr rtl="0"/>
          <a:endParaRPr lang="pt-BR" noProof="0" dirty="0"/>
        </a:p>
      </dgm:t>
    </dgm:pt>
    <dgm:pt modelId="{A9FB790A-3E33-4887-962E-7206A01AD84F}">
      <dgm:prSet phldrT="[Text]" custT="1"/>
      <dgm:spPr/>
      <dgm:t>
        <a:bodyPr rtlCol="0"/>
        <a:lstStyle/>
        <a:p>
          <a:endParaRPr lang="pt-BR" sz="1200" noProof="0" dirty="0"/>
        </a:p>
      </dgm:t>
    </dgm:pt>
    <dgm:pt modelId="{2E34BE83-4A83-4B5F-8976-D4AC57FE5007}" type="parTrans" cxnId="{607143D0-C26B-448B-8E8C-A8A46198F0C6}">
      <dgm:prSet/>
      <dgm:spPr/>
      <dgm:t>
        <a:bodyPr rtlCol="0"/>
        <a:lstStyle/>
        <a:p>
          <a:pPr rtl="0"/>
          <a:endParaRPr lang="pt-BR" noProof="0" dirty="0"/>
        </a:p>
      </dgm:t>
    </dgm:pt>
    <dgm:pt modelId="{A18338C2-0675-4B1C-898F-3D939F41C34C}" type="sibTrans" cxnId="{607143D0-C26B-448B-8E8C-A8A46198F0C6}">
      <dgm:prSet/>
      <dgm:spPr/>
      <dgm:t>
        <a:bodyPr rtlCol="0"/>
        <a:lstStyle/>
        <a:p>
          <a:pPr rtl="0"/>
          <a:endParaRPr lang="pt-BR" noProof="0" dirty="0"/>
        </a:p>
      </dgm:t>
    </dgm:pt>
    <dgm:pt modelId="{8A93A940-284B-49B0-9D89-5FA2B3B3C7E5}">
      <dgm:prSet phldrT="[Text]" phldr="0" custT="1"/>
      <dgm:spPr/>
      <dgm:t>
        <a:bodyPr rtlCol="0"/>
        <a:lstStyle/>
        <a:p>
          <a:pPr>
            <a:defRPr b="1"/>
          </a:pPr>
          <a:endParaRPr lang="pt-BR" sz="1800" b="0" noProof="0" dirty="0"/>
        </a:p>
      </dgm:t>
    </dgm:pt>
    <dgm:pt modelId="{CD96219D-3688-4138-ACC9-901ED9FEACCC}" type="parTrans" cxnId="{982D7B44-1518-4DD0-82D4-8A3901DD95E9}">
      <dgm:prSet/>
      <dgm:spPr/>
      <dgm:t>
        <a:bodyPr rtlCol="0"/>
        <a:lstStyle/>
        <a:p>
          <a:pPr rtl="0"/>
          <a:endParaRPr lang="pt-BR" noProof="0" dirty="0"/>
        </a:p>
      </dgm:t>
    </dgm:pt>
    <dgm:pt modelId="{E0447E4A-3C15-4884-AEBE-804149EBD331}" type="sibTrans" cxnId="{982D7B44-1518-4DD0-82D4-8A3901DD95E9}">
      <dgm:prSet/>
      <dgm:spPr/>
      <dgm:t>
        <a:bodyPr rtlCol="0"/>
        <a:lstStyle/>
        <a:p>
          <a:pPr rtl="0"/>
          <a:endParaRPr lang="pt-BR" noProof="0" dirty="0"/>
        </a:p>
      </dgm:t>
    </dgm:pt>
    <dgm:pt modelId="{6BA5F3BE-D53A-42E0-A7FE-674B99BD07E6}">
      <dgm:prSet phldrT="[Text]" custT="1"/>
      <dgm:spPr/>
      <dgm:t>
        <a:bodyPr rtlCol="0"/>
        <a:lstStyle/>
        <a:p>
          <a:endParaRPr lang="pt-BR" sz="1200" noProof="0" dirty="0"/>
        </a:p>
      </dgm:t>
    </dgm:pt>
    <dgm:pt modelId="{9484BBA1-86EE-4AA2-B94A-A26EED0EFB1E}" type="parTrans" cxnId="{6AEB3B94-8522-4F42-A6BC-BC55C5AED92F}">
      <dgm:prSet/>
      <dgm:spPr/>
      <dgm:t>
        <a:bodyPr rtlCol="0"/>
        <a:lstStyle/>
        <a:p>
          <a:pPr rtl="0"/>
          <a:endParaRPr lang="pt-BR" noProof="0" dirty="0"/>
        </a:p>
      </dgm:t>
    </dgm:pt>
    <dgm:pt modelId="{48C67DB7-8AA6-454C-83AE-A16B3B9F45FF}" type="sibTrans" cxnId="{6AEB3B94-8522-4F42-A6BC-BC55C5AED92F}">
      <dgm:prSet/>
      <dgm:spPr/>
      <dgm:t>
        <a:bodyPr rtlCol="0"/>
        <a:lstStyle/>
        <a:p>
          <a:pPr rtl="0"/>
          <a:endParaRPr lang="pt-BR" noProof="0" dirty="0"/>
        </a:p>
      </dgm:t>
    </dgm:pt>
    <dgm:pt modelId="{B7EAF83C-E1E2-4060-A15C-5B683F5ABDB6}">
      <dgm:prSet phldrT="[Text]" custT="1"/>
      <dgm:spPr/>
      <dgm:t>
        <a:bodyPr rtlCol="0"/>
        <a:lstStyle/>
        <a:p>
          <a:pPr>
            <a:defRPr b="1"/>
          </a:pPr>
          <a:endParaRPr lang="pt-BR" sz="1800" b="0" noProof="0" dirty="0"/>
        </a:p>
      </dgm:t>
    </dgm:pt>
    <dgm:pt modelId="{0F3BE3E5-5F26-4F55-8287-A3DAF6BD4A08}" type="parTrans" cxnId="{063B7E65-C8C7-4BC7-B7D8-3E116985E120}">
      <dgm:prSet/>
      <dgm:spPr/>
      <dgm:t>
        <a:bodyPr rtlCol="0"/>
        <a:lstStyle/>
        <a:p>
          <a:pPr rtl="0"/>
          <a:endParaRPr lang="pt-BR" noProof="0" dirty="0"/>
        </a:p>
      </dgm:t>
    </dgm:pt>
    <dgm:pt modelId="{416A6271-B608-4CBB-91A0-4462E64B7A8D}" type="sibTrans" cxnId="{063B7E65-C8C7-4BC7-B7D8-3E116985E120}">
      <dgm:prSet/>
      <dgm:spPr/>
      <dgm:t>
        <a:bodyPr rtlCol="0"/>
        <a:lstStyle/>
        <a:p>
          <a:pPr rtl="0"/>
          <a:endParaRPr lang="pt-BR" noProof="0" dirty="0"/>
        </a:p>
      </dgm:t>
    </dgm:pt>
    <dgm:pt modelId="{BF5CD713-2E7F-4FA2-A365-0158844247C1}">
      <dgm:prSet phldrT="[Text]" custT="1"/>
      <dgm:spPr/>
      <dgm:t>
        <a:bodyPr rtlCol="0"/>
        <a:lstStyle/>
        <a:p>
          <a:pPr>
            <a:defRPr b="1"/>
          </a:pPr>
          <a:endParaRPr lang="pt-BR" sz="1800" b="0" noProof="0" dirty="0"/>
        </a:p>
      </dgm:t>
    </dgm:pt>
    <dgm:pt modelId="{4B1EFBBB-DB3F-4353-84A5-217D60B77662}" type="parTrans" cxnId="{0938E3E3-4DD8-4069-97E7-7CBBEBFE5A13}">
      <dgm:prSet/>
      <dgm:spPr/>
      <dgm:t>
        <a:bodyPr rtlCol="0"/>
        <a:lstStyle/>
        <a:p>
          <a:pPr rtl="0"/>
          <a:endParaRPr lang="pt-BR" noProof="0" dirty="0"/>
        </a:p>
      </dgm:t>
    </dgm:pt>
    <dgm:pt modelId="{1E7CF33D-04A9-4522-B84F-6C2C1CF2D6AD}" type="sibTrans" cxnId="{0938E3E3-4DD8-4069-97E7-7CBBEBFE5A13}">
      <dgm:prSet/>
      <dgm:spPr/>
      <dgm:t>
        <a:bodyPr rtlCol="0"/>
        <a:lstStyle/>
        <a:p>
          <a:pPr rtl="0"/>
          <a:endParaRPr lang="pt-BR" noProof="0" dirty="0"/>
        </a:p>
      </dgm:t>
    </dgm:pt>
    <dgm:pt modelId="{0F28F38F-17E7-44A8-973E-FC94684377B5}">
      <dgm:prSet phldrT="[Text]" custT="1"/>
      <dgm:spPr/>
      <dgm:t>
        <a:bodyPr rtlCol="0"/>
        <a:lstStyle/>
        <a:p>
          <a:endParaRPr lang="pt-BR" sz="1200" noProof="0" dirty="0"/>
        </a:p>
      </dgm:t>
    </dgm:pt>
    <dgm:pt modelId="{72535623-2685-4634-9155-926D36DD275F}" type="parTrans" cxnId="{9E1E0922-367E-4D59-B87A-D6127405DD9B}">
      <dgm:prSet/>
      <dgm:spPr/>
      <dgm:t>
        <a:bodyPr rtlCol="0"/>
        <a:lstStyle/>
        <a:p>
          <a:pPr rtl="0"/>
          <a:endParaRPr lang="pt-BR" noProof="0" dirty="0"/>
        </a:p>
      </dgm:t>
    </dgm:pt>
    <dgm:pt modelId="{8BE4C846-C26B-4FA4-83A2-4C9007AFA3E9}" type="sibTrans" cxnId="{9E1E0922-367E-4D59-B87A-D6127405DD9B}">
      <dgm:prSet/>
      <dgm:spPr/>
      <dgm:t>
        <a:bodyPr rtlCol="0"/>
        <a:lstStyle/>
        <a:p>
          <a:pPr rtl="0"/>
          <a:endParaRPr lang="pt-BR" noProof="0" dirty="0"/>
        </a:p>
      </dgm:t>
    </dgm:pt>
    <dgm:pt modelId="{71E65531-AFB8-400F-8A0E-3D2D8EB02527}">
      <dgm:prSet phldrT="[Text]" custT="1"/>
      <dgm:spPr/>
      <dgm:t>
        <a:bodyPr rtlCol="0"/>
        <a:lstStyle/>
        <a:p>
          <a:endParaRPr lang="pt-BR" sz="1200" noProof="0" dirty="0"/>
        </a:p>
      </dgm:t>
    </dgm:pt>
    <dgm:pt modelId="{CDBCD6FE-99D6-4D1C-ACCC-ACD1054C98A6}" type="parTrans" cxnId="{806EAB44-63AA-464E-AE88-604149F91859}">
      <dgm:prSet/>
      <dgm:spPr/>
      <dgm:t>
        <a:bodyPr rtlCol="0"/>
        <a:lstStyle/>
        <a:p>
          <a:pPr rtl="0"/>
          <a:endParaRPr lang="pt-BR" noProof="0" dirty="0"/>
        </a:p>
      </dgm:t>
    </dgm:pt>
    <dgm:pt modelId="{C5802CBE-AD20-4AAE-8010-3C10BC564C65}" type="sibTrans" cxnId="{806EAB44-63AA-464E-AE88-604149F91859}">
      <dgm:prSet/>
      <dgm:spPr/>
      <dgm:t>
        <a:bodyPr rtlCol="0"/>
        <a:lstStyle/>
        <a:p>
          <a:pPr rtl="0"/>
          <a:endParaRPr lang="pt-BR" noProof="0" dirty="0"/>
        </a:p>
      </dgm:t>
    </dgm:pt>
    <dgm:pt modelId="{687CC7BD-79EF-4A0F-BDD3-809BFA49E6BE}" type="pres">
      <dgm:prSet presAssocID="{FF3CD410-5E2E-4080-A893-907D31D22CB3}" presName="root" presStyleCnt="0">
        <dgm:presLayoutVars>
          <dgm:chMax/>
          <dgm:chPref/>
          <dgm:animLvl val="lvl"/>
        </dgm:presLayoutVars>
      </dgm:prSet>
      <dgm:spPr/>
    </dgm:pt>
    <dgm:pt modelId="{6168B371-2815-4661-9209-F8A29814ADCC}" type="pres">
      <dgm:prSet presAssocID="{FF3CD410-5E2E-4080-A893-907D31D22CB3}" presName="divider" presStyleLbl="fgAcc1" presStyleIdx="0" presStyleCnt="1"/>
      <dgm:spPr/>
    </dgm:pt>
    <dgm:pt modelId="{4C5F54B5-504F-4069-AF1D-9A370FBD268C}" type="pres">
      <dgm:prSet presAssocID="{FF3CD410-5E2E-4080-A893-907D31D22CB3}" presName="nodes" presStyleCnt="0">
        <dgm:presLayoutVars>
          <dgm:chMax/>
          <dgm:chPref/>
          <dgm:animLvl val="lvl"/>
        </dgm:presLayoutVars>
      </dgm:prSet>
      <dgm:spPr/>
    </dgm:pt>
    <dgm:pt modelId="{D9A8B653-F788-4362-8CD6-C8705D36B1F0}" type="pres">
      <dgm:prSet presAssocID="{245E128E-7700-4C91-9411-CDD1DCA94D67}" presName="composite" presStyleCnt="0"/>
      <dgm:spPr/>
    </dgm:pt>
    <dgm:pt modelId="{C30927C2-ED0F-4B7F-90DC-820883F6FB08}" type="pres">
      <dgm:prSet presAssocID="{245E128E-7700-4C91-9411-CDD1DCA94D67}" presName="L1TextContainer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7AC6643E-47A4-4911-879B-94094C618FCD}" type="pres">
      <dgm:prSet presAssocID="{245E128E-7700-4C91-9411-CDD1DCA94D67}" presName="L2TextContainerWrapper" presStyleCnt="0">
        <dgm:presLayoutVars>
          <dgm:bulletEnabled val="1"/>
        </dgm:presLayoutVars>
      </dgm:prSet>
      <dgm:spPr/>
    </dgm:pt>
    <dgm:pt modelId="{096A2AA8-BD3C-49CF-A62C-045E5722E0B8}" type="pres">
      <dgm:prSet presAssocID="{245E128E-7700-4C91-9411-CDD1DCA94D67}" presName="L2TextContainer" presStyleLbl="bgAccFollowNode1" presStyleIdx="0" presStyleCnt="5"/>
      <dgm:spPr/>
    </dgm:pt>
    <dgm:pt modelId="{0271F3D4-2ECD-4554-9514-76B7F396BB9B}" type="pres">
      <dgm:prSet presAssocID="{245E128E-7700-4C91-9411-CDD1DCA94D67}" presName="FlexibleEmptyPlaceHolder" presStyleCnt="0"/>
      <dgm:spPr/>
    </dgm:pt>
    <dgm:pt modelId="{D3F1AFB9-88AA-40F5-B960-002F005CCF93}" type="pres">
      <dgm:prSet presAssocID="{245E128E-7700-4C91-9411-CDD1DCA94D67}" presName="ConnectLine" presStyleLbl="sibTrans1D1" presStyleIdx="0" presStyleCnt="5"/>
      <dgm:spPr/>
    </dgm:pt>
    <dgm:pt modelId="{4CA4BB15-A639-4A3F-A939-1337FCD7C72F}" type="pres">
      <dgm:prSet presAssocID="{245E128E-7700-4C91-9411-CDD1DCA94D67}" presName="ConnectorPoint" presStyleLbl="node1" presStyleIdx="0" presStyleCnt="5"/>
      <dgm:spPr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6EDF1B9-2E4B-44B4-92DC-CC64F9FCEA4E}" type="pres">
      <dgm:prSet presAssocID="{245E128E-7700-4C91-9411-CDD1DCA94D67}" presName="EmptyPlaceHolder" presStyleCnt="0"/>
      <dgm:spPr/>
    </dgm:pt>
    <dgm:pt modelId="{A1A39F3B-5BAB-45FD-8910-0B2402D66818}" type="pres">
      <dgm:prSet presAssocID="{4963BA97-D4C5-477B-9B0D-68DB38F61579}" presName="spaceBetweenRectangles" presStyleCnt="0"/>
      <dgm:spPr/>
    </dgm:pt>
    <dgm:pt modelId="{6AA3FB3F-E213-4147-93D1-22B952CDFE17}" type="pres">
      <dgm:prSet presAssocID="{2DC4903D-31E8-4ED6-875F-63877788B702}" presName="composite" presStyleCnt="0"/>
      <dgm:spPr/>
    </dgm:pt>
    <dgm:pt modelId="{270971D8-F05B-4392-88C0-D9921BB5F6B0}" type="pres">
      <dgm:prSet presAssocID="{2DC4903D-31E8-4ED6-875F-63877788B702}" presName="L1TextContainer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68B34C20-0EE9-4A51-9634-702BEA794899}" type="pres">
      <dgm:prSet presAssocID="{2DC4903D-31E8-4ED6-875F-63877788B702}" presName="L2TextContainerWrapper" presStyleCnt="0">
        <dgm:presLayoutVars>
          <dgm:bulletEnabled val="1"/>
        </dgm:presLayoutVars>
      </dgm:prSet>
      <dgm:spPr/>
    </dgm:pt>
    <dgm:pt modelId="{1D60394B-1800-4790-9694-08B1C1D1B34D}" type="pres">
      <dgm:prSet presAssocID="{2DC4903D-31E8-4ED6-875F-63877788B702}" presName="L2TextContainer" presStyleLbl="bgAccFollowNode1" presStyleIdx="1" presStyleCnt="5"/>
      <dgm:spPr/>
    </dgm:pt>
    <dgm:pt modelId="{F7828579-24D8-4EC2-A1D6-344D5AD522E4}" type="pres">
      <dgm:prSet presAssocID="{2DC4903D-31E8-4ED6-875F-63877788B702}" presName="FlexibleEmptyPlaceHolder" presStyleCnt="0"/>
      <dgm:spPr/>
    </dgm:pt>
    <dgm:pt modelId="{59F1EF41-14EA-48EE-A559-118169DBDB24}" type="pres">
      <dgm:prSet presAssocID="{2DC4903D-31E8-4ED6-875F-63877788B702}" presName="ConnectLine" presStyleLbl="sibTrans1D1" presStyleIdx="1" presStyleCnt="5"/>
      <dgm:spPr/>
    </dgm:pt>
    <dgm:pt modelId="{8E0947F0-E28B-4B2E-B1D6-BFEED1AF012B}" type="pres">
      <dgm:prSet presAssocID="{2DC4903D-31E8-4ED6-875F-63877788B702}" presName="ConnectorPoint" presStyleLbl="node1" presStyleIdx="1" presStyleCnt="5"/>
      <dgm:spPr>
        <a:solidFill>
          <a:schemeClr val="accent2">
            <a:alpha val="90000"/>
            <a:hueOff val="0"/>
            <a:satOff val="0"/>
            <a:lumOff val="0"/>
            <a:alphaOff val="-1000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BA99215-8D0D-4B24-ACDB-B8619064A20A}" type="pres">
      <dgm:prSet presAssocID="{2DC4903D-31E8-4ED6-875F-63877788B702}" presName="EmptyPlaceHolder" presStyleCnt="0"/>
      <dgm:spPr/>
    </dgm:pt>
    <dgm:pt modelId="{9B2B8A77-95BF-4B3D-B7A2-74A64BEAD033}" type="pres">
      <dgm:prSet presAssocID="{EBFDEA83-93E5-4D72-A672-078838B258F5}" presName="spaceBetweenRectangles" presStyleCnt="0"/>
      <dgm:spPr/>
    </dgm:pt>
    <dgm:pt modelId="{CB500B18-4CCC-44D0-A7EE-E63EC340604C}" type="pres">
      <dgm:prSet presAssocID="{8A93A940-284B-49B0-9D89-5FA2B3B3C7E5}" presName="composite" presStyleCnt="0"/>
      <dgm:spPr/>
    </dgm:pt>
    <dgm:pt modelId="{A7F04B95-81DC-4C70-990B-FEE82F4C63E7}" type="pres">
      <dgm:prSet presAssocID="{8A93A940-284B-49B0-9D89-5FA2B3B3C7E5}" presName="L1TextContainer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16384FAB-C600-47F1-91A6-2EF972F345F9}" type="pres">
      <dgm:prSet presAssocID="{8A93A940-284B-49B0-9D89-5FA2B3B3C7E5}" presName="L2TextContainerWrapper" presStyleCnt="0">
        <dgm:presLayoutVars>
          <dgm:bulletEnabled val="1"/>
        </dgm:presLayoutVars>
      </dgm:prSet>
      <dgm:spPr/>
    </dgm:pt>
    <dgm:pt modelId="{725F2AEF-0925-4411-A89A-5976D96BC3B1}" type="pres">
      <dgm:prSet presAssocID="{8A93A940-284B-49B0-9D89-5FA2B3B3C7E5}" presName="L2TextContainer" presStyleLbl="bgAccFollowNode1" presStyleIdx="2" presStyleCnt="5"/>
      <dgm:spPr/>
    </dgm:pt>
    <dgm:pt modelId="{F1CEE27F-E297-4972-B373-BDB021CAF74B}" type="pres">
      <dgm:prSet presAssocID="{8A93A940-284B-49B0-9D89-5FA2B3B3C7E5}" presName="FlexibleEmptyPlaceHolder" presStyleCnt="0"/>
      <dgm:spPr/>
    </dgm:pt>
    <dgm:pt modelId="{3F1F843F-8CAA-4ECF-B5A2-211D6C43D3C6}" type="pres">
      <dgm:prSet presAssocID="{8A93A940-284B-49B0-9D89-5FA2B3B3C7E5}" presName="ConnectLine" presStyleLbl="sibTrans1D1" presStyleIdx="2" presStyleCnt="5"/>
      <dgm:spPr/>
    </dgm:pt>
    <dgm:pt modelId="{53B98CC0-1029-46A6-8053-0933F88F7705}" type="pres">
      <dgm:prSet presAssocID="{8A93A940-284B-49B0-9D89-5FA2B3B3C7E5}" presName="ConnectorPoint" presStyleLbl="node1" presStyleIdx="2" presStyleCnt="5"/>
      <dgm:spPr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D7FD386-E91E-4500-9B1B-A5B2EA2DCD9E}" type="pres">
      <dgm:prSet presAssocID="{8A93A940-284B-49B0-9D89-5FA2B3B3C7E5}" presName="EmptyPlaceHolder" presStyleCnt="0"/>
      <dgm:spPr/>
    </dgm:pt>
    <dgm:pt modelId="{17505DA6-AA50-4A6F-BF65-AEC0626F21E7}" type="pres">
      <dgm:prSet presAssocID="{E0447E4A-3C15-4884-AEBE-804149EBD331}" presName="spaceBetweenRectangles" presStyleCnt="0"/>
      <dgm:spPr/>
    </dgm:pt>
    <dgm:pt modelId="{32AAFE31-6289-403A-9D13-818F4101EB70}" type="pres">
      <dgm:prSet presAssocID="{B7EAF83C-E1E2-4060-A15C-5B683F5ABDB6}" presName="composite" presStyleCnt="0"/>
      <dgm:spPr/>
    </dgm:pt>
    <dgm:pt modelId="{0CFAF01A-0163-4C33-9878-6F2FFD282979}" type="pres">
      <dgm:prSet presAssocID="{B7EAF83C-E1E2-4060-A15C-5B683F5ABDB6}" presName="L1TextContainer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2130F610-3DBC-4B00-8F6C-B9F95B3288F3}" type="pres">
      <dgm:prSet presAssocID="{B7EAF83C-E1E2-4060-A15C-5B683F5ABDB6}" presName="L2TextContainerWrapper" presStyleCnt="0">
        <dgm:presLayoutVars>
          <dgm:bulletEnabled val="1"/>
        </dgm:presLayoutVars>
      </dgm:prSet>
      <dgm:spPr/>
    </dgm:pt>
    <dgm:pt modelId="{F7B633A7-D926-4CBC-87D6-CC10E20E0F4C}" type="pres">
      <dgm:prSet presAssocID="{B7EAF83C-E1E2-4060-A15C-5B683F5ABDB6}" presName="L2TextContainer" presStyleLbl="bgAccFollowNode1" presStyleIdx="3" presStyleCnt="5"/>
      <dgm:spPr/>
    </dgm:pt>
    <dgm:pt modelId="{37315AFB-AE24-4940-9EE4-4FD158C8879E}" type="pres">
      <dgm:prSet presAssocID="{B7EAF83C-E1E2-4060-A15C-5B683F5ABDB6}" presName="FlexibleEmptyPlaceHolder" presStyleCnt="0"/>
      <dgm:spPr/>
    </dgm:pt>
    <dgm:pt modelId="{232CE934-E2E5-4676-AC76-E4B011E79514}" type="pres">
      <dgm:prSet presAssocID="{B7EAF83C-E1E2-4060-A15C-5B683F5ABDB6}" presName="ConnectLine" presStyleLbl="sibTrans1D1" presStyleIdx="3" presStyleCnt="5"/>
      <dgm:spPr/>
    </dgm:pt>
    <dgm:pt modelId="{E81393AC-A038-4AFA-9F23-B7759047F7CF}" type="pres">
      <dgm:prSet presAssocID="{B7EAF83C-E1E2-4060-A15C-5B683F5ABDB6}" presName="ConnectorPoint" presStyleLbl="node1" presStyleIdx="3" presStyleCnt="5"/>
      <dgm:spPr>
        <a:solidFill>
          <a:schemeClr val="accent2">
            <a:alpha val="90000"/>
            <a:hueOff val="0"/>
            <a:satOff val="0"/>
            <a:lumOff val="0"/>
            <a:alphaOff val="-3000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46F4132-D2E1-4357-B1EA-A4E065894E0E}" type="pres">
      <dgm:prSet presAssocID="{B7EAF83C-E1E2-4060-A15C-5B683F5ABDB6}" presName="EmptyPlaceHolder" presStyleCnt="0"/>
      <dgm:spPr/>
    </dgm:pt>
    <dgm:pt modelId="{6ECDF989-E3A2-4C0F-829C-476EE79637D3}" type="pres">
      <dgm:prSet presAssocID="{416A6271-B608-4CBB-91A0-4462E64B7A8D}" presName="spaceBetweenRectangles" presStyleCnt="0"/>
      <dgm:spPr/>
    </dgm:pt>
    <dgm:pt modelId="{9AD9F8DF-24E6-42E6-BBD7-CAE934B7049B}" type="pres">
      <dgm:prSet presAssocID="{BF5CD713-2E7F-4FA2-A365-0158844247C1}" presName="composite" presStyleCnt="0"/>
      <dgm:spPr/>
    </dgm:pt>
    <dgm:pt modelId="{FF85B7F5-A04A-4DA0-962A-28F0B197085A}" type="pres">
      <dgm:prSet presAssocID="{BF5CD713-2E7F-4FA2-A365-0158844247C1}" presName="L1TextContainer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FB84B4D0-12DA-4067-A812-4C1E5BFB9CAA}" type="pres">
      <dgm:prSet presAssocID="{BF5CD713-2E7F-4FA2-A365-0158844247C1}" presName="L2TextContainerWrapper" presStyleCnt="0">
        <dgm:presLayoutVars>
          <dgm:bulletEnabled val="1"/>
        </dgm:presLayoutVars>
      </dgm:prSet>
      <dgm:spPr/>
    </dgm:pt>
    <dgm:pt modelId="{DB2625BA-E96D-4321-A7F2-AE977040F570}" type="pres">
      <dgm:prSet presAssocID="{BF5CD713-2E7F-4FA2-A365-0158844247C1}" presName="L2TextContainer" presStyleLbl="bgAccFollowNode1" presStyleIdx="4" presStyleCnt="5"/>
      <dgm:spPr/>
    </dgm:pt>
    <dgm:pt modelId="{F9E160B8-8143-44D1-A838-77C2420AE054}" type="pres">
      <dgm:prSet presAssocID="{BF5CD713-2E7F-4FA2-A365-0158844247C1}" presName="FlexibleEmptyPlaceHolder" presStyleCnt="0"/>
      <dgm:spPr/>
    </dgm:pt>
    <dgm:pt modelId="{588DF415-EA5F-44AE-9839-E1C3A488E162}" type="pres">
      <dgm:prSet presAssocID="{BF5CD713-2E7F-4FA2-A365-0158844247C1}" presName="ConnectLine" presStyleLbl="sibTrans1D1" presStyleIdx="4" presStyleCnt="5"/>
      <dgm:spPr/>
    </dgm:pt>
    <dgm:pt modelId="{EE901CC3-E71A-4136-9165-6726A2651E59}" type="pres">
      <dgm:prSet presAssocID="{BF5CD713-2E7F-4FA2-A365-0158844247C1}" presName="ConnectorPoint" presStyleLbl="node1" presStyleIdx="4" presStyleCnt="5"/>
      <dgm:spPr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5468A64-0AF7-4360-8F7B-83F41DD84DC6}" type="pres">
      <dgm:prSet presAssocID="{BF5CD713-2E7F-4FA2-A365-0158844247C1}" presName="EmptyPlaceHolder" presStyleCnt="0"/>
      <dgm:spPr/>
    </dgm:pt>
  </dgm:ptLst>
  <dgm:cxnLst>
    <dgm:cxn modelId="{974EAE14-CA0D-495D-A748-96491A71C806}" type="presOf" srcId="{71E65531-AFB8-400F-8A0E-3D2D8EB02527}" destId="{DB2625BA-E96D-4321-A7F2-AE977040F570}" srcOrd="0" destOrd="0" presId="urn:microsoft.com/office/officeart/2017/3/layout/Linha do Tempo de Rótulos Horizontais"/>
    <dgm:cxn modelId="{33F4111F-C40C-4045-B49C-28F94DC54BA4}" type="presOf" srcId="{BF5CD713-2E7F-4FA2-A365-0158844247C1}" destId="{FF85B7F5-A04A-4DA0-962A-28F0B197085A}" srcOrd="0" destOrd="0" presId="urn:microsoft.com/office/officeart/2017/3/layout/Linha do Tempo de Rótulos Horizontais"/>
    <dgm:cxn modelId="{9E1E0922-367E-4D59-B87A-D6127405DD9B}" srcId="{B7EAF83C-E1E2-4060-A15C-5B683F5ABDB6}" destId="{0F28F38F-17E7-44A8-973E-FC94684377B5}" srcOrd="0" destOrd="0" parTransId="{72535623-2685-4634-9155-926D36DD275F}" sibTransId="{8BE4C846-C26B-4FA4-83A2-4C9007AFA3E9}"/>
    <dgm:cxn modelId="{4F0EAB3D-D6DC-4270-A428-F626A2666D2A}" type="presOf" srcId="{8A93A940-284B-49B0-9D89-5FA2B3B3C7E5}" destId="{A7F04B95-81DC-4C70-990B-FEE82F4C63E7}" srcOrd="0" destOrd="0" presId="urn:microsoft.com/office/officeart/2017/3/layout/Linha do Tempo de Rótulos Horizontais"/>
    <dgm:cxn modelId="{982D7B44-1518-4DD0-82D4-8A3901DD95E9}" srcId="{FF3CD410-5E2E-4080-A893-907D31D22CB3}" destId="{8A93A940-284B-49B0-9D89-5FA2B3B3C7E5}" srcOrd="2" destOrd="0" parTransId="{CD96219D-3688-4138-ACC9-901ED9FEACCC}" sibTransId="{E0447E4A-3C15-4884-AEBE-804149EBD331}"/>
    <dgm:cxn modelId="{806EAB44-63AA-464E-AE88-604149F91859}" srcId="{BF5CD713-2E7F-4FA2-A365-0158844247C1}" destId="{71E65531-AFB8-400F-8A0E-3D2D8EB02527}" srcOrd="0" destOrd="0" parTransId="{CDBCD6FE-99D6-4D1C-ACCC-ACD1054C98A6}" sibTransId="{C5802CBE-AD20-4AAE-8010-3C10BC564C65}"/>
    <dgm:cxn modelId="{063B7E65-C8C7-4BC7-B7D8-3E116985E120}" srcId="{FF3CD410-5E2E-4080-A893-907D31D22CB3}" destId="{B7EAF83C-E1E2-4060-A15C-5B683F5ABDB6}" srcOrd="3" destOrd="0" parTransId="{0F3BE3E5-5F26-4F55-8287-A3DAF6BD4A08}" sibTransId="{416A6271-B608-4CBB-91A0-4462E64B7A8D}"/>
    <dgm:cxn modelId="{A319CB69-6926-431D-A805-EACBFA83FA66}" srcId="{FF3CD410-5E2E-4080-A893-907D31D22CB3}" destId="{2DC4903D-31E8-4ED6-875F-63877788B702}" srcOrd="1" destOrd="0" parTransId="{A18F8C20-9A13-44DB-9E45-C2DE49ACE5D9}" sibTransId="{EBFDEA83-93E5-4D72-A672-078838B258F5}"/>
    <dgm:cxn modelId="{935F274E-0D61-4EDD-92A7-9CA37702DC15}" type="presOf" srcId="{2DC4903D-31E8-4ED6-875F-63877788B702}" destId="{270971D8-F05B-4392-88C0-D9921BB5F6B0}" srcOrd="0" destOrd="0" presId="urn:microsoft.com/office/officeart/2017/3/layout/Linha do Tempo de Rótulos Horizontais"/>
    <dgm:cxn modelId="{24FE186F-F804-46F5-9C2D-96C1655A06BB}" type="presOf" srcId="{FF3CD410-5E2E-4080-A893-907D31D22CB3}" destId="{687CC7BD-79EF-4A0F-BDD3-809BFA49E6BE}" srcOrd="0" destOrd="0" presId="urn:microsoft.com/office/officeart/2017/3/layout/Linha do Tempo de Rótulos Horizontais"/>
    <dgm:cxn modelId="{9E589050-D359-4841-844A-F437B0C106A6}" type="presOf" srcId="{245E128E-7700-4C91-9411-CDD1DCA94D67}" destId="{C30927C2-ED0F-4B7F-90DC-820883F6FB08}" srcOrd="0" destOrd="0" presId="urn:microsoft.com/office/officeart/2017/3/layout/Linha do Tempo de Rótulos Horizontais"/>
    <dgm:cxn modelId="{BA2DD993-022F-4520-8145-F97D2ECD09C4}" type="presOf" srcId="{0F28F38F-17E7-44A8-973E-FC94684377B5}" destId="{F7B633A7-D926-4CBC-87D6-CC10E20E0F4C}" srcOrd="0" destOrd="0" presId="urn:microsoft.com/office/officeart/2017/3/layout/Linha do Tempo de Rótulos Horizontais"/>
    <dgm:cxn modelId="{6AEB3B94-8522-4F42-A6BC-BC55C5AED92F}" srcId="{8A93A940-284B-49B0-9D89-5FA2B3B3C7E5}" destId="{6BA5F3BE-D53A-42E0-A7FE-674B99BD07E6}" srcOrd="0" destOrd="0" parTransId="{9484BBA1-86EE-4AA2-B94A-A26EED0EFB1E}" sibTransId="{48C67DB7-8AA6-454C-83AE-A16B3B9F45FF}"/>
    <dgm:cxn modelId="{68D35F9D-DABF-4E5A-94D4-F988D8E84907}" srcId="{FF3CD410-5E2E-4080-A893-907D31D22CB3}" destId="{245E128E-7700-4C91-9411-CDD1DCA94D67}" srcOrd="0" destOrd="0" parTransId="{B4D95EBA-0423-4AFA-B379-E030341B1F23}" sibTransId="{4963BA97-D4C5-477B-9B0D-68DB38F61579}"/>
    <dgm:cxn modelId="{F235FFA2-7CA0-45AA-B8F8-6565B3CBFFC6}" type="presOf" srcId="{6BA5F3BE-D53A-42E0-A7FE-674B99BD07E6}" destId="{725F2AEF-0925-4411-A89A-5976D96BC3B1}" srcOrd="0" destOrd="0" presId="urn:microsoft.com/office/officeart/2017/3/layout/Linha do Tempo de Rótulos Horizontais"/>
    <dgm:cxn modelId="{607143D0-C26B-448B-8E8C-A8A46198F0C6}" srcId="{2DC4903D-31E8-4ED6-875F-63877788B702}" destId="{A9FB790A-3E33-4887-962E-7206A01AD84F}" srcOrd="0" destOrd="0" parTransId="{2E34BE83-4A83-4B5F-8976-D4AC57FE5007}" sibTransId="{A18338C2-0675-4B1C-898F-3D939F41C34C}"/>
    <dgm:cxn modelId="{D8EE7EDC-69A4-4366-86B5-27AB86A77422}" type="presOf" srcId="{B7EAF83C-E1E2-4060-A15C-5B683F5ABDB6}" destId="{0CFAF01A-0163-4C33-9878-6F2FFD282979}" srcOrd="0" destOrd="0" presId="urn:microsoft.com/office/officeart/2017/3/layout/Linha do Tempo de Rótulos Horizontais"/>
    <dgm:cxn modelId="{0938E3E3-4DD8-4069-97E7-7CBBEBFE5A13}" srcId="{FF3CD410-5E2E-4080-A893-907D31D22CB3}" destId="{BF5CD713-2E7F-4FA2-A365-0158844247C1}" srcOrd="4" destOrd="0" parTransId="{4B1EFBBB-DB3F-4353-84A5-217D60B77662}" sibTransId="{1E7CF33D-04A9-4522-B84F-6C2C1CF2D6AD}"/>
    <dgm:cxn modelId="{913E9CE7-B8A6-4506-ADA2-FB6349E99383}" type="presOf" srcId="{A9FB790A-3E33-4887-962E-7206A01AD84F}" destId="{1D60394B-1800-4790-9694-08B1C1D1B34D}" srcOrd="0" destOrd="0" presId="urn:microsoft.com/office/officeart/2017/3/layout/Linha do Tempo de Rótulos Horizontais"/>
    <dgm:cxn modelId="{41A1825C-6B33-4866-A7F1-A86BC36862B3}" type="presParOf" srcId="{687CC7BD-79EF-4A0F-BDD3-809BFA49E6BE}" destId="{6168B371-2815-4661-9209-F8A29814ADCC}" srcOrd="0" destOrd="0" presId="urn:microsoft.com/office/officeart/2017/3/layout/Linha do Tempo de Rótulos Horizontais"/>
    <dgm:cxn modelId="{281FC94C-5AAC-413C-803D-BB6EEF9AD3A6}" type="presParOf" srcId="{687CC7BD-79EF-4A0F-BDD3-809BFA49E6BE}" destId="{4C5F54B5-504F-4069-AF1D-9A370FBD268C}" srcOrd="1" destOrd="0" presId="urn:microsoft.com/office/officeart/2017/3/layout/Linha do Tempo de Rótulos Horizontais"/>
    <dgm:cxn modelId="{0B65E2E5-1309-4605-B88E-0B8DAEAC6855}" type="presParOf" srcId="{4C5F54B5-504F-4069-AF1D-9A370FBD268C}" destId="{D9A8B653-F788-4362-8CD6-C8705D36B1F0}" srcOrd="0" destOrd="0" presId="urn:microsoft.com/office/officeart/2017/3/layout/Linha do Tempo de Rótulos Horizontais"/>
    <dgm:cxn modelId="{5BB2484B-3E0C-48B7-89A5-189C21E17235}" type="presParOf" srcId="{D9A8B653-F788-4362-8CD6-C8705D36B1F0}" destId="{C30927C2-ED0F-4B7F-90DC-820883F6FB08}" srcOrd="0" destOrd="0" presId="urn:microsoft.com/office/officeart/2017/3/layout/Linha do Tempo de Rótulos Horizontais"/>
    <dgm:cxn modelId="{8B329D49-275C-4419-A06F-D90FD3C78BAE}" type="presParOf" srcId="{D9A8B653-F788-4362-8CD6-C8705D36B1F0}" destId="{7AC6643E-47A4-4911-879B-94094C618FCD}" srcOrd="1" destOrd="0" presId="urn:microsoft.com/office/officeart/2017/3/layout/Linha do Tempo de Rótulos Horizontais"/>
    <dgm:cxn modelId="{C4EC3779-D3FF-4503-9C6E-4F966D1327C4}" type="presParOf" srcId="{7AC6643E-47A4-4911-879B-94094C618FCD}" destId="{096A2AA8-BD3C-49CF-A62C-045E5722E0B8}" srcOrd="0" destOrd="0" presId="urn:microsoft.com/office/officeart/2017/3/layout/Linha do Tempo de Rótulos Horizontais"/>
    <dgm:cxn modelId="{F2AA73C5-BA64-430B-A38C-3E5359F9B8F4}" type="presParOf" srcId="{7AC6643E-47A4-4911-879B-94094C618FCD}" destId="{0271F3D4-2ECD-4554-9514-76B7F396BB9B}" srcOrd="1" destOrd="0" presId="urn:microsoft.com/office/officeart/2017/3/layout/Linha do Tempo de Rótulos Horizontais"/>
    <dgm:cxn modelId="{B02C6204-84D9-4A68-8293-2C3603152F2F}" type="presParOf" srcId="{D9A8B653-F788-4362-8CD6-C8705D36B1F0}" destId="{D3F1AFB9-88AA-40F5-B960-002F005CCF93}" srcOrd="2" destOrd="0" presId="urn:microsoft.com/office/officeart/2017/3/layout/Linha do Tempo de Rótulos Horizontais"/>
    <dgm:cxn modelId="{D3866493-B660-4183-A5C5-11A594802C81}" type="presParOf" srcId="{D9A8B653-F788-4362-8CD6-C8705D36B1F0}" destId="{4CA4BB15-A639-4A3F-A939-1337FCD7C72F}" srcOrd="3" destOrd="0" presId="urn:microsoft.com/office/officeart/2017/3/layout/Linha do Tempo de Rótulos Horizontais"/>
    <dgm:cxn modelId="{1C9839A2-915C-42D0-BA30-7CD5C9233422}" type="presParOf" srcId="{D9A8B653-F788-4362-8CD6-C8705D36B1F0}" destId="{F6EDF1B9-2E4B-44B4-92DC-CC64F9FCEA4E}" srcOrd="4" destOrd="0" presId="urn:microsoft.com/office/officeart/2017/3/layout/Linha do Tempo de Rótulos Horizontais"/>
    <dgm:cxn modelId="{F963AA1D-B2B3-46CF-94B1-F10FF404362C}" type="presParOf" srcId="{4C5F54B5-504F-4069-AF1D-9A370FBD268C}" destId="{A1A39F3B-5BAB-45FD-8910-0B2402D66818}" srcOrd="1" destOrd="0" presId="urn:microsoft.com/office/officeart/2017/3/layout/Linha do Tempo de Rótulos Horizontais"/>
    <dgm:cxn modelId="{779E8BAE-E165-44A0-8F61-F1D6F07BA6D3}" type="presParOf" srcId="{4C5F54B5-504F-4069-AF1D-9A370FBD268C}" destId="{6AA3FB3F-E213-4147-93D1-22B952CDFE17}" srcOrd="2" destOrd="0" presId="urn:microsoft.com/office/officeart/2017/3/layout/Linha do Tempo de Rótulos Horizontais"/>
    <dgm:cxn modelId="{FDEBFC71-A7CC-4193-89B3-3D17A65C6735}" type="presParOf" srcId="{6AA3FB3F-E213-4147-93D1-22B952CDFE17}" destId="{270971D8-F05B-4392-88C0-D9921BB5F6B0}" srcOrd="0" destOrd="0" presId="urn:microsoft.com/office/officeart/2017/3/layout/Linha do Tempo de Rótulos Horizontais"/>
    <dgm:cxn modelId="{DDE712DF-EAC7-4AEA-8C8F-518516542CAF}" type="presParOf" srcId="{6AA3FB3F-E213-4147-93D1-22B952CDFE17}" destId="{68B34C20-0EE9-4A51-9634-702BEA794899}" srcOrd="1" destOrd="0" presId="urn:microsoft.com/office/officeart/2017/3/layout/Linha do Tempo de Rótulos Horizontais"/>
    <dgm:cxn modelId="{0AB24538-9BA6-44A1-BA14-80061D14A8F4}" type="presParOf" srcId="{68B34C20-0EE9-4A51-9634-702BEA794899}" destId="{1D60394B-1800-4790-9694-08B1C1D1B34D}" srcOrd="0" destOrd="0" presId="urn:microsoft.com/office/officeart/2017/3/layout/Linha do Tempo de Rótulos Horizontais"/>
    <dgm:cxn modelId="{2AAA8EAA-0E27-421D-A811-E0050D6E2E66}" type="presParOf" srcId="{68B34C20-0EE9-4A51-9634-702BEA794899}" destId="{F7828579-24D8-4EC2-A1D6-344D5AD522E4}" srcOrd="1" destOrd="0" presId="urn:microsoft.com/office/officeart/2017/3/layout/Linha do Tempo de Rótulos Horizontais"/>
    <dgm:cxn modelId="{1951676A-386A-4A55-8D85-8529FCA60223}" type="presParOf" srcId="{6AA3FB3F-E213-4147-93D1-22B952CDFE17}" destId="{59F1EF41-14EA-48EE-A559-118169DBDB24}" srcOrd="2" destOrd="0" presId="urn:microsoft.com/office/officeart/2017/3/layout/Linha do Tempo de Rótulos Horizontais"/>
    <dgm:cxn modelId="{FF7D7122-10DC-403C-B42A-BC23EECD800F}" type="presParOf" srcId="{6AA3FB3F-E213-4147-93D1-22B952CDFE17}" destId="{8E0947F0-E28B-4B2E-B1D6-BFEED1AF012B}" srcOrd="3" destOrd="0" presId="urn:microsoft.com/office/officeart/2017/3/layout/Linha do Tempo de Rótulos Horizontais"/>
    <dgm:cxn modelId="{11C26640-7348-4167-8AF4-596740246EB0}" type="presParOf" srcId="{6AA3FB3F-E213-4147-93D1-22B952CDFE17}" destId="{6BA99215-8D0D-4B24-ACDB-B8619064A20A}" srcOrd="4" destOrd="0" presId="urn:microsoft.com/office/officeart/2017/3/layout/Linha do Tempo de Rótulos Horizontais"/>
    <dgm:cxn modelId="{4C86226D-C9C0-4413-B426-06F8252E51C5}" type="presParOf" srcId="{4C5F54B5-504F-4069-AF1D-9A370FBD268C}" destId="{9B2B8A77-95BF-4B3D-B7A2-74A64BEAD033}" srcOrd="3" destOrd="0" presId="urn:microsoft.com/office/officeart/2017/3/layout/Linha do Tempo de Rótulos Horizontais"/>
    <dgm:cxn modelId="{DA1E98F3-DEEF-449E-A505-7BE8E77DC666}" type="presParOf" srcId="{4C5F54B5-504F-4069-AF1D-9A370FBD268C}" destId="{CB500B18-4CCC-44D0-A7EE-E63EC340604C}" srcOrd="4" destOrd="0" presId="urn:microsoft.com/office/officeart/2017/3/layout/Linha do Tempo de Rótulos Horizontais"/>
    <dgm:cxn modelId="{5DE12D35-65C6-43A3-9CCB-9DB1FBB88A6F}" type="presParOf" srcId="{CB500B18-4CCC-44D0-A7EE-E63EC340604C}" destId="{A7F04B95-81DC-4C70-990B-FEE82F4C63E7}" srcOrd="0" destOrd="0" presId="urn:microsoft.com/office/officeart/2017/3/layout/Linha do Tempo de Rótulos Horizontais"/>
    <dgm:cxn modelId="{84E6A2E6-334E-486A-9E18-50B4C9242157}" type="presParOf" srcId="{CB500B18-4CCC-44D0-A7EE-E63EC340604C}" destId="{16384FAB-C600-47F1-91A6-2EF972F345F9}" srcOrd="1" destOrd="0" presId="urn:microsoft.com/office/officeart/2017/3/layout/Linha do Tempo de Rótulos Horizontais"/>
    <dgm:cxn modelId="{0D7AFB00-50B5-4763-8B9B-058959A93926}" type="presParOf" srcId="{16384FAB-C600-47F1-91A6-2EF972F345F9}" destId="{725F2AEF-0925-4411-A89A-5976D96BC3B1}" srcOrd="0" destOrd="0" presId="urn:microsoft.com/office/officeart/2017/3/layout/Linha do Tempo de Rótulos Horizontais"/>
    <dgm:cxn modelId="{6BE0CB7D-05CB-48BF-95E8-5BD301DDCFDF}" type="presParOf" srcId="{16384FAB-C600-47F1-91A6-2EF972F345F9}" destId="{F1CEE27F-E297-4972-B373-BDB021CAF74B}" srcOrd="1" destOrd="0" presId="urn:microsoft.com/office/officeart/2017/3/layout/Linha do Tempo de Rótulos Horizontais"/>
    <dgm:cxn modelId="{73AA2BF1-3651-48D4-B218-B7BECAF7B8D5}" type="presParOf" srcId="{CB500B18-4CCC-44D0-A7EE-E63EC340604C}" destId="{3F1F843F-8CAA-4ECF-B5A2-211D6C43D3C6}" srcOrd="2" destOrd="0" presId="urn:microsoft.com/office/officeart/2017/3/layout/Linha do Tempo de Rótulos Horizontais"/>
    <dgm:cxn modelId="{3C38FC4B-81C9-40B9-BE5E-6E8032D8A2A6}" type="presParOf" srcId="{CB500B18-4CCC-44D0-A7EE-E63EC340604C}" destId="{53B98CC0-1029-46A6-8053-0933F88F7705}" srcOrd="3" destOrd="0" presId="urn:microsoft.com/office/officeart/2017/3/layout/Linha do Tempo de Rótulos Horizontais"/>
    <dgm:cxn modelId="{6DDB047D-A89D-46BF-8D68-1A2DD3FE6D44}" type="presParOf" srcId="{CB500B18-4CCC-44D0-A7EE-E63EC340604C}" destId="{ED7FD386-E91E-4500-9B1B-A5B2EA2DCD9E}" srcOrd="4" destOrd="0" presId="urn:microsoft.com/office/officeart/2017/3/layout/Linha do Tempo de Rótulos Horizontais"/>
    <dgm:cxn modelId="{9964CFD7-6F48-49C4-B1D0-CAE91EE8392A}" type="presParOf" srcId="{4C5F54B5-504F-4069-AF1D-9A370FBD268C}" destId="{17505DA6-AA50-4A6F-BF65-AEC0626F21E7}" srcOrd="5" destOrd="0" presId="urn:microsoft.com/office/officeart/2017/3/layout/Linha do Tempo de Rótulos Horizontais"/>
    <dgm:cxn modelId="{077D56CD-216B-4144-8285-C440870635CE}" type="presParOf" srcId="{4C5F54B5-504F-4069-AF1D-9A370FBD268C}" destId="{32AAFE31-6289-403A-9D13-818F4101EB70}" srcOrd="6" destOrd="0" presId="urn:microsoft.com/office/officeart/2017/3/layout/Linha do Tempo de Rótulos Horizontais"/>
    <dgm:cxn modelId="{AEE12459-472D-4E50-AD1A-103AA5ECE041}" type="presParOf" srcId="{32AAFE31-6289-403A-9D13-818F4101EB70}" destId="{0CFAF01A-0163-4C33-9878-6F2FFD282979}" srcOrd="0" destOrd="0" presId="urn:microsoft.com/office/officeart/2017/3/layout/Linha do Tempo de Rótulos Horizontais"/>
    <dgm:cxn modelId="{7C0C7FA1-38B1-41E2-8324-37F8C3E18388}" type="presParOf" srcId="{32AAFE31-6289-403A-9D13-818F4101EB70}" destId="{2130F610-3DBC-4B00-8F6C-B9F95B3288F3}" srcOrd="1" destOrd="0" presId="urn:microsoft.com/office/officeart/2017/3/layout/Linha do Tempo de Rótulos Horizontais"/>
    <dgm:cxn modelId="{6B19CEAE-7DAE-4D25-9AE7-83D5D68CD4E3}" type="presParOf" srcId="{2130F610-3DBC-4B00-8F6C-B9F95B3288F3}" destId="{F7B633A7-D926-4CBC-87D6-CC10E20E0F4C}" srcOrd="0" destOrd="0" presId="urn:microsoft.com/office/officeart/2017/3/layout/Linha do Tempo de Rótulos Horizontais"/>
    <dgm:cxn modelId="{3A6D131C-9E3F-4362-9410-A2C7ECC37E5D}" type="presParOf" srcId="{2130F610-3DBC-4B00-8F6C-B9F95B3288F3}" destId="{37315AFB-AE24-4940-9EE4-4FD158C8879E}" srcOrd="1" destOrd="0" presId="urn:microsoft.com/office/officeart/2017/3/layout/Linha do Tempo de Rótulos Horizontais"/>
    <dgm:cxn modelId="{50676A17-10C1-4A5A-B876-81A6C10A9BC0}" type="presParOf" srcId="{32AAFE31-6289-403A-9D13-818F4101EB70}" destId="{232CE934-E2E5-4676-AC76-E4B011E79514}" srcOrd="2" destOrd="0" presId="urn:microsoft.com/office/officeart/2017/3/layout/Linha do Tempo de Rótulos Horizontais"/>
    <dgm:cxn modelId="{4FAD5C1C-C77F-4784-ABC4-6135B809E7FE}" type="presParOf" srcId="{32AAFE31-6289-403A-9D13-818F4101EB70}" destId="{E81393AC-A038-4AFA-9F23-B7759047F7CF}" srcOrd="3" destOrd="0" presId="urn:microsoft.com/office/officeart/2017/3/layout/Linha do Tempo de Rótulos Horizontais"/>
    <dgm:cxn modelId="{4B524C2F-81FF-4748-9D31-5E595BAF4236}" type="presParOf" srcId="{32AAFE31-6289-403A-9D13-818F4101EB70}" destId="{E46F4132-D2E1-4357-B1EA-A4E065894E0E}" srcOrd="4" destOrd="0" presId="urn:microsoft.com/office/officeart/2017/3/layout/Linha do Tempo de Rótulos Horizontais"/>
    <dgm:cxn modelId="{DF21DCB6-C69B-4CED-9A48-3A8A2BDA2314}" type="presParOf" srcId="{4C5F54B5-504F-4069-AF1D-9A370FBD268C}" destId="{6ECDF989-E3A2-4C0F-829C-476EE79637D3}" srcOrd="7" destOrd="0" presId="urn:microsoft.com/office/officeart/2017/3/layout/Linha do Tempo de Rótulos Horizontais"/>
    <dgm:cxn modelId="{6939E072-582A-412B-ABC8-1C7B242A5B5D}" type="presParOf" srcId="{4C5F54B5-504F-4069-AF1D-9A370FBD268C}" destId="{9AD9F8DF-24E6-42E6-BBD7-CAE934B7049B}" srcOrd="8" destOrd="0" presId="urn:microsoft.com/office/officeart/2017/3/layout/Linha do Tempo de Rótulos Horizontais"/>
    <dgm:cxn modelId="{03E9C071-AEC7-4E53-81BF-BB08ACD8123A}" type="presParOf" srcId="{9AD9F8DF-24E6-42E6-BBD7-CAE934B7049B}" destId="{FF85B7F5-A04A-4DA0-962A-28F0B197085A}" srcOrd="0" destOrd="0" presId="urn:microsoft.com/office/officeart/2017/3/layout/Linha do Tempo de Rótulos Horizontais"/>
    <dgm:cxn modelId="{A7221E11-CF2F-42E3-B742-89868BAC8143}" type="presParOf" srcId="{9AD9F8DF-24E6-42E6-BBD7-CAE934B7049B}" destId="{FB84B4D0-12DA-4067-A812-4C1E5BFB9CAA}" srcOrd="1" destOrd="0" presId="urn:microsoft.com/office/officeart/2017/3/layout/Linha do Tempo de Rótulos Horizontais"/>
    <dgm:cxn modelId="{4468689B-AAD8-4467-BD3A-1CBBFCF447EF}" type="presParOf" srcId="{FB84B4D0-12DA-4067-A812-4C1E5BFB9CAA}" destId="{DB2625BA-E96D-4321-A7F2-AE977040F570}" srcOrd="0" destOrd="0" presId="urn:microsoft.com/office/officeart/2017/3/layout/Linha do Tempo de Rótulos Horizontais"/>
    <dgm:cxn modelId="{F99AAEA1-2292-48A4-A0FE-C988220C6E4F}" type="presParOf" srcId="{FB84B4D0-12DA-4067-A812-4C1E5BFB9CAA}" destId="{F9E160B8-8143-44D1-A838-77C2420AE054}" srcOrd="1" destOrd="0" presId="urn:microsoft.com/office/officeart/2017/3/layout/Linha do Tempo de Rótulos Horizontais"/>
    <dgm:cxn modelId="{7757A431-916E-4683-A4A6-4FD5323C4AEF}" type="presParOf" srcId="{9AD9F8DF-24E6-42E6-BBD7-CAE934B7049B}" destId="{588DF415-EA5F-44AE-9839-E1C3A488E162}" srcOrd="2" destOrd="0" presId="urn:microsoft.com/office/officeart/2017/3/layout/Linha do Tempo de Rótulos Horizontais"/>
    <dgm:cxn modelId="{6FADBB32-26F5-4A0F-A002-041C5B815D99}" type="presParOf" srcId="{9AD9F8DF-24E6-42E6-BBD7-CAE934B7049B}" destId="{EE901CC3-E71A-4136-9165-6726A2651E59}" srcOrd="3" destOrd="0" presId="urn:microsoft.com/office/officeart/2017/3/layout/Linha do Tempo de Rótulos Horizontais"/>
    <dgm:cxn modelId="{F7801854-DE53-47DA-AB82-1884891AAC99}" type="presParOf" srcId="{9AD9F8DF-24E6-42E6-BBD7-CAE934B7049B}" destId="{E5468A64-0AF7-4360-8F7B-83F41DD84DC6}" srcOrd="4" destOrd="0" presId="urn:microsoft.com/office/officeart/2017/3/layout/Linha do Tempo de Rótulos Horizontai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8B371-2815-4661-9209-F8A29814ADCC}">
      <dsp:nvSpPr>
        <dsp:cNvPr id="0" name=""/>
        <dsp:cNvSpPr/>
      </dsp:nvSpPr>
      <dsp:spPr>
        <a:xfrm>
          <a:off x="0" y="1999456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0927C2-ED0F-4B7F-90DC-820883F6FB08}">
      <dsp:nvSpPr>
        <dsp:cNvPr id="0" name=""/>
        <dsp:cNvSpPr/>
      </dsp:nvSpPr>
      <dsp:spPr>
        <a:xfrm>
          <a:off x="215241" y="1239663"/>
          <a:ext cx="3081563" cy="47986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pt-BR" sz="1200" kern="1200" noProof="0" dirty="0"/>
        </a:p>
      </dsp:txBody>
      <dsp:txXfrm>
        <a:off x="215241" y="1239663"/>
        <a:ext cx="3081563" cy="479869"/>
      </dsp:txXfrm>
    </dsp:sp>
    <dsp:sp modelId="{096A2AA8-BD3C-49CF-A62C-045E5722E0B8}">
      <dsp:nvSpPr>
        <dsp:cNvPr id="0" name=""/>
        <dsp:cNvSpPr/>
      </dsp:nvSpPr>
      <dsp:spPr>
        <a:xfrm>
          <a:off x="215241" y="756194"/>
          <a:ext cx="3081563" cy="48346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1AFB9-88AA-40F5-B960-002F005CCF93}">
      <dsp:nvSpPr>
        <dsp:cNvPr id="0" name=""/>
        <dsp:cNvSpPr/>
      </dsp:nvSpPr>
      <dsp:spPr>
        <a:xfrm>
          <a:off x="1756023" y="1719532"/>
          <a:ext cx="0" cy="279923"/>
        </a:xfrm>
        <a:prstGeom prst="line">
          <a:avLst/>
        </a:prstGeom>
        <a:noFill/>
        <a:ln w="6350" cap="flat" cmpd="sng" algn="ctr">
          <a:solidFill>
            <a:schemeClr val="accent2">
              <a:shade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0971D8-F05B-4392-88C0-D9921BB5F6B0}">
      <dsp:nvSpPr>
        <dsp:cNvPr id="0" name=""/>
        <dsp:cNvSpPr/>
      </dsp:nvSpPr>
      <dsp:spPr>
        <a:xfrm>
          <a:off x="1966129" y="2279380"/>
          <a:ext cx="3081563" cy="47986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1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pt-BR" sz="1800" b="0" kern="1200" noProof="0" dirty="0"/>
        </a:p>
      </dsp:txBody>
      <dsp:txXfrm>
        <a:off x="1966129" y="2279380"/>
        <a:ext cx="3081563" cy="479869"/>
      </dsp:txXfrm>
    </dsp:sp>
    <dsp:sp modelId="{1D60394B-1800-4790-9694-08B1C1D1B34D}">
      <dsp:nvSpPr>
        <dsp:cNvPr id="0" name=""/>
        <dsp:cNvSpPr/>
      </dsp:nvSpPr>
      <dsp:spPr>
        <a:xfrm>
          <a:off x="1966129" y="2759249"/>
          <a:ext cx="3081563" cy="48346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rtlCol="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 noProof="0" dirty="0"/>
        </a:p>
      </dsp:txBody>
      <dsp:txXfrm>
        <a:off x="1966129" y="2759249"/>
        <a:ext cx="3081563" cy="483468"/>
      </dsp:txXfrm>
    </dsp:sp>
    <dsp:sp modelId="{59F1EF41-14EA-48EE-A559-118169DBDB24}">
      <dsp:nvSpPr>
        <dsp:cNvPr id="0" name=""/>
        <dsp:cNvSpPr/>
      </dsp:nvSpPr>
      <dsp:spPr>
        <a:xfrm>
          <a:off x="3506911" y="1999456"/>
          <a:ext cx="0" cy="279923"/>
        </a:xfrm>
        <a:prstGeom prst="line">
          <a:avLst/>
        </a:prstGeom>
        <a:noFill/>
        <a:ln w="6350" cap="flat" cmpd="sng" algn="ctr">
          <a:solidFill>
            <a:schemeClr val="accent2">
              <a:shade val="90000"/>
              <a:hueOff val="3020"/>
              <a:satOff val="-58"/>
              <a:lumOff val="70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A4BB15-A639-4A3F-A939-1337FCD7C72F}">
      <dsp:nvSpPr>
        <dsp:cNvPr id="0" name=""/>
        <dsp:cNvSpPr/>
      </dsp:nvSpPr>
      <dsp:spPr>
        <a:xfrm rot="2700000">
          <a:off x="1724918" y="1968352"/>
          <a:ext cx="62208" cy="62208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947F0-E28B-4B2E-B1D6-BFEED1AF012B}">
      <dsp:nvSpPr>
        <dsp:cNvPr id="0" name=""/>
        <dsp:cNvSpPr/>
      </dsp:nvSpPr>
      <dsp:spPr>
        <a:xfrm rot="2700000">
          <a:off x="3475807" y="1968352"/>
          <a:ext cx="62208" cy="62208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1000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04B95-81DC-4C70-990B-FEE82F4C63E7}">
      <dsp:nvSpPr>
        <dsp:cNvPr id="0" name=""/>
        <dsp:cNvSpPr/>
      </dsp:nvSpPr>
      <dsp:spPr>
        <a:xfrm>
          <a:off x="3717018" y="1239663"/>
          <a:ext cx="3081563" cy="47986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pt-BR" sz="1800" b="0" kern="1200" noProof="0" dirty="0"/>
        </a:p>
      </dsp:txBody>
      <dsp:txXfrm>
        <a:off x="3717018" y="1239663"/>
        <a:ext cx="3081563" cy="479869"/>
      </dsp:txXfrm>
    </dsp:sp>
    <dsp:sp modelId="{725F2AEF-0925-4411-A89A-5976D96BC3B1}">
      <dsp:nvSpPr>
        <dsp:cNvPr id="0" name=""/>
        <dsp:cNvSpPr/>
      </dsp:nvSpPr>
      <dsp:spPr>
        <a:xfrm>
          <a:off x="3717018" y="756194"/>
          <a:ext cx="3081563" cy="48346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rtlCol="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 noProof="0" dirty="0"/>
        </a:p>
      </dsp:txBody>
      <dsp:txXfrm>
        <a:off x="3717018" y="756194"/>
        <a:ext cx="3081563" cy="483468"/>
      </dsp:txXfrm>
    </dsp:sp>
    <dsp:sp modelId="{3F1F843F-8CAA-4ECF-B5A2-211D6C43D3C6}">
      <dsp:nvSpPr>
        <dsp:cNvPr id="0" name=""/>
        <dsp:cNvSpPr/>
      </dsp:nvSpPr>
      <dsp:spPr>
        <a:xfrm>
          <a:off x="5257800" y="1719532"/>
          <a:ext cx="0" cy="279923"/>
        </a:xfrm>
        <a:prstGeom prst="line">
          <a:avLst/>
        </a:prstGeom>
        <a:noFill/>
        <a:ln w="6350" cap="flat" cmpd="sng" algn="ctr">
          <a:solidFill>
            <a:schemeClr val="accent2">
              <a:shade val="90000"/>
              <a:hueOff val="6040"/>
              <a:satOff val="-117"/>
              <a:lumOff val="1411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FAF01A-0163-4C33-9878-6F2FFD282979}">
      <dsp:nvSpPr>
        <dsp:cNvPr id="0" name=""/>
        <dsp:cNvSpPr/>
      </dsp:nvSpPr>
      <dsp:spPr>
        <a:xfrm>
          <a:off x="5467906" y="2279380"/>
          <a:ext cx="3081563" cy="47986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3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3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pt-BR" sz="1800" b="0" kern="1200" noProof="0" dirty="0"/>
        </a:p>
      </dsp:txBody>
      <dsp:txXfrm>
        <a:off x="5467906" y="2279380"/>
        <a:ext cx="3081563" cy="479869"/>
      </dsp:txXfrm>
    </dsp:sp>
    <dsp:sp modelId="{F7B633A7-D926-4CBC-87D6-CC10E20E0F4C}">
      <dsp:nvSpPr>
        <dsp:cNvPr id="0" name=""/>
        <dsp:cNvSpPr/>
      </dsp:nvSpPr>
      <dsp:spPr>
        <a:xfrm>
          <a:off x="5467906" y="2759249"/>
          <a:ext cx="3081563" cy="48346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rtlCol="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 noProof="0" dirty="0"/>
        </a:p>
      </dsp:txBody>
      <dsp:txXfrm>
        <a:off x="5467906" y="2759249"/>
        <a:ext cx="3081563" cy="483468"/>
      </dsp:txXfrm>
    </dsp:sp>
    <dsp:sp modelId="{232CE934-E2E5-4676-AC76-E4B011E79514}">
      <dsp:nvSpPr>
        <dsp:cNvPr id="0" name=""/>
        <dsp:cNvSpPr/>
      </dsp:nvSpPr>
      <dsp:spPr>
        <a:xfrm>
          <a:off x="7008688" y="1999456"/>
          <a:ext cx="0" cy="279923"/>
        </a:xfrm>
        <a:prstGeom prst="line">
          <a:avLst/>
        </a:prstGeom>
        <a:noFill/>
        <a:ln w="6350" cap="flat" cmpd="sng" algn="ctr">
          <a:solidFill>
            <a:schemeClr val="accent2">
              <a:shade val="90000"/>
              <a:hueOff val="9060"/>
              <a:satOff val="-175"/>
              <a:lumOff val="2116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B98CC0-1029-46A6-8053-0933F88F7705}">
      <dsp:nvSpPr>
        <dsp:cNvPr id="0" name=""/>
        <dsp:cNvSpPr/>
      </dsp:nvSpPr>
      <dsp:spPr>
        <a:xfrm rot="2700000">
          <a:off x="5226695" y="1968352"/>
          <a:ext cx="62208" cy="62208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393AC-A038-4AFA-9F23-B7759047F7CF}">
      <dsp:nvSpPr>
        <dsp:cNvPr id="0" name=""/>
        <dsp:cNvSpPr/>
      </dsp:nvSpPr>
      <dsp:spPr>
        <a:xfrm rot="2700000">
          <a:off x="6977584" y="1968352"/>
          <a:ext cx="62208" cy="62208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3000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85B7F5-A04A-4DA0-962A-28F0B197085A}">
      <dsp:nvSpPr>
        <dsp:cNvPr id="0" name=""/>
        <dsp:cNvSpPr/>
      </dsp:nvSpPr>
      <dsp:spPr>
        <a:xfrm>
          <a:off x="7218795" y="1239663"/>
          <a:ext cx="3081563" cy="47986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pt-BR" sz="1800" b="0" kern="1200" noProof="0" dirty="0"/>
        </a:p>
      </dsp:txBody>
      <dsp:txXfrm>
        <a:off x="7218795" y="1239663"/>
        <a:ext cx="3081563" cy="479869"/>
      </dsp:txXfrm>
    </dsp:sp>
    <dsp:sp modelId="{DB2625BA-E96D-4321-A7F2-AE977040F570}">
      <dsp:nvSpPr>
        <dsp:cNvPr id="0" name=""/>
        <dsp:cNvSpPr/>
      </dsp:nvSpPr>
      <dsp:spPr>
        <a:xfrm>
          <a:off x="7218795" y="756194"/>
          <a:ext cx="3081563" cy="48346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rtlCol="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 noProof="0" dirty="0"/>
        </a:p>
      </dsp:txBody>
      <dsp:txXfrm>
        <a:off x="7218795" y="756194"/>
        <a:ext cx="3081563" cy="483468"/>
      </dsp:txXfrm>
    </dsp:sp>
    <dsp:sp modelId="{588DF415-EA5F-44AE-9839-E1C3A488E162}">
      <dsp:nvSpPr>
        <dsp:cNvPr id="0" name=""/>
        <dsp:cNvSpPr/>
      </dsp:nvSpPr>
      <dsp:spPr>
        <a:xfrm>
          <a:off x="8759576" y="1719532"/>
          <a:ext cx="0" cy="279923"/>
        </a:xfrm>
        <a:prstGeom prst="line">
          <a:avLst/>
        </a:prstGeom>
        <a:noFill/>
        <a:ln w="6350" cap="flat" cmpd="sng" algn="ctr">
          <a:solidFill>
            <a:schemeClr val="accent2">
              <a:shade val="90000"/>
              <a:hueOff val="12079"/>
              <a:satOff val="-233"/>
              <a:lumOff val="2822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01CC3-E71A-4136-9165-6726A2651E59}">
      <dsp:nvSpPr>
        <dsp:cNvPr id="0" name=""/>
        <dsp:cNvSpPr/>
      </dsp:nvSpPr>
      <dsp:spPr>
        <a:xfrm rot="2700000">
          <a:off x="8728472" y="1968352"/>
          <a:ext cx="62208" cy="62208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Linha do Tempo de Rótulos Horizontais">
  <dgm:title val="Linha do Tempo de Rótulos Horizontais"/>
  <dgm:desc val="Use para mostrar uma lista de eventos em ordem cronológica. A forma retangular contém a descrição e a data é mostrada imediatamente abaixo. Ela pode exibir uma grande quantidade de texto e formato de data de comprimento médio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2F9D99-63C1-4FD6-9D56-DAE59BF4BB7F}" type="datetime1">
              <a:rPr lang="pt-BR" smtClean="0"/>
              <a:t>14/03/2026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F555657-0A12-495F-9FFA-D8F7554E7C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290AA-97DC-487B-AEFC-B960C2F6AD22}" type="datetime1">
              <a:rPr lang="pt-BR" smtClean="0"/>
              <a:pPr/>
              <a:t>14/03/2026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2780FBB-F712-42E7-8C2F-226D98798B3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224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764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432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7321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24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308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805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DC0559-D619-4E56-BF6F-3712370C215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238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366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666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087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97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tângulo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pic>
        <p:nvPicPr>
          <p:cNvPr id="17" name="Imagem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pt-BR" noProof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7050" y="3600450"/>
            <a:ext cx="9144000" cy="2451100"/>
          </a:xfrm>
        </p:spPr>
        <p:txBody>
          <a:bodyPr rtlCol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555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tângulo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Quadro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rtlCol="0" anchor="t">
            <a:normAutofit/>
          </a:bodyPr>
          <a:lstStyle/>
          <a:p>
            <a:pPr rtl="0"/>
            <a:endParaRPr lang="pt-BR" sz="4400" noProof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rtlCol="0"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indent="-228600" rtl="0"/>
            <a:endParaRPr lang="pt-BR" sz="1800" noProof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5" name="Espaço Reservado para Imagem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6" name="Espaço Reservado para Imagem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7" name="Espaço Reservado para Imagem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0991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B910AFBC-7932-43F4-ABEA-C89B2698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rtlCol="0" anchor="b">
            <a:normAutofit/>
          </a:bodyPr>
          <a:lstStyle/>
          <a:p>
            <a:pPr rtl="0"/>
            <a:endParaRPr lang="pt-BR" sz="4400" noProof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1178A42D-5ED2-4AB6-BE4B-41090743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marL="228600" indent="-228600" rtl="0"/>
            <a:endParaRPr lang="pt-BR" sz="1800" noProof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29" name="Espaço Reservado para Data 1">
            <a:extLst>
              <a:ext uri="{FF2B5EF4-FFF2-40B4-BE49-F238E27FC236}">
                <a16:creationId xmlns:a16="http://schemas.microsoft.com/office/drawing/2014/main" id="{4D9A7D07-2BA3-438D-972B-EA57837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C8720583-BC84-48EB-85BC-AE71214A3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0" y="0"/>
            <a:ext cx="4599432" cy="228600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25" name="Espaço Reservado para Imagem 23">
            <a:extLst>
              <a:ext uri="{FF2B5EF4-FFF2-40B4-BE49-F238E27FC236}">
                <a16:creationId xmlns:a16="http://schemas.microsoft.com/office/drawing/2014/main" id="{C3F0A5CD-C47A-4CDF-BE99-75F3A81B18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9520" y="2286000"/>
            <a:ext cx="4599432" cy="228600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26" name="Espaço Reservado para Imagem 23">
            <a:extLst>
              <a:ext uri="{FF2B5EF4-FFF2-40B4-BE49-F238E27FC236}">
                <a16:creationId xmlns:a16="http://schemas.microsoft.com/office/drawing/2014/main" id="{7329454B-9275-4E86-B32E-91C0DB62AA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89520" y="4572000"/>
            <a:ext cx="4599432" cy="228600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30" name="Espaço Reservado para Rodapé 2">
            <a:extLst>
              <a:ext uri="{FF2B5EF4-FFF2-40B4-BE49-F238E27FC236}">
                <a16:creationId xmlns:a16="http://schemas.microsoft.com/office/drawing/2014/main" id="{21E9E1BF-D594-4F96-8DBE-5A8DD51D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>
            <a:lvl1pPr algn="l"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31" name="Espaço Reservado para o Número do Slide 3">
            <a:extLst>
              <a:ext uri="{FF2B5EF4-FFF2-40B4-BE49-F238E27FC236}">
                <a16:creationId xmlns:a16="http://schemas.microsoft.com/office/drawing/2014/main" id="{C30FDEF8-F3F3-42D5-9EE1-EDDF18B3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9179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bra de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tângulo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 useBgFill="1">
        <p:nvSpPr>
          <p:cNvPr id="8" name="Forma livre: Forma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9" name="Quadro 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/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 rtl="0"/>
            <a:endParaRPr lang="pt-BR" noProof="0">
              <a:solidFill>
                <a:srgbClr val="FFFFFF"/>
              </a:solidFill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20" name="Espaço Reservado para Imagem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600450"/>
            <a:ext cx="5322888" cy="2451100"/>
          </a:xfrm>
        </p:spPr>
        <p:txBody>
          <a:bodyPr rtlCol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509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inha do tempo do gráfico da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2685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tângulo 11">
            <a:extLst>
              <a:ext uri="{FF2B5EF4-FFF2-40B4-BE49-F238E27FC236}">
                <a16:creationId xmlns:a16="http://schemas.microsoft.com/office/drawing/2014/main" id="{F03B5BF0-238D-481F-A15B-206D1E2F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 useBgFill="1">
        <p:nvSpPr>
          <p:cNvPr id="13" name="Retângulo 12">
            <a:extLst>
              <a:ext uri="{FF2B5EF4-FFF2-40B4-BE49-F238E27FC236}">
                <a16:creationId xmlns:a16="http://schemas.microsoft.com/office/drawing/2014/main" id="{7578E43B-8F1B-4CBD-B09E-5AD9A247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4" name="Quadro 13">
            <a:extLst>
              <a:ext uri="{FF2B5EF4-FFF2-40B4-BE49-F238E27FC236}">
                <a16:creationId xmlns:a16="http://schemas.microsoft.com/office/drawing/2014/main" id="{737C17C2-E2A6-4219-AE02-C8EAF943C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AE7BC3CE-3806-41F3-B4F6-EBB2C3E9E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" y="484632"/>
            <a:ext cx="12179808" cy="5907024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FDC036CF-E92D-4E80-8E6B-1B06EDDFD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271016"/>
            <a:ext cx="4800600" cy="3749040"/>
          </a:xfrm>
        </p:spPr>
        <p:txBody>
          <a:bodyPr rtlCol="0" anchor="b" anchorCtr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BADCFE1B-ABA2-4B11-B7DE-02CE383D6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5779"/>
            <a:ext cx="4800600" cy="1066800"/>
          </a:xfrm>
        </p:spPr>
        <p:txBody>
          <a:bodyPr rtlCol="0">
            <a:normAutofit/>
          </a:bodyPr>
          <a:lstStyle>
            <a:lvl1pPr marL="228600" indent="0">
              <a:buNone/>
              <a:defRPr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8290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1B84B862-7F1F-4B98-B437-936D8A73A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664" y="2240280"/>
            <a:ext cx="2286000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6" name="Espaço Reservado para Imagem 14">
            <a:extLst>
              <a:ext uri="{FF2B5EF4-FFF2-40B4-BE49-F238E27FC236}">
                <a16:creationId xmlns:a16="http://schemas.microsoft.com/office/drawing/2014/main" id="{C76B23B2-3605-4292-9F96-F34651B689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2240280"/>
            <a:ext cx="2286000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7" name="Espaço Reservado para Imagem 14">
            <a:extLst>
              <a:ext uri="{FF2B5EF4-FFF2-40B4-BE49-F238E27FC236}">
                <a16:creationId xmlns:a16="http://schemas.microsoft.com/office/drawing/2014/main" id="{AB1E9EC3-2FB6-4E1C-8211-306450FDE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5936" y="2267712"/>
            <a:ext cx="2286000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8" name="Espaço Reservado para Imagem 14">
            <a:extLst>
              <a:ext uri="{FF2B5EF4-FFF2-40B4-BE49-F238E27FC236}">
                <a16:creationId xmlns:a16="http://schemas.microsoft.com/office/drawing/2014/main" id="{F3628146-045F-4FBC-A365-3D1D4B3D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3144" y="2267712"/>
            <a:ext cx="2286000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CB50972B-CA23-4B92-987F-EE48ECCFF5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363" y="4733925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8DE19225-DA72-4A39-8CFD-695BFBB93E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" y="5343144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E66A7C97-DBB6-4333-B12F-E26C38E69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728" y="4733925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5" name="Espaço Reservado para Texto 19">
            <a:extLst>
              <a:ext uri="{FF2B5EF4-FFF2-40B4-BE49-F238E27FC236}">
                <a16:creationId xmlns:a16="http://schemas.microsoft.com/office/drawing/2014/main" id="{041FA0B5-660E-478A-AF8A-196DBD6AE4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029" y="5343144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6" name="Espaço Reservado para Texto 19">
            <a:extLst>
              <a:ext uri="{FF2B5EF4-FFF2-40B4-BE49-F238E27FC236}">
                <a16:creationId xmlns:a16="http://schemas.microsoft.com/office/drawing/2014/main" id="{77C92085-3D01-44E4-BA12-E39F1EA0A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7973" y="4733544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35DA97BC-7224-440A-A227-8F4A101804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7274" y="5342763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8" name="Espaço Reservado para Texto 19">
            <a:extLst>
              <a:ext uri="{FF2B5EF4-FFF2-40B4-BE49-F238E27FC236}">
                <a16:creationId xmlns:a16="http://schemas.microsoft.com/office/drawing/2014/main" id="{C236524B-4724-42FA-A2B2-33566478F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39" y="4737100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9" name="Espaço Reservado para Texto 19">
            <a:extLst>
              <a:ext uri="{FF2B5EF4-FFF2-40B4-BE49-F238E27FC236}">
                <a16:creationId xmlns:a16="http://schemas.microsoft.com/office/drawing/2014/main" id="{5F7DE4ED-8F4D-465C-86B4-2372AE291F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3940" y="5346319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8045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e conteúdo 2 (slide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60320"/>
            <a:ext cx="5157787" cy="3446463"/>
          </a:xfrm>
          <a:solidFill>
            <a:schemeClr val="bg1"/>
          </a:solidFill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60320"/>
            <a:ext cx="5183188" cy="3446463"/>
          </a:xfrm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351C83D0-CBAB-4E41-89AB-89FF36D38A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9C302BB0-D231-4195-8083-264C01DF99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2011680"/>
            <a:ext cx="5157787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3" name="Espaço Reservado para Texto 4">
            <a:extLst>
              <a:ext uri="{FF2B5EF4-FFF2-40B4-BE49-F238E27FC236}">
                <a16:creationId xmlns:a16="http://schemas.microsoft.com/office/drawing/2014/main" id="{5B2A70FA-99E0-466C-AC57-33C48353B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027" y="2011680"/>
            <a:ext cx="5183187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94574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e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85800"/>
            <a:ext cx="10515600" cy="132588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011680"/>
            <a:ext cx="3383280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60320"/>
            <a:ext cx="3383280" cy="3446463"/>
          </a:xfrm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04360" y="2011680"/>
            <a:ext cx="3383280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04360" y="2560320"/>
            <a:ext cx="3383280" cy="3446463"/>
          </a:xfrm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0" name="Espaço Reservado para Texto 4">
            <a:extLst>
              <a:ext uri="{FF2B5EF4-FFF2-40B4-BE49-F238E27FC236}">
                <a16:creationId xmlns:a16="http://schemas.microsoft.com/office/drawing/2014/main" id="{422881CE-A366-4A3A-AE00-9B14BEFE4A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68934" y="2011680"/>
            <a:ext cx="3383280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1" name="Espaço Reservado para Conteúdo 5">
            <a:extLst>
              <a:ext uri="{FF2B5EF4-FFF2-40B4-BE49-F238E27FC236}">
                <a16:creationId xmlns:a16="http://schemas.microsoft.com/office/drawing/2014/main" id="{3CF16E98-73C9-47B5-B88B-9120BEB9F09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968934" y="2560320"/>
            <a:ext cx="3383280" cy="3446463"/>
          </a:xfrm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5887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73294AE-7408-47DB-898D-41F8C069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rtlCol="0" anchor="b">
            <a:normAutofit/>
          </a:bodyPr>
          <a:lstStyle/>
          <a:p>
            <a:pPr rtl="0"/>
            <a:endParaRPr lang="pt-BR" sz="4400" noProof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E973052A-4118-4E04-81F8-A44EC172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</a:lstStyle>
          <a:p>
            <a:pPr marL="228600" indent="-228600" rtl="0"/>
            <a:endParaRPr lang="pt-BR" sz="2000" noProof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8988D1E1-6064-4D6A-9EB1-578E20A2A0ED}"/>
              </a:ext>
            </a:extLst>
          </p:cNvPr>
          <p:cNvSpPr txBox="1">
            <a:spLocks/>
          </p:cNvSpPr>
          <p:nvPr userDrawn="1"/>
        </p:nvSpPr>
        <p:spPr>
          <a:xfrm>
            <a:off x="841248" y="6429375"/>
            <a:ext cx="264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41C1C9EE-468A-4BE8-AC35-FC28F9E70D51}" type="datetime1">
              <a:rPr lang="pt-BR" noProof="0" smtClean="0">
                <a:solidFill>
                  <a:schemeClr val="tx2">
                    <a:alpha val="60000"/>
                  </a:schemeClr>
                </a:solidFill>
              </a:rPr>
              <a:t>14/03/2026</a:t>
            </a:fld>
            <a:endParaRPr lang="pt-BR" noProof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BD47C5CB-0317-4DC6-A76F-38A5BB1FD1C2}"/>
              </a:ext>
            </a:extLst>
          </p:cNvPr>
          <p:cNvSpPr txBox="1">
            <a:spLocks/>
          </p:cNvSpPr>
          <p:nvPr userDrawn="1"/>
        </p:nvSpPr>
        <p:spPr>
          <a:xfrm>
            <a:off x="4044696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 noProof="0">
                <a:solidFill>
                  <a:schemeClr val="tx2">
                    <a:alpha val="60000"/>
                  </a:schemeClr>
                </a:solidFill>
              </a:rPr>
              <a:t>Exemplo de texto de rodapé</a:t>
            </a:r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8CCF6E15-0BE7-453B-BBD4-B379C390AD22}"/>
              </a:ext>
            </a:extLst>
          </p:cNvPr>
          <p:cNvSpPr txBox="1">
            <a:spLocks/>
          </p:cNvSpPr>
          <p:nvPr userDrawn="1"/>
        </p:nvSpPr>
        <p:spPr>
          <a:xfrm>
            <a:off x="8613648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28844951-7827-47D4-8276-7DDE1FA7D85A}" type="slidenum">
              <a:rPr lang="pt-BR" noProof="0" smtClean="0">
                <a:solidFill>
                  <a:schemeClr val="tx2">
                    <a:alpha val="60000"/>
                  </a:schemeClr>
                </a:solidFill>
              </a:rPr>
              <a:pPr rtl="0"/>
              <a:t>‹nº›</a:t>
            </a:fld>
            <a:endParaRPr lang="pt-BR" noProof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0E092228-4487-4E3A-AEE3-12DC34A06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4928" y="484632"/>
            <a:ext cx="4279392" cy="2862072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5" name="Espaço Reservado para Imagem 13">
            <a:extLst>
              <a:ext uri="{FF2B5EF4-FFF2-40B4-BE49-F238E27FC236}">
                <a16:creationId xmlns:a16="http://schemas.microsoft.com/office/drawing/2014/main" id="{6AB20921-6E7F-4BD8-9399-D18CABB64B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4928" y="3511296"/>
            <a:ext cx="4279392" cy="2862072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3043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022B425-A1C3-4DFE-BF49-1B9F96D4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rtlCol="0" anchor="t">
            <a:normAutofit/>
          </a:bodyPr>
          <a:lstStyle/>
          <a:p>
            <a:pPr rtl="0"/>
            <a:endParaRPr lang="pt-BR" sz="4400" noProof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2AEC60F9-EA79-4A18-B040-024AFB62FD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" y="484632"/>
            <a:ext cx="11210544" cy="319125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3B88B7B-A749-40EA-A140-38D1E04E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rtlCol="0"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indent="-228600" rtl="0"/>
            <a:endParaRPr lang="pt-BR" sz="1800" noProof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8489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61320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2095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3987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54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9012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8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57399"/>
            <a:ext cx="5181600" cy="4119563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57399"/>
            <a:ext cx="5181600" cy="4119563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697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76813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85800"/>
            <a:ext cx="3932237" cy="13716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685801"/>
            <a:ext cx="6172200" cy="51752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209800"/>
            <a:ext cx="3932237" cy="36591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77615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85800"/>
            <a:ext cx="3932237" cy="13716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209800"/>
            <a:ext cx="3932237" cy="36591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7408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Quadro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>
                <a:solidFill>
                  <a:srgbClr val="FFFFFF"/>
                </a:solidFill>
              </a:rPr>
              <a:t>EXEMPLO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pPr rtl="0"/>
            <a:fld id="{28844951-7827-47D4-8276-7DDE1FA7D85A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145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9" r:id="rId3"/>
    <p:sldLayoutId id="2147483698" r:id="rId4"/>
    <p:sldLayoutId id="2147483686" r:id="rId5"/>
    <p:sldLayoutId id="2147483700" r:id="rId6"/>
    <p:sldLayoutId id="2147483705" r:id="rId7"/>
    <p:sldLayoutId id="2147483689" r:id="rId8"/>
    <p:sldLayoutId id="2147483704" r:id="rId9"/>
    <p:sldLayoutId id="2147483702" r:id="rId10"/>
    <p:sldLayoutId id="2147483701" r:id="rId11"/>
    <p:sldLayoutId id="2147483703" r:id="rId12"/>
    <p:sldLayoutId id="2147483685" r:id="rId13"/>
    <p:sldLayoutId id="2147483687" r:id="rId14"/>
    <p:sldLayoutId id="2147483688" r:id="rId15"/>
    <p:sldLayoutId id="2147483690" r:id="rId16"/>
    <p:sldLayoutId id="2147483692" r:id="rId17"/>
    <p:sldLayoutId id="2147483693" r:id="rId18"/>
  </p:sldLayoutIdLst>
  <p:hf hd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32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E9A7C78-91FD-4B88-953D-5A4363761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 rtlCol="0" anchor="b" anchorCtr="0"/>
          <a:lstStyle/>
          <a:p>
            <a:pPr rtl="0"/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AD04BED3-CF2E-4CAD-8CE8-ED3ED12AEB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3600450"/>
            <a:ext cx="9144000" cy="2451100"/>
          </a:xfrm>
        </p:spPr>
        <p:txBody>
          <a:bodyPr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57686-487A-4245-814E-58B1C25C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6566BB-9632-4FD7-9FFC-FD3C43D3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</p:txBody>
      </p:sp>
      <p:pic>
        <p:nvPicPr>
          <p:cNvPr id="9" name="Espaço Reservado para Imagem 8" descr="Foto de um artista mergulhando um pincel em uma paleta de tintas">
            <a:extLst>
              <a:ext uri="{FF2B5EF4-FFF2-40B4-BE49-F238E27FC236}">
                <a16:creationId xmlns:a16="http://schemas.microsoft.com/office/drawing/2014/main" id="{39953FF0-412E-4D4D-91B1-A91C65C4662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538" y="4059936"/>
            <a:ext cx="2807208" cy="2322576"/>
          </a:xfrm>
        </p:spPr>
      </p:pic>
      <p:pic>
        <p:nvPicPr>
          <p:cNvPr id="11" name="Espaço Reservado para Imagem 10" descr="Foto de um artista abrindo um tubo de tinta">
            <a:extLst>
              <a:ext uri="{FF2B5EF4-FFF2-40B4-BE49-F238E27FC236}">
                <a16:creationId xmlns:a16="http://schemas.microsoft.com/office/drawing/2014/main" id="{0CF184A7-72F0-4298-BD0F-B461E6A4355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1840" y="4059936"/>
            <a:ext cx="2807208" cy="2322576"/>
          </a:xfrm>
        </p:spPr>
      </p:pic>
      <p:pic>
        <p:nvPicPr>
          <p:cNvPr id="13" name="Espaço Reservado para Imagem 12" descr="Foto de um artista molhando o pincel com tinta laranja em uma paleta">
            <a:extLst>
              <a:ext uri="{FF2B5EF4-FFF2-40B4-BE49-F238E27FC236}">
                <a16:creationId xmlns:a16="http://schemas.microsoft.com/office/drawing/2014/main" id="{DB4636A3-BAA9-469C-8F28-2B0A9530D27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9048" y="4059936"/>
            <a:ext cx="2807208" cy="2322576"/>
          </a:xfrm>
        </p:spPr>
      </p:pic>
      <p:pic>
        <p:nvPicPr>
          <p:cNvPr id="15" name="Espaço Reservado para Imagem 14" descr="Foto de um pincel com tinta azul e branca">
            <a:extLst>
              <a:ext uri="{FF2B5EF4-FFF2-40B4-BE49-F238E27FC236}">
                <a16:creationId xmlns:a16="http://schemas.microsoft.com/office/drawing/2014/main" id="{AECBB048-D3B9-4FE4-A34B-876DE7D50C8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6256" y="4059936"/>
            <a:ext cx="2807208" cy="2322576"/>
          </a:xfrm>
        </p:spPr>
      </p:pic>
      <p:sp>
        <p:nvSpPr>
          <p:cNvPr id="17" name="Espaço Reservado para Rodapé 16">
            <a:extLst>
              <a:ext uri="{FF2B5EF4-FFF2-40B4-BE49-F238E27FC236}">
                <a16:creationId xmlns:a16="http://schemas.microsoft.com/office/drawing/2014/main" id="{FF014D18-B223-4ED4-BCCA-1E4C3828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18" name="Espaço Reservado para o Número do Slide 17">
            <a:extLst>
              <a:ext uri="{FF2B5EF4-FFF2-40B4-BE49-F238E27FC236}">
                <a16:creationId xmlns:a16="http://schemas.microsoft.com/office/drawing/2014/main" id="{41898C30-E58E-4EC9-8A27-DF1822A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34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49352-2AB0-4ADD-96B9-AB0FAECB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49AA98-AED4-4FAD-999C-98B64BB9D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. </a:t>
            </a:r>
          </a:p>
        </p:txBody>
      </p:sp>
      <p:pic>
        <p:nvPicPr>
          <p:cNvPr id="8" name="Espaço Reservado para Imagem 7" descr="Foto de um pincel com tinta azul e branca">
            <a:extLst>
              <a:ext uri="{FF2B5EF4-FFF2-40B4-BE49-F238E27FC236}">
                <a16:creationId xmlns:a16="http://schemas.microsoft.com/office/drawing/2014/main" id="{2088C71B-3F8B-4679-8801-8C4C86D45C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89520" y="0"/>
            <a:ext cx="4599432" cy="2286000"/>
          </a:xfrm>
        </p:spPr>
      </p:pic>
      <p:pic>
        <p:nvPicPr>
          <p:cNvPr id="10" name="Espaço Reservado para Imagem 9" descr="Imagem de formas triangulares coloridas">
            <a:extLst>
              <a:ext uri="{FF2B5EF4-FFF2-40B4-BE49-F238E27FC236}">
                <a16:creationId xmlns:a16="http://schemas.microsoft.com/office/drawing/2014/main" id="{96812000-377B-4B9A-A2C2-AFDD83B7A3F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89520" y="2286000"/>
            <a:ext cx="4599432" cy="2286000"/>
          </a:xfrm>
        </p:spPr>
      </p:pic>
      <p:pic>
        <p:nvPicPr>
          <p:cNvPr id="12" name="Espaço Reservado para Imagem 11" descr="Foto de mãos com reflexo de luzes coloridas">
            <a:extLst>
              <a:ext uri="{FF2B5EF4-FFF2-40B4-BE49-F238E27FC236}">
                <a16:creationId xmlns:a16="http://schemas.microsoft.com/office/drawing/2014/main" id="{4F42B7E8-FEA7-4E82-B22D-FA992604095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89520" y="4572000"/>
            <a:ext cx="4599432" cy="2286000"/>
          </a:xfrm>
        </p:spPr>
      </p:pic>
      <p:sp>
        <p:nvSpPr>
          <p:cNvPr id="82" name="Espaço Reservado para Rodapé 81">
            <a:extLst>
              <a:ext uri="{FF2B5EF4-FFF2-40B4-BE49-F238E27FC236}">
                <a16:creationId xmlns:a16="http://schemas.microsoft.com/office/drawing/2014/main" id="{503949B9-68A2-4ABE-91ED-37C05B24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8" name="Espaço Reservado para o Número do Slide 17">
            <a:extLst>
              <a:ext uri="{FF2B5EF4-FFF2-40B4-BE49-F238E27FC236}">
                <a16:creationId xmlns:a16="http://schemas.microsoft.com/office/drawing/2014/main" id="{7CCCE07D-3B17-42EC-AE9C-222D1314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34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8E50F-247A-4628-90BB-62A60E396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 rtlCol="0"/>
          <a:lstStyle/>
          <a:p>
            <a:pPr rtl="0"/>
            <a:r>
              <a:rPr lang="pt-BR"/>
              <a:t>Tópico 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2A8BE8-DC21-47DE-B6F3-7DC95B43C5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00450"/>
            <a:ext cx="5322888" cy="2451100"/>
          </a:xfrm>
        </p:spPr>
        <p:txBody>
          <a:bodyPr rtlCol="0"/>
          <a:lstStyle/>
          <a:p>
            <a:pPr rtl="0"/>
            <a:r>
              <a:rPr lang="pt-BR"/>
              <a:t>Subtítulo</a:t>
            </a:r>
          </a:p>
        </p:txBody>
      </p:sp>
      <p:pic>
        <p:nvPicPr>
          <p:cNvPr id="7" name="Espaço Reservado para Imagem 6" descr="Foto de pontas de lápis de cor">
            <a:extLst>
              <a:ext uri="{FF2B5EF4-FFF2-40B4-BE49-F238E27FC236}">
                <a16:creationId xmlns:a16="http://schemas.microsoft.com/office/drawing/2014/main" id="{4C238EB8-09B7-4151-B562-13B050D4A3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4848" y="905256"/>
            <a:ext cx="4581144" cy="2450592"/>
          </a:xfrm>
        </p:spPr>
      </p:pic>
      <p:pic>
        <p:nvPicPr>
          <p:cNvPr id="9" name="Espaço Reservado para Imagem 8" descr="Foto de giz de cera &#10;">
            <a:extLst>
              <a:ext uri="{FF2B5EF4-FFF2-40B4-BE49-F238E27FC236}">
                <a16:creationId xmlns:a16="http://schemas.microsoft.com/office/drawing/2014/main" id="{8C7F1323-5935-4F21-BFEA-E642AAB30A7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4848" y="3520440"/>
            <a:ext cx="4581144" cy="2450592"/>
          </a:xfrm>
        </p:spPr>
      </p:pic>
    </p:spTree>
    <p:extLst>
      <p:ext uri="{BB962C8B-B14F-4D97-AF65-F5344CB8AC3E}">
        <p14:creationId xmlns:p14="http://schemas.microsoft.com/office/powerpoint/2010/main" val="269319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D5648-EC4F-4D61-9453-4E038C03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 rtlCol="0"/>
          <a:lstStyle/>
          <a:p>
            <a:pPr rtl="0"/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DB13B542-F2C8-4DDB-8199-7150628CC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234952"/>
              </p:ext>
            </p:extLst>
          </p:nvPr>
        </p:nvGraphicFramePr>
        <p:xfrm>
          <a:off x="838200" y="2178050"/>
          <a:ext cx="10515600" cy="267335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2083086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55679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650943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625407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8504782"/>
                    </a:ext>
                  </a:extLst>
                </a:gridCol>
              </a:tblGrid>
              <a:tr h="534670"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b="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b="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b="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915843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 rtl="0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264551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704028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564177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endParaRPr lang="pt-BR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840364"/>
                  </a:ext>
                </a:extLst>
              </a:tr>
            </a:tbl>
          </a:graphicData>
        </a:graphic>
      </p:graphicFrame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1E6AD-E6EE-4A80-8931-5E7F66D2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E7BA18D9-DF9D-45C8-A71D-661F2BD2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19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Imagem 5" descr="Foto de pincel misturando cores em uma paleta&#10;">
            <a:extLst>
              <a:ext uri="{FF2B5EF4-FFF2-40B4-BE49-F238E27FC236}">
                <a16:creationId xmlns:a16="http://schemas.microsoft.com/office/drawing/2014/main" id="{1BBA7D00-FBC1-4E10-8B44-A05F4AD3FA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" y="484632"/>
            <a:ext cx="12179808" cy="5907024"/>
          </a:xfrm>
        </p:spPr>
      </p:pic>
      <p:sp>
        <p:nvSpPr>
          <p:cNvPr id="20" name="Título 19">
            <a:extLst>
              <a:ext uri="{FF2B5EF4-FFF2-40B4-BE49-F238E27FC236}">
                <a16:creationId xmlns:a16="http://schemas.microsoft.com/office/drawing/2014/main" id="{2DB3B99A-1BFE-45FD-89BB-94C4EC58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016"/>
            <a:ext cx="4800600" cy="3749040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0D0082-0478-4749-89B1-BE87392F40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4835779"/>
            <a:ext cx="4800600" cy="1066800"/>
          </a:xfrm>
        </p:spPr>
        <p:txBody>
          <a:bodyPr rtlCol="0" anchor="ctr" anchorCtr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B464640-8ACA-4AEB-B9BF-A79783A1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A36E7A03-635E-4F0D-9A7F-96B13283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06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191B0-6EB1-465F-8485-17B0C7B5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 rtlCol="0"/>
          <a:lstStyle/>
          <a:p>
            <a:pPr rtl="0"/>
            <a:r>
              <a:rPr lang="pt-BR"/>
              <a:t>Equipe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FC94EEF9-0CF4-434D-9868-AE735CC53A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1363" y="4733925"/>
            <a:ext cx="2286000" cy="5905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FA6A7275-10D7-4DB4-B4FD-66C06A912C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0664" y="5343144"/>
            <a:ext cx="2286000" cy="5905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25736EB0-F73E-44B4-B638-760ED79C2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38728" y="4733925"/>
            <a:ext cx="2286000" cy="5905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75C268D6-CC67-4C61-B281-E4B2CD8259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38029" y="5343144"/>
            <a:ext cx="2286000" cy="5905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747ABDB0-2F98-4D4F-92DF-9865CCF81C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67973" y="4733544"/>
            <a:ext cx="2286000" cy="5905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F62B1653-BD0E-491E-A274-F7842F5675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67274" y="5342763"/>
            <a:ext cx="2286000" cy="5905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5FE24DC7-B82C-4A22-ADDC-66ABB6E19D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64639" y="4737100"/>
            <a:ext cx="2286000" cy="5905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AC09A9D4-D95C-4B18-A20A-3F82AA3BAC2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63940" y="5346319"/>
            <a:ext cx="2286000" cy="5905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2" name="Espaço Reservado para Rodapé 31">
            <a:extLst>
              <a:ext uri="{FF2B5EF4-FFF2-40B4-BE49-F238E27FC236}">
                <a16:creationId xmlns:a16="http://schemas.microsoft.com/office/drawing/2014/main" id="{E7A32522-24F0-40A6-92CF-E4C87EBE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3" name="Espaço Reservado para o Número do Slide 32">
            <a:extLst>
              <a:ext uri="{FF2B5EF4-FFF2-40B4-BE49-F238E27FC236}">
                <a16:creationId xmlns:a16="http://schemas.microsoft.com/office/drawing/2014/main" id="{E5D12020-B189-4032-A749-FA4A2661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F28081D6-C7AB-AE1D-0E90-E7A3D2A058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86DE99D9-1D09-E54E-F5A4-7A7B937BF0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685357BE-27F1-0A1F-E921-219B2B399D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636F6392-1D0E-BE33-8ACD-3288342F9F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60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51886-AA43-422E-B193-F1F3DF7D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 rtlCol="0"/>
          <a:lstStyle/>
          <a:p>
            <a:pPr rtl="0"/>
            <a:endParaRPr lang="pt-BR" dirty="0"/>
          </a:p>
        </p:txBody>
      </p:sp>
      <p:graphicFrame>
        <p:nvGraphicFramePr>
          <p:cNvPr id="4" name="Espaço Reservado para Conteúdo 3" descr="Linha do tempo">
            <a:extLst>
              <a:ext uri="{FF2B5EF4-FFF2-40B4-BE49-F238E27FC236}">
                <a16:creationId xmlns:a16="http://schemas.microsoft.com/office/drawing/2014/main" id="{4424901C-24B0-4C46-B815-EB0C38D742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521187"/>
              </p:ext>
            </p:extLst>
          </p:nvPr>
        </p:nvGraphicFramePr>
        <p:xfrm>
          <a:off x="838200" y="2178050"/>
          <a:ext cx="10515600" cy="3998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75AFC8-8A78-4AE3-A237-4E17FE12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D03D7EC-E54B-4E0E-A5C3-7071C72A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647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518F4-D13C-40F3-9843-13BBC3B8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33E194-371F-4D5A-8C83-2CCE5A3D6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11680"/>
            <a:ext cx="5157787" cy="530352"/>
          </a:xfrm>
        </p:spPr>
        <p:txBody>
          <a:bodyPr rtlCol="0" anchor="t" anchorCtr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BA94CC-2803-437F-B79F-A5067E280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5157787" cy="3446463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  <a:p>
            <a:pPr rtl="0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4A59DFC-7CFF-494D-8C86-6FE1749742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9027" y="2011680"/>
            <a:ext cx="5183187" cy="530352"/>
          </a:xfrm>
        </p:spPr>
        <p:txBody>
          <a:bodyPr rtlCol="0" anchor="t" anchorCtr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397F57A-AEBE-465C-9EF7-E78B1CDEC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60320"/>
            <a:ext cx="5183188" cy="3446463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D187DA-D1E6-4203-8426-B028CDCA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7BD57D52-635E-45A8-AB12-6DAF7831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47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60FCC-0BF5-45B2-9CDD-17A4BA18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BA67A4-895F-49F8-97D0-7158E0597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383280" cy="530352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0BAF9D-516C-4AC0-B83C-33BFA6E28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3383280" cy="3446463"/>
          </a:xfrm>
        </p:spPr>
        <p:txBody>
          <a:bodyPr rtlCol="0">
            <a:noAutofit/>
          </a:bodyPr>
          <a:lstStyle/>
          <a:p>
            <a:pPr rtl="0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51D7A3-45F6-43A4-8ADB-05DA212AD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4360" y="2011680"/>
            <a:ext cx="3383280" cy="530352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22558-08EA-41A8-88BE-1F82971F0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4360" y="2560320"/>
            <a:ext cx="3383280" cy="3446463"/>
          </a:xfrm>
        </p:spPr>
        <p:txBody>
          <a:bodyPr rtlCol="0">
            <a:noAutofit/>
          </a:bodyPr>
          <a:lstStyle/>
          <a:p>
            <a:pPr rtl="0"/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EA34E7E-6BB0-4276-9993-7D15DAF830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8934" y="2011680"/>
            <a:ext cx="3383280" cy="530352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6AEC234-75AE-4C73-8E75-A426AAC544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934" y="2560320"/>
            <a:ext cx="3383280" cy="3446463"/>
          </a:xfrm>
        </p:spPr>
        <p:txBody>
          <a:bodyPr rtlCol="0">
            <a:noAutofit/>
          </a:bodyPr>
          <a:lstStyle/>
          <a:p>
            <a:pPr rtl="0"/>
            <a:endParaRPr lang="pt-BR" dirty="0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43032B0D-C227-4CB9-85CC-4B9B8BF1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5F67B498-D587-4BC1-B0F3-4316C41A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269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58CC6-FF60-4FC8-BA35-52A8BDDC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E0066-50A4-4BA2-9D04-DA968D2AB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 rtlCol="0">
            <a:noAutofit/>
          </a:bodyPr>
          <a:lstStyle/>
          <a:p>
            <a:pPr rtl="0"/>
            <a:endParaRPr lang="pt-BR" dirty="0"/>
          </a:p>
        </p:txBody>
      </p:sp>
      <p:pic>
        <p:nvPicPr>
          <p:cNvPr id="7" name="Espaço Reservado para Imagem 6" descr="Foto de um artista molhando o pincel com tinta laranja em uma paleta">
            <a:extLst>
              <a:ext uri="{FF2B5EF4-FFF2-40B4-BE49-F238E27FC236}">
                <a16:creationId xmlns:a16="http://schemas.microsoft.com/office/drawing/2014/main" id="{7D1EAA44-4F3D-44D6-B1B6-5140800EC0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4928" y="484632"/>
            <a:ext cx="4279392" cy="2862072"/>
          </a:xfrm>
        </p:spPr>
      </p:pic>
      <p:pic>
        <p:nvPicPr>
          <p:cNvPr id="9" name="Espaço Reservado para Imagem 8" descr="Foto de um artista abrindo um tubo de tinta">
            <a:extLst>
              <a:ext uri="{FF2B5EF4-FFF2-40B4-BE49-F238E27FC236}">
                <a16:creationId xmlns:a16="http://schemas.microsoft.com/office/drawing/2014/main" id="{78CF4775-4C31-488E-AB32-6C7A887A129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4928" y="3511296"/>
            <a:ext cx="4279392" cy="2862072"/>
          </a:xfr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ECB2F7A7-6A7C-429F-A261-494305D5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7F068389-EB02-493E-9416-4F35FEE4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091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3DBD4-E398-4AA3-AEC1-4BF03FC5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rtlCol="0"/>
          <a:lstStyle/>
          <a:p>
            <a:pPr rtl="0"/>
            <a:endParaRPr lang="pt-BR" dirty="0"/>
          </a:p>
        </p:txBody>
      </p:sp>
      <p:pic>
        <p:nvPicPr>
          <p:cNvPr id="6" name="Espaço Reservado para Imagem 5" descr="Foto de um monte de pincéis de artista limpos">
            <a:extLst>
              <a:ext uri="{FF2B5EF4-FFF2-40B4-BE49-F238E27FC236}">
                <a16:creationId xmlns:a16="http://schemas.microsoft.com/office/drawing/2014/main" id="{D7D1C07D-75DD-4A12-9C4C-A9C3E052A3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776" y="484632"/>
            <a:ext cx="11210544" cy="3191256"/>
          </a:xfr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F80182-DF99-445E-8055-837D597C3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0FABF8-6F79-4985-A2FB-99DAD9E6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88A55AA7-3B73-477B-A886-58F8E994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143952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22E404-1C8D-48DE-80FC-4CA5DFE37C3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4F9A873-407D-42B0-99B8-A577ED76CA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887BEC-12B5-41C3-87A8-94840B2172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_LuminousVTI</Template>
  <TotalTime>1</TotalTime>
  <Words>62</Words>
  <Application>Microsoft Office PowerPoint</Application>
  <PresentationFormat>Widescreen</PresentationFormat>
  <Paragraphs>33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</vt:lpstr>
      <vt:lpstr>Avenir Next LT Pro</vt:lpstr>
      <vt:lpstr>Calibri</vt:lpstr>
      <vt:lpstr>Cambria</vt:lpstr>
      <vt:lpstr>Sabon Next LT</vt:lpstr>
      <vt:lpstr>Wingdings</vt:lpstr>
      <vt:lpstr>LuminousVTI</vt:lpstr>
      <vt:lpstr>Apresentação do PowerPoint</vt:lpstr>
      <vt:lpstr>Apresentação do PowerPoint</vt:lpstr>
      <vt:lpstr>Apresentação do PowerPoint</vt:lpstr>
      <vt:lpstr>Tópico Um</vt:lpstr>
      <vt:lpstr>Apresentação do PowerPoint</vt:lpstr>
      <vt:lpstr>Apresentação do PowerPoint</vt:lpstr>
      <vt:lpstr>Equipe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Gean Santos</cp:lastModifiedBy>
  <cp:revision>2</cp:revision>
  <dcterms:created xsi:type="dcterms:W3CDTF">2026-03-13T01:30:02Z</dcterms:created>
  <dcterms:modified xsi:type="dcterms:W3CDTF">2026-03-14T17:20:43Z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2026-03-14T17:19:07Z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cde9cf13-cbc7-4116-a4eb-62f2be7fe935</vt:lpwstr>
  </property>
  <property fmtid="{D5CDD505-2E9C-101B-9397-08002B2CF9AE}" pid="8" name="MSIP_Label_defa4170-0d19-0005-0004-bc88714345d2_ActionId">
    <vt:lpwstr>708699ec-8998-4c57-88cb-b0e6987a078c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