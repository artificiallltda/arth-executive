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91840"/>
            <a:ext cx="6400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Segoe UI"/>
              </a:rPr>
              <a:t>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0C0FF"/>
                </a:solidFill>
                <a:latin typeface="Segoe UI"/>
              </a:rPr>
              <a:t>Subtítulo ou descrição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Autor  |  Data  |  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TÍTULO DO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Insira o conteúdo do slide aqui. Este é o layout padrão para texto corrido, explicações e descrições detalhadas.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TÓPICOS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Primeiro tópico importante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Segundo tópico relevante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5"/>
            <a:ext cx="201168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Terceiro ponto de destaque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3"/>
            <a:ext cx="201168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Quarto item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96511"/>
            <a:ext cx="201168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Quinto elemento da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45720" cy="5303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COMPARATIVO / DOIS 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Coluna Esquerda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Insira o conteúdo da coluna esquerda aqui.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Segoe UI"/>
              </a:rPr>
              <a:t>Coluna Direita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Insira o conteúdo da coluna direita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D700"/>
                </a:solidFill>
                <a:latin typeface="Segoe UI"/>
              </a:rPr>
              <a:t>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0C0FF"/>
                </a:solidFill>
                <a:latin typeface="Segoe UI"/>
              </a:rPr>
              <a:t>Dúvidas? Entre em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C0FF"/>
                </a:solidFill>
                <a:latin typeface="Segoe UI"/>
              </a:rPr>
              <a:t>contato@empresa.com  |  www.empresa.com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