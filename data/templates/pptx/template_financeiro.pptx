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91840"/>
            <a:ext cx="6400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4AA"/>
                </a:solidFill>
                <a:latin typeface="Segoe UI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TÍTULO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C4DE"/>
                </a:solidFill>
                <a:latin typeface="Segoe UI"/>
              </a:rPr>
              <a:t>Subtítulo ou descrição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Autor  |  Data  |  Versão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85953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TÍTULO DO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Segoe UI"/>
              </a:rPr>
              <a:t>Insira o conteúdo do slide aqui. Este é o layout padrão para texto corrido, explicações e descrições detalhadas.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TÓPICOS PRINCIPAIS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" cy="20116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Primeiro tópico importante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21408"/>
            <a:ext cx="201168" cy="20116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Segundo tópico relevante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79775"/>
            <a:ext cx="201168" cy="20116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Terceiro ponto de destaque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38143"/>
            <a:ext cx="201168" cy="20116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46703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Quarto item da lista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96511"/>
            <a:ext cx="201168" cy="20116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1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Quinto elemento da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3440" y="1280160"/>
            <a:ext cx="45720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COMPARATIVO / DOIS 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429"/>
                </a:solidFill>
                <a:latin typeface="Segoe UI"/>
              </a:rPr>
              <a:t>Coluna Esquerda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esquerda aqui.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429"/>
                </a:solidFill>
                <a:latin typeface="Segoe UI"/>
              </a:rPr>
              <a:t>Coluna Direita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Insira o conteúdo da coluna direita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B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0B429"/>
                </a:solidFill>
                <a:latin typeface="Segoe UI"/>
              </a:rPr>
              <a:t>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C4DE"/>
                </a:solidFill>
                <a:latin typeface="Segoe UI"/>
              </a:rPr>
              <a:t>Dúvidas? Entre em contato.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Segoe UI"/>
              </a:rPr>
              <a:t>contato@empresa.com  |  www.empresa.com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