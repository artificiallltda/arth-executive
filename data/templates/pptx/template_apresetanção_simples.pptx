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7"/>
  </p:notesMasterIdLst>
  <p:handoutMasterIdLst>
    <p:handoutMasterId r:id="rId18"/>
  </p:handoutMasterIdLst>
  <p:sldIdLst>
    <p:sldId id="312" r:id="rId5"/>
    <p:sldId id="316" r:id="rId6"/>
    <p:sldId id="330" r:id="rId7"/>
    <p:sldId id="310" r:id="rId8"/>
    <p:sldId id="331" r:id="rId9"/>
    <p:sldId id="320" r:id="rId10"/>
    <p:sldId id="305" r:id="rId11"/>
    <p:sldId id="263" r:id="rId12"/>
    <p:sldId id="332" r:id="rId13"/>
    <p:sldId id="333" r:id="rId14"/>
    <p:sldId id="335" r:id="rId15"/>
    <p:sldId id="336" r:id="rId16"/>
  </p:sldIdLst>
  <p:sldSz cx="12192000" cy="6858000"/>
  <p:notesSz cx="6858000" cy="9144000"/>
  <p:defaultTextStyle>
    <a:defPPr rtl="0">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E5EF"/>
    <a:srgbClr val="D2EADB"/>
    <a:srgbClr val="DC48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D030F5-6775-444A-AFDA-8880E50CBF1C}" v="3" dt="2026-03-14T17:54:31.1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653" autoAdjust="0"/>
    <p:restoredTop sz="94717" autoAdjust="0"/>
  </p:normalViewPr>
  <p:slideViewPr>
    <p:cSldViewPr snapToGrid="0">
      <p:cViewPr varScale="1">
        <p:scale>
          <a:sx n="105" d="100"/>
          <a:sy n="105" d="100"/>
        </p:scale>
        <p:origin x="222" y="114"/>
      </p:cViewPr>
      <p:guideLst/>
    </p:cSldViewPr>
  </p:slideViewPr>
  <p:outlineViewPr>
    <p:cViewPr>
      <p:scale>
        <a:sx n="33" d="100"/>
        <a:sy n="33" d="100"/>
      </p:scale>
      <p:origin x="0" y="-3480"/>
    </p:cViewPr>
  </p:outlineViewPr>
  <p:notesTextViewPr>
    <p:cViewPr>
      <p:scale>
        <a:sx n="1" d="1"/>
        <a:sy n="1" d="1"/>
      </p:scale>
      <p:origin x="0" y="0"/>
    </p:cViewPr>
  </p:notesTextViewPr>
  <p:sorterViewPr>
    <p:cViewPr>
      <p:scale>
        <a:sx n="100" d="100"/>
        <a:sy n="100" d="100"/>
      </p:scale>
      <p:origin x="0" y="-1522"/>
    </p:cViewPr>
  </p:sorterViewPr>
  <p:notesViewPr>
    <p:cSldViewPr snapToGrid="0">
      <p:cViewPr varScale="1">
        <p:scale>
          <a:sx n="62" d="100"/>
          <a:sy n="62" d="100"/>
        </p:scale>
        <p:origin x="2266" y="7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an Santos" userId="5dda1dd3-2126-4712-ac7b-2b3106ad4864" providerId="ADAL" clId="{A131A810-237E-418F-B9CF-EE9A8D882EF6}"/>
    <pc:docChg chg="custSel mod modSld">
      <pc:chgData name="Gean Santos" userId="5dda1dd3-2126-4712-ac7b-2b3106ad4864" providerId="ADAL" clId="{A131A810-237E-418F-B9CF-EE9A8D882EF6}" dt="2026-03-14T17:55:16.714" v="65" actId="6549"/>
      <pc:docMkLst>
        <pc:docMk/>
      </pc:docMkLst>
      <pc:sldChg chg="modSp mod">
        <pc:chgData name="Gean Santos" userId="5dda1dd3-2126-4712-ac7b-2b3106ad4864" providerId="ADAL" clId="{A131A810-237E-418F-B9CF-EE9A8D882EF6}" dt="2026-03-14T17:54:36.763" v="42" actId="6549"/>
        <pc:sldMkLst>
          <pc:docMk/>
          <pc:sldMk cId="1303195991" sldId="263"/>
        </pc:sldMkLst>
        <pc:spChg chg="mod">
          <ac:chgData name="Gean Santos" userId="5dda1dd3-2126-4712-ac7b-2b3106ad4864" providerId="ADAL" clId="{A131A810-237E-418F-B9CF-EE9A8D882EF6}" dt="2026-03-14T17:54:36.763" v="42" actId="6549"/>
          <ac:spMkLst>
            <pc:docMk/>
            <pc:sldMk cId="1303195991" sldId="263"/>
            <ac:spMk id="9" creationId="{65D95395-B266-4514-9D32-B764E04CE0FB}"/>
          </ac:spMkLst>
        </pc:spChg>
        <pc:graphicFrameChg chg="mod modGraphic">
          <ac:chgData name="Gean Santos" userId="5dda1dd3-2126-4712-ac7b-2b3106ad4864" providerId="ADAL" clId="{A131A810-237E-418F-B9CF-EE9A8D882EF6}" dt="2026-03-14T17:54:34.464" v="41" actId="20577"/>
          <ac:graphicFrameMkLst>
            <pc:docMk/>
            <pc:sldMk cId="1303195991" sldId="263"/>
            <ac:graphicFrameMk id="59" creationId="{5BAF0755-8ABE-4C20-8B40-32ED0B27700B}"/>
          </ac:graphicFrameMkLst>
        </pc:graphicFrameChg>
      </pc:sldChg>
      <pc:sldChg chg="addSp delSp modSp mod">
        <pc:chgData name="Gean Santos" userId="5dda1dd3-2126-4712-ac7b-2b3106ad4864" providerId="ADAL" clId="{A131A810-237E-418F-B9CF-EE9A8D882EF6}" dt="2026-03-14T17:54:16.090" v="30" actId="6549"/>
        <pc:sldMkLst>
          <pc:docMk/>
          <pc:sldMk cId="1668016775" sldId="305"/>
        </pc:sldMkLst>
        <pc:spChg chg="add mod">
          <ac:chgData name="Gean Santos" userId="5dda1dd3-2126-4712-ac7b-2b3106ad4864" providerId="ADAL" clId="{A131A810-237E-418F-B9CF-EE9A8D882EF6}" dt="2026-03-14T17:54:08.880" v="24" actId="478"/>
          <ac:spMkLst>
            <pc:docMk/>
            <pc:sldMk cId="1668016775" sldId="305"/>
            <ac:spMk id="3" creationId="{598554C2-0252-2693-BCA6-74EB605505D7}"/>
          </ac:spMkLst>
        </pc:spChg>
        <pc:spChg chg="add mod">
          <ac:chgData name="Gean Santos" userId="5dda1dd3-2126-4712-ac7b-2b3106ad4864" providerId="ADAL" clId="{A131A810-237E-418F-B9CF-EE9A8D882EF6}" dt="2026-03-14T17:54:09.497" v="25" actId="478"/>
          <ac:spMkLst>
            <pc:docMk/>
            <pc:sldMk cId="1668016775" sldId="305"/>
            <ac:spMk id="5" creationId="{02C8FD9D-498D-C63B-61FB-EE7DCEB6B1F7}"/>
          </ac:spMkLst>
        </pc:spChg>
        <pc:spChg chg="add mod">
          <ac:chgData name="Gean Santos" userId="5dda1dd3-2126-4712-ac7b-2b3106ad4864" providerId="ADAL" clId="{A131A810-237E-418F-B9CF-EE9A8D882EF6}" dt="2026-03-14T17:54:10.047" v="26" actId="478"/>
          <ac:spMkLst>
            <pc:docMk/>
            <pc:sldMk cId="1668016775" sldId="305"/>
            <ac:spMk id="7" creationId="{7B969245-C2E5-024B-699D-E9C7D4D60818}"/>
          </ac:spMkLst>
        </pc:spChg>
        <pc:spChg chg="add mod">
          <ac:chgData name="Gean Santos" userId="5dda1dd3-2126-4712-ac7b-2b3106ad4864" providerId="ADAL" clId="{A131A810-237E-418F-B9CF-EE9A8D882EF6}" dt="2026-03-14T17:54:10.735" v="27" actId="478"/>
          <ac:spMkLst>
            <pc:docMk/>
            <pc:sldMk cId="1668016775" sldId="305"/>
            <ac:spMk id="11" creationId="{72791C21-02AA-62C2-85D8-95164F4E49FA}"/>
          </ac:spMkLst>
        </pc:spChg>
        <pc:spChg chg="mod">
          <ac:chgData name="Gean Santos" userId="5dda1dd3-2126-4712-ac7b-2b3106ad4864" providerId="ADAL" clId="{A131A810-237E-418F-B9CF-EE9A8D882EF6}" dt="2026-03-14T17:54:16.090" v="30" actId="6549"/>
          <ac:spMkLst>
            <pc:docMk/>
            <pc:sldMk cId="1668016775" sldId="305"/>
            <ac:spMk id="33" creationId="{C0EEC988-4F7A-45B3-AE68-371F625CA30E}"/>
          </ac:spMkLst>
        </pc:spChg>
        <pc:spChg chg="mod">
          <ac:chgData name="Gean Santos" userId="5dda1dd3-2126-4712-ac7b-2b3106ad4864" providerId="ADAL" clId="{A131A810-237E-418F-B9CF-EE9A8D882EF6}" dt="2026-03-14T17:54:12.961" v="29" actId="6549"/>
          <ac:spMkLst>
            <pc:docMk/>
            <pc:sldMk cId="1668016775" sldId="305"/>
            <ac:spMk id="46" creationId="{73349223-29CE-41F9-A54B-F588ED389D21}"/>
          </ac:spMkLst>
        </pc:spChg>
        <pc:spChg chg="mod">
          <ac:chgData name="Gean Santos" userId="5dda1dd3-2126-4712-ac7b-2b3106ad4864" providerId="ADAL" clId="{A131A810-237E-418F-B9CF-EE9A8D882EF6}" dt="2026-03-14T17:54:11.857" v="28" actId="6549"/>
          <ac:spMkLst>
            <pc:docMk/>
            <pc:sldMk cId="1668016775" sldId="305"/>
            <ac:spMk id="48" creationId="{B0A17B3A-5BE3-4DD2-B798-C8CF7FACC7AC}"/>
          </ac:spMkLst>
        </pc:spChg>
        <pc:picChg chg="del">
          <ac:chgData name="Gean Santos" userId="5dda1dd3-2126-4712-ac7b-2b3106ad4864" providerId="ADAL" clId="{A131A810-237E-418F-B9CF-EE9A8D882EF6}" dt="2026-03-14T17:54:08.880" v="24" actId="478"/>
          <ac:picMkLst>
            <pc:docMk/>
            <pc:sldMk cId="1668016775" sldId="305"/>
            <ac:picMk id="29" creationId="{291BACAF-0D3A-49AA-87DE-C9400437A258}"/>
          </ac:picMkLst>
        </pc:picChg>
        <pc:picChg chg="del">
          <ac:chgData name="Gean Santos" userId="5dda1dd3-2126-4712-ac7b-2b3106ad4864" providerId="ADAL" clId="{A131A810-237E-418F-B9CF-EE9A8D882EF6}" dt="2026-03-14T17:54:09.497" v="25" actId="478"/>
          <ac:picMkLst>
            <pc:docMk/>
            <pc:sldMk cId="1668016775" sldId="305"/>
            <ac:picMk id="30" creationId="{413CFB0D-62FB-41EC-95C4-8074BC56AC1A}"/>
          </ac:picMkLst>
        </pc:picChg>
        <pc:picChg chg="del">
          <ac:chgData name="Gean Santos" userId="5dda1dd3-2126-4712-ac7b-2b3106ad4864" providerId="ADAL" clId="{A131A810-237E-418F-B9CF-EE9A8D882EF6}" dt="2026-03-14T17:54:10.047" v="26" actId="478"/>
          <ac:picMkLst>
            <pc:docMk/>
            <pc:sldMk cId="1668016775" sldId="305"/>
            <ac:picMk id="31" creationId="{A59BADA1-8EFE-4C12-A129-6BB149D1DADA}"/>
          </ac:picMkLst>
        </pc:picChg>
        <pc:picChg chg="del">
          <ac:chgData name="Gean Santos" userId="5dda1dd3-2126-4712-ac7b-2b3106ad4864" providerId="ADAL" clId="{A131A810-237E-418F-B9CF-EE9A8D882EF6}" dt="2026-03-14T17:54:10.735" v="27" actId="478"/>
          <ac:picMkLst>
            <pc:docMk/>
            <pc:sldMk cId="1668016775" sldId="305"/>
            <ac:picMk id="32" creationId="{DD1B77AF-66FD-44AC-A771-302BACB0183F}"/>
          </ac:picMkLst>
        </pc:picChg>
      </pc:sldChg>
      <pc:sldChg chg="addSp delSp modSp mod">
        <pc:chgData name="Gean Santos" userId="5dda1dd3-2126-4712-ac7b-2b3106ad4864" providerId="ADAL" clId="{A131A810-237E-418F-B9CF-EE9A8D882EF6}" dt="2026-03-14T17:53:52.209" v="15" actId="478"/>
        <pc:sldMkLst>
          <pc:docMk/>
          <pc:sldMk cId="539444180" sldId="310"/>
        </pc:sldMkLst>
        <pc:spChg chg="add mod">
          <ac:chgData name="Gean Santos" userId="5dda1dd3-2126-4712-ac7b-2b3106ad4864" providerId="ADAL" clId="{A131A810-237E-418F-B9CF-EE9A8D882EF6}" dt="2026-03-14T17:53:52.209" v="15" actId="478"/>
          <ac:spMkLst>
            <pc:docMk/>
            <pc:sldMk cId="539444180" sldId="310"/>
            <ac:spMk id="3" creationId="{EA4750B3-82DE-4E7C-6D4F-D8446B819AEC}"/>
          </ac:spMkLst>
        </pc:spChg>
        <pc:spChg chg="mod">
          <ac:chgData name="Gean Santos" userId="5dda1dd3-2126-4712-ac7b-2b3106ad4864" providerId="ADAL" clId="{A131A810-237E-418F-B9CF-EE9A8D882EF6}" dt="2026-03-14T17:53:49.010" v="13" actId="6549"/>
          <ac:spMkLst>
            <pc:docMk/>
            <pc:sldMk cId="539444180" sldId="310"/>
            <ac:spMk id="5" creationId="{DC7AE00E-3BDF-4D30-9783-F4262EB668F3}"/>
          </ac:spMkLst>
        </pc:spChg>
        <pc:spChg chg="mod">
          <ac:chgData name="Gean Santos" userId="5dda1dd3-2126-4712-ac7b-2b3106ad4864" providerId="ADAL" clId="{A131A810-237E-418F-B9CF-EE9A8D882EF6}" dt="2026-03-14T17:53:50.291" v="14" actId="6549"/>
          <ac:spMkLst>
            <pc:docMk/>
            <pc:sldMk cId="539444180" sldId="310"/>
            <ac:spMk id="6" creationId="{4840E350-A8AF-4AAF-93E3-4D6B5B4B1EBC}"/>
          </ac:spMkLst>
        </pc:spChg>
        <pc:picChg chg="del">
          <ac:chgData name="Gean Santos" userId="5dda1dd3-2126-4712-ac7b-2b3106ad4864" providerId="ADAL" clId="{A131A810-237E-418F-B9CF-EE9A8D882EF6}" dt="2026-03-14T17:53:52.209" v="15" actId="478"/>
          <ac:picMkLst>
            <pc:docMk/>
            <pc:sldMk cId="539444180" sldId="310"/>
            <ac:picMk id="11" creationId="{36024784-0D12-4D16-9964-11042AF42FDD}"/>
          </ac:picMkLst>
        </pc:picChg>
      </pc:sldChg>
      <pc:sldChg chg="addSp delSp modSp mod">
        <pc:chgData name="Gean Santos" userId="5dda1dd3-2126-4712-ac7b-2b3106ad4864" providerId="ADAL" clId="{A131A810-237E-418F-B9CF-EE9A8D882EF6}" dt="2026-03-14T17:53:32.642" v="2" actId="478"/>
        <pc:sldMkLst>
          <pc:docMk/>
          <pc:sldMk cId="888131371" sldId="312"/>
        </pc:sldMkLst>
        <pc:spChg chg="add mod">
          <ac:chgData name="Gean Santos" userId="5dda1dd3-2126-4712-ac7b-2b3106ad4864" providerId="ADAL" clId="{A131A810-237E-418F-B9CF-EE9A8D882EF6}" dt="2026-03-14T17:53:32.642" v="2" actId="478"/>
          <ac:spMkLst>
            <pc:docMk/>
            <pc:sldMk cId="888131371" sldId="312"/>
            <ac:spMk id="3" creationId="{C6B1455A-1968-596C-4D62-BBB5801415EE}"/>
          </ac:spMkLst>
        </pc:spChg>
        <pc:spChg chg="mod">
          <ac:chgData name="Gean Santos" userId="5dda1dd3-2126-4712-ac7b-2b3106ad4864" providerId="ADAL" clId="{A131A810-237E-418F-B9CF-EE9A8D882EF6}" dt="2026-03-14T17:53:31.205" v="1" actId="6549"/>
          <ac:spMkLst>
            <pc:docMk/>
            <pc:sldMk cId="888131371" sldId="312"/>
            <ac:spMk id="80" creationId="{02394CBA-755F-42B7-BF28-BDBB599FAAFF}"/>
          </ac:spMkLst>
        </pc:spChg>
        <pc:spChg chg="mod">
          <ac:chgData name="Gean Santos" userId="5dda1dd3-2126-4712-ac7b-2b3106ad4864" providerId="ADAL" clId="{A131A810-237E-418F-B9CF-EE9A8D882EF6}" dt="2026-03-14T17:53:29.784" v="0" actId="6549"/>
          <ac:spMkLst>
            <pc:docMk/>
            <pc:sldMk cId="888131371" sldId="312"/>
            <ac:spMk id="81" creationId="{3F9E8A38-46A0-49FF-8F72-481E44F49E38}"/>
          </ac:spMkLst>
        </pc:spChg>
        <pc:picChg chg="del">
          <ac:chgData name="Gean Santos" userId="5dda1dd3-2126-4712-ac7b-2b3106ad4864" providerId="ADAL" clId="{A131A810-237E-418F-B9CF-EE9A8D882EF6}" dt="2026-03-14T17:53:32.642" v="2" actId="478"/>
          <ac:picMkLst>
            <pc:docMk/>
            <pc:sldMk cId="888131371" sldId="312"/>
            <ac:picMk id="8" creationId="{4EE6E687-5325-42C2-817F-ED9AE11FE2A0}"/>
          </ac:picMkLst>
        </pc:picChg>
      </pc:sldChg>
      <pc:sldChg chg="addSp delSp modSp mod">
        <pc:chgData name="Gean Santos" userId="5dda1dd3-2126-4712-ac7b-2b3106ad4864" providerId="ADAL" clId="{A131A810-237E-418F-B9CF-EE9A8D882EF6}" dt="2026-03-14T17:53:39.004" v="7" actId="6549"/>
        <pc:sldMkLst>
          <pc:docMk/>
          <pc:sldMk cId="233941199" sldId="316"/>
        </pc:sldMkLst>
        <pc:spChg chg="mod">
          <ac:chgData name="Gean Santos" userId="5dda1dd3-2126-4712-ac7b-2b3106ad4864" providerId="ADAL" clId="{A131A810-237E-418F-B9CF-EE9A8D882EF6}" dt="2026-03-14T17:53:39.004" v="7" actId="6549"/>
          <ac:spMkLst>
            <pc:docMk/>
            <pc:sldMk cId="233941199" sldId="316"/>
            <ac:spMk id="2" creationId="{FEC17443-10BC-4078-8CF2-23E75B0CC2D2}"/>
          </ac:spMkLst>
        </pc:spChg>
        <pc:spChg chg="mod">
          <ac:chgData name="Gean Santos" userId="5dda1dd3-2126-4712-ac7b-2b3106ad4864" providerId="ADAL" clId="{A131A810-237E-418F-B9CF-EE9A8D882EF6}" dt="2026-03-14T17:53:37.586" v="6" actId="6549"/>
          <ac:spMkLst>
            <pc:docMk/>
            <pc:sldMk cId="233941199" sldId="316"/>
            <ac:spMk id="3" creationId="{8CDA3474-C14B-42A3-AF12-888807AB7218}"/>
          </ac:spMkLst>
        </pc:spChg>
        <pc:spChg chg="add mod">
          <ac:chgData name="Gean Santos" userId="5dda1dd3-2126-4712-ac7b-2b3106ad4864" providerId="ADAL" clId="{A131A810-237E-418F-B9CF-EE9A8D882EF6}" dt="2026-03-14T17:53:35.390" v="5" actId="478"/>
          <ac:spMkLst>
            <pc:docMk/>
            <pc:sldMk cId="233941199" sldId="316"/>
            <ac:spMk id="7" creationId="{2DF631D5-865F-9599-97B7-780869B81179}"/>
          </ac:spMkLst>
        </pc:spChg>
        <pc:picChg chg="del mod">
          <ac:chgData name="Gean Santos" userId="5dda1dd3-2126-4712-ac7b-2b3106ad4864" providerId="ADAL" clId="{A131A810-237E-418F-B9CF-EE9A8D882EF6}" dt="2026-03-14T17:53:35.390" v="5" actId="478"/>
          <ac:picMkLst>
            <pc:docMk/>
            <pc:sldMk cId="233941199" sldId="316"/>
            <ac:picMk id="37" creationId="{F8F9C9B6-2BEC-4699-B75F-9C7BE5B60744}"/>
          </ac:picMkLst>
        </pc:picChg>
      </pc:sldChg>
      <pc:sldChg chg="modSp mod">
        <pc:chgData name="Gean Santos" userId="5dda1dd3-2126-4712-ac7b-2b3106ad4864" providerId="ADAL" clId="{A131A810-237E-418F-B9CF-EE9A8D882EF6}" dt="2026-03-14T17:54:06.890" v="23" actId="6549"/>
        <pc:sldMkLst>
          <pc:docMk/>
          <pc:sldMk cId="2144753802" sldId="320"/>
        </pc:sldMkLst>
        <pc:spChg chg="mod">
          <ac:chgData name="Gean Santos" userId="5dda1dd3-2126-4712-ac7b-2b3106ad4864" providerId="ADAL" clId="{A131A810-237E-418F-B9CF-EE9A8D882EF6}" dt="2026-03-14T17:54:06.890" v="23" actId="6549"/>
          <ac:spMkLst>
            <pc:docMk/>
            <pc:sldMk cId="2144753802" sldId="320"/>
            <ac:spMk id="3" creationId="{C911102A-3894-4E98-993F-1814860041E3}"/>
          </ac:spMkLst>
        </pc:spChg>
        <pc:spChg chg="mod">
          <ac:chgData name="Gean Santos" userId="5dda1dd3-2126-4712-ac7b-2b3106ad4864" providerId="ADAL" clId="{A131A810-237E-418F-B9CF-EE9A8D882EF6}" dt="2026-03-14T17:54:03.285" v="20" actId="6549"/>
          <ac:spMkLst>
            <pc:docMk/>
            <pc:sldMk cId="2144753802" sldId="320"/>
            <ac:spMk id="5" creationId="{D6DB8235-1304-4172-AC66-0D702AECD94D}"/>
          </ac:spMkLst>
        </pc:spChg>
        <pc:spChg chg="mod">
          <ac:chgData name="Gean Santos" userId="5dda1dd3-2126-4712-ac7b-2b3106ad4864" providerId="ADAL" clId="{A131A810-237E-418F-B9CF-EE9A8D882EF6}" dt="2026-03-14T17:54:05.758" v="22" actId="6549"/>
          <ac:spMkLst>
            <pc:docMk/>
            <pc:sldMk cId="2144753802" sldId="320"/>
            <ac:spMk id="6" creationId="{61622E21-16A8-4B36-9CC7-2DA24DE03487}"/>
          </ac:spMkLst>
        </pc:spChg>
      </pc:sldChg>
      <pc:sldChg chg="addSp delSp modSp mod">
        <pc:chgData name="Gean Santos" userId="5dda1dd3-2126-4712-ac7b-2b3106ad4864" providerId="ADAL" clId="{A131A810-237E-418F-B9CF-EE9A8D882EF6}" dt="2026-03-14T17:53:45.151" v="11" actId="478"/>
        <pc:sldMkLst>
          <pc:docMk/>
          <pc:sldMk cId="270808741" sldId="330"/>
        </pc:sldMkLst>
        <pc:spChg chg="add mod">
          <ac:chgData name="Gean Santos" userId="5dda1dd3-2126-4712-ac7b-2b3106ad4864" providerId="ADAL" clId="{A131A810-237E-418F-B9CF-EE9A8D882EF6}" dt="2026-03-14T17:53:44.571" v="10" actId="478"/>
          <ac:spMkLst>
            <pc:docMk/>
            <pc:sldMk cId="270808741" sldId="330"/>
            <ac:spMk id="3" creationId="{D90BC590-52E5-7BA3-EE0A-16509D4C288A}"/>
          </ac:spMkLst>
        </pc:spChg>
        <pc:spChg chg="add mod">
          <ac:chgData name="Gean Santos" userId="5dda1dd3-2126-4712-ac7b-2b3106ad4864" providerId="ADAL" clId="{A131A810-237E-418F-B9CF-EE9A8D882EF6}" dt="2026-03-14T17:53:45.151" v="11" actId="478"/>
          <ac:spMkLst>
            <pc:docMk/>
            <pc:sldMk cId="270808741" sldId="330"/>
            <ac:spMk id="5" creationId="{0AA799C8-0B42-2925-B700-742467F25CCE}"/>
          </ac:spMkLst>
        </pc:spChg>
        <pc:spChg chg="mod">
          <ac:chgData name="Gean Santos" userId="5dda1dd3-2126-4712-ac7b-2b3106ad4864" providerId="ADAL" clId="{A131A810-237E-418F-B9CF-EE9A8D882EF6}" dt="2026-03-14T17:53:43.850" v="9" actId="6549"/>
          <ac:spMkLst>
            <pc:docMk/>
            <pc:sldMk cId="270808741" sldId="330"/>
            <ac:spMk id="9" creationId="{8B17EDBE-4FB7-472F-B26B-EB9ECD77B7A8}"/>
          </ac:spMkLst>
        </pc:spChg>
        <pc:spChg chg="mod">
          <ac:chgData name="Gean Santos" userId="5dda1dd3-2126-4712-ac7b-2b3106ad4864" providerId="ADAL" clId="{A131A810-237E-418F-B9CF-EE9A8D882EF6}" dt="2026-03-14T17:53:42.399" v="8" actId="6549"/>
          <ac:spMkLst>
            <pc:docMk/>
            <pc:sldMk cId="270808741" sldId="330"/>
            <ac:spMk id="10" creationId="{BE75E95A-A6B3-43C7-A552-1EAFCCA0A1EA}"/>
          </ac:spMkLst>
        </pc:spChg>
        <pc:picChg chg="del">
          <ac:chgData name="Gean Santos" userId="5dda1dd3-2126-4712-ac7b-2b3106ad4864" providerId="ADAL" clId="{A131A810-237E-418F-B9CF-EE9A8D882EF6}" dt="2026-03-14T17:53:45.151" v="11" actId="478"/>
          <ac:picMkLst>
            <pc:docMk/>
            <pc:sldMk cId="270808741" sldId="330"/>
            <ac:picMk id="11" creationId="{D4A20C46-A075-4415-A172-F3722C0ADE8D}"/>
          </ac:picMkLst>
        </pc:picChg>
        <pc:picChg chg="del">
          <ac:chgData name="Gean Santos" userId="5dda1dd3-2126-4712-ac7b-2b3106ad4864" providerId="ADAL" clId="{A131A810-237E-418F-B9CF-EE9A8D882EF6}" dt="2026-03-14T17:53:44.571" v="10" actId="478"/>
          <ac:picMkLst>
            <pc:docMk/>
            <pc:sldMk cId="270808741" sldId="330"/>
            <ac:picMk id="365" creationId="{5D035A4A-01E8-44C3-9E7B-2F3ACBCD9361}"/>
          </ac:picMkLst>
        </pc:picChg>
      </pc:sldChg>
      <pc:sldChg chg="modSp mod">
        <pc:chgData name="Gean Santos" userId="5dda1dd3-2126-4712-ac7b-2b3106ad4864" providerId="ADAL" clId="{A131A810-237E-418F-B9CF-EE9A8D882EF6}" dt="2026-03-14T17:54:00.647" v="19" actId="6549"/>
        <pc:sldMkLst>
          <pc:docMk/>
          <pc:sldMk cId="4271827421" sldId="331"/>
        </pc:sldMkLst>
        <pc:spChg chg="mod">
          <ac:chgData name="Gean Santos" userId="5dda1dd3-2126-4712-ac7b-2b3106ad4864" providerId="ADAL" clId="{A131A810-237E-418F-B9CF-EE9A8D882EF6}" dt="2026-03-14T17:54:00.647" v="19" actId="6549"/>
          <ac:spMkLst>
            <pc:docMk/>
            <pc:sldMk cId="4271827421" sldId="331"/>
            <ac:spMk id="4" creationId="{EB6313F3-D0F1-45DF-826B-A3FBF6C9C6C7}"/>
          </ac:spMkLst>
        </pc:spChg>
        <pc:spChg chg="mod">
          <ac:chgData name="Gean Santos" userId="5dda1dd3-2126-4712-ac7b-2b3106ad4864" providerId="ADAL" clId="{A131A810-237E-418F-B9CF-EE9A8D882EF6}" dt="2026-03-14T17:53:58.009" v="17" actId="6549"/>
          <ac:spMkLst>
            <pc:docMk/>
            <pc:sldMk cId="4271827421" sldId="331"/>
            <ac:spMk id="6" creationId="{1006A401-CF07-4206-AE08-EF5FB03B05A7}"/>
          </ac:spMkLst>
        </pc:spChg>
        <pc:graphicFrameChg chg="modGraphic">
          <ac:chgData name="Gean Santos" userId="5dda1dd3-2126-4712-ac7b-2b3106ad4864" providerId="ADAL" clId="{A131A810-237E-418F-B9CF-EE9A8D882EF6}" dt="2026-03-14T17:53:56.089" v="16" actId="6549"/>
          <ac:graphicFrameMkLst>
            <pc:docMk/>
            <pc:sldMk cId="4271827421" sldId="331"/>
            <ac:graphicFrameMk id="9" creationId="{6F3D4372-63D7-4B2E-9D3B-10C6B3B32477}"/>
          </ac:graphicFrameMkLst>
        </pc:graphicFrameChg>
      </pc:sldChg>
      <pc:sldChg chg="modSp mod">
        <pc:chgData name="Gean Santos" userId="5dda1dd3-2126-4712-ac7b-2b3106ad4864" providerId="ADAL" clId="{A131A810-237E-418F-B9CF-EE9A8D882EF6}" dt="2026-03-14T17:54:46.925" v="47" actId="6549"/>
        <pc:sldMkLst>
          <pc:docMk/>
          <pc:sldMk cId="3514631418" sldId="332"/>
        </pc:sldMkLst>
        <pc:spChg chg="mod">
          <ac:chgData name="Gean Santos" userId="5dda1dd3-2126-4712-ac7b-2b3106ad4864" providerId="ADAL" clId="{A131A810-237E-418F-B9CF-EE9A8D882EF6}" dt="2026-03-14T17:54:46.925" v="47" actId="6549"/>
          <ac:spMkLst>
            <pc:docMk/>
            <pc:sldMk cId="3514631418" sldId="332"/>
            <ac:spMk id="6" creationId="{3FBA6305-913D-44BD-B3AA-6395AECC850C}"/>
          </ac:spMkLst>
        </pc:spChg>
        <pc:spChg chg="mod">
          <ac:chgData name="Gean Santos" userId="5dda1dd3-2126-4712-ac7b-2b3106ad4864" providerId="ADAL" clId="{A131A810-237E-418F-B9CF-EE9A8D882EF6}" dt="2026-03-14T17:54:39.567" v="43" actId="6549"/>
          <ac:spMkLst>
            <pc:docMk/>
            <pc:sldMk cId="3514631418" sldId="332"/>
            <ac:spMk id="8" creationId="{4AF735B0-B62B-4999-B4B5-A783FC1BD446}"/>
          </ac:spMkLst>
        </pc:spChg>
        <pc:spChg chg="mod">
          <ac:chgData name="Gean Santos" userId="5dda1dd3-2126-4712-ac7b-2b3106ad4864" providerId="ADAL" clId="{A131A810-237E-418F-B9CF-EE9A8D882EF6}" dt="2026-03-14T17:54:45.231" v="46" actId="6549"/>
          <ac:spMkLst>
            <pc:docMk/>
            <pc:sldMk cId="3514631418" sldId="332"/>
            <ac:spMk id="10" creationId="{F518C6B7-20BA-4142-996A-BE121D653561}"/>
          </ac:spMkLst>
        </pc:spChg>
        <pc:spChg chg="mod">
          <ac:chgData name="Gean Santos" userId="5dda1dd3-2126-4712-ac7b-2b3106ad4864" providerId="ADAL" clId="{A131A810-237E-418F-B9CF-EE9A8D882EF6}" dt="2026-03-14T17:54:41.195" v="44" actId="6549"/>
          <ac:spMkLst>
            <pc:docMk/>
            <pc:sldMk cId="3514631418" sldId="332"/>
            <ac:spMk id="11" creationId="{A041F272-B0EC-411D-87B2-D32DE20B3755}"/>
          </ac:spMkLst>
        </pc:spChg>
        <pc:spChg chg="mod">
          <ac:chgData name="Gean Santos" userId="5dda1dd3-2126-4712-ac7b-2b3106ad4864" providerId="ADAL" clId="{A131A810-237E-418F-B9CF-EE9A8D882EF6}" dt="2026-03-14T17:54:42.582" v="45" actId="6549"/>
          <ac:spMkLst>
            <pc:docMk/>
            <pc:sldMk cId="3514631418" sldId="332"/>
            <ac:spMk id="12" creationId="{48A7706A-F796-462B-89DC-7BD4CF122FBD}"/>
          </ac:spMkLst>
        </pc:spChg>
      </pc:sldChg>
      <pc:sldChg chg="modSp mod">
        <pc:chgData name="Gean Santos" userId="5dda1dd3-2126-4712-ac7b-2b3106ad4864" providerId="ADAL" clId="{A131A810-237E-418F-B9CF-EE9A8D882EF6}" dt="2026-03-14T17:55:03.270" v="55" actId="6549"/>
        <pc:sldMkLst>
          <pc:docMk/>
          <pc:sldMk cId="4269302984" sldId="333"/>
        </pc:sldMkLst>
        <pc:spChg chg="mod">
          <ac:chgData name="Gean Santos" userId="5dda1dd3-2126-4712-ac7b-2b3106ad4864" providerId="ADAL" clId="{A131A810-237E-418F-B9CF-EE9A8D882EF6}" dt="2026-03-14T17:55:03.270" v="55" actId="6549"/>
          <ac:spMkLst>
            <pc:docMk/>
            <pc:sldMk cId="4269302984" sldId="333"/>
            <ac:spMk id="5" creationId="{51039951-5412-4565-83AC-F61E020A2455}"/>
          </ac:spMkLst>
        </pc:spChg>
        <pc:spChg chg="mod">
          <ac:chgData name="Gean Santos" userId="5dda1dd3-2126-4712-ac7b-2b3106ad4864" providerId="ADAL" clId="{A131A810-237E-418F-B9CF-EE9A8D882EF6}" dt="2026-03-14T17:54:51.937" v="49" actId="6549"/>
          <ac:spMkLst>
            <pc:docMk/>
            <pc:sldMk cId="4269302984" sldId="333"/>
            <ac:spMk id="14" creationId="{A53FF10D-5527-4952-B591-F7CCE100C658}"/>
          </ac:spMkLst>
        </pc:spChg>
        <pc:spChg chg="mod">
          <ac:chgData name="Gean Santos" userId="5dda1dd3-2126-4712-ac7b-2b3106ad4864" providerId="ADAL" clId="{A131A810-237E-418F-B9CF-EE9A8D882EF6}" dt="2026-03-14T17:54:50.794" v="48" actId="6549"/>
          <ac:spMkLst>
            <pc:docMk/>
            <pc:sldMk cId="4269302984" sldId="333"/>
            <ac:spMk id="15" creationId="{AAEA8234-005E-4355-AE0F-4DB31EB808C2}"/>
          </ac:spMkLst>
        </pc:spChg>
        <pc:spChg chg="mod">
          <ac:chgData name="Gean Santos" userId="5dda1dd3-2126-4712-ac7b-2b3106ad4864" providerId="ADAL" clId="{A131A810-237E-418F-B9CF-EE9A8D882EF6}" dt="2026-03-14T17:54:53.244" v="50" actId="6549"/>
          <ac:spMkLst>
            <pc:docMk/>
            <pc:sldMk cId="4269302984" sldId="333"/>
            <ac:spMk id="16" creationId="{9E20DDB6-3A4E-4ADF-A61F-8925A9C30DD5}"/>
          </ac:spMkLst>
        </pc:spChg>
        <pc:spChg chg="mod">
          <ac:chgData name="Gean Santos" userId="5dda1dd3-2126-4712-ac7b-2b3106ad4864" providerId="ADAL" clId="{A131A810-237E-418F-B9CF-EE9A8D882EF6}" dt="2026-03-14T17:54:55.670" v="51" actId="6549"/>
          <ac:spMkLst>
            <pc:docMk/>
            <pc:sldMk cId="4269302984" sldId="333"/>
            <ac:spMk id="17" creationId="{1D1F1CAC-04A7-480E-8513-42188AF1C176}"/>
          </ac:spMkLst>
        </pc:spChg>
        <pc:spChg chg="mod">
          <ac:chgData name="Gean Santos" userId="5dda1dd3-2126-4712-ac7b-2b3106ad4864" providerId="ADAL" clId="{A131A810-237E-418F-B9CF-EE9A8D882EF6}" dt="2026-03-14T17:54:59.072" v="53" actId="6549"/>
          <ac:spMkLst>
            <pc:docMk/>
            <pc:sldMk cId="4269302984" sldId="333"/>
            <ac:spMk id="18" creationId="{BC46A10D-E6A3-4EA7-9CD2-0368CE304C90}"/>
          </ac:spMkLst>
        </pc:spChg>
        <pc:spChg chg="mod">
          <ac:chgData name="Gean Santos" userId="5dda1dd3-2126-4712-ac7b-2b3106ad4864" providerId="ADAL" clId="{A131A810-237E-418F-B9CF-EE9A8D882EF6}" dt="2026-03-14T17:54:57.669" v="52" actId="6549"/>
          <ac:spMkLst>
            <pc:docMk/>
            <pc:sldMk cId="4269302984" sldId="333"/>
            <ac:spMk id="19" creationId="{E61B204D-02B0-46AE-8026-DFB6421F1855}"/>
          </ac:spMkLst>
        </pc:spChg>
      </pc:sldChg>
      <pc:sldChg chg="addSp delSp modSp mod">
        <pc:chgData name="Gean Santos" userId="5dda1dd3-2126-4712-ac7b-2b3106ad4864" providerId="ADAL" clId="{A131A810-237E-418F-B9CF-EE9A8D882EF6}" dt="2026-03-14T17:55:08.364" v="60" actId="6549"/>
        <pc:sldMkLst>
          <pc:docMk/>
          <pc:sldMk cId="2861913146" sldId="335"/>
        </pc:sldMkLst>
        <pc:spChg chg="add mod">
          <ac:chgData name="Gean Santos" userId="5dda1dd3-2126-4712-ac7b-2b3106ad4864" providerId="ADAL" clId="{A131A810-237E-418F-B9CF-EE9A8D882EF6}" dt="2026-03-14T17:55:04.941" v="56" actId="478"/>
          <ac:spMkLst>
            <pc:docMk/>
            <pc:sldMk cId="2861913146" sldId="335"/>
            <ac:spMk id="3" creationId="{3DEE4572-EB50-2B5F-B4E5-504C2A0D88B6}"/>
          </ac:spMkLst>
        </pc:spChg>
        <pc:spChg chg="mod">
          <ac:chgData name="Gean Santos" userId="5dda1dd3-2126-4712-ac7b-2b3106ad4864" providerId="ADAL" clId="{A131A810-237E-418F-B9CF-EE9A8D882EF6}" dt="2026-03-14T17:55:08.364" v="60" actId="6549"/>
          <ac:spMkLst>
            <pc:docMk/>
            <pc:sldMk cId="2861913146" sldId="335"/>
            <ac:spMk id="5" creationId="{48CD1624-12C6-45A2-BF83-5AC90136437F}"/>
          </ac:spMkLst>
        </pc:spChg>
        <pc:spChg chg="mod">
          <ac:chgData name="Gean Santos" userId="5dda1dd3-2126-4712-ac7b-2b3106ad4864" providerId="ADAL" clId="{A131A810-237E-418F-B9CF-EE9A8D882EF6}" dt="2026-03-14T17:55:07.422" v="59" actId="6549"/>
          <ac:spMkLst>
            <pc:docMk/>
            <pc:sldMk cId="2861913146" sldId="335"/>
            <ac:spMk id="6" creationId="{1DFC3670-CE6C-4149-800C-ED198FC28937}"/>
          </ac:spMkLst>
        </pc:spChg>
        <pc:spChg chg="add mod">
          <ac:chgData name="Gean Santos" userId="5dda1dd3-2126-4712-ac7b-2b3106ad4864" providerId="ADAL" clId="{A131A810-237E-418F-B9CF-EE9A8D882EF6}" dt="2026-03-14T17:55:05.482" v="57" actId="478"/>
          <ac:spMkLst>
            <pc:docMk/>
            <pc:sldMk cId="2861913146" sldId="335"/>
            <ac:spMk id="7" creationId="{B6ACD54A-D129-0DE7-8679-8D4848FB5DD4}"/>
          </ac:spMkLst>
        </pc:spChg>
        <pc:spChg chg="add mod">
          <ac:chgData name="Gean Santos" userId="5dda1dd3-2126-4712-ac7b-2b3106ad4864" providerId="ADAL" clId="{A131A810-237E-418F-B9CF-EE9A8D882EF6}" dt="2026-03-14T17:55:06.119" v="58" actId="478"/>
          <ac:spMkLst>
            <pc:docMk/>
            <pc:sldMk cId="2861913146" sldId="335"/>
            <ac:spMk id="9" creationId="{084FA15B-218F-E0AE-146B-853CA5AEAE80}"/>
          </ac:spMkLst>
        </pc:spChg>
        <pc:spChg chg="mod">
          <ac:chgData name="Gean Santos" userId="5dda1dd3-2126-4712-ac7b-2b3106ad4864" providerId="ADAL" clId="{A131A810-237E-418F-B9CF-EE9A8D882EF6}" dt="2026-03-14T17:55:01.240" v="54" actId="6549"/>
          <ac:spMkLst>
            <pc:docMk/>
            <pc:sldMk cId="2861913146" sldId="335"/>
            <ac:spMk id="36" creationId="{3318ABB8-FF08-4643-9329-BBBB6B2BAEA0}"/>
          </ac:spMkLst>
        </pc:spChg>
        <pc:picChg chg="del">
          <ac:chgData name="Gean Santos" userId="5dda1dd3-2126-4712-ac7b-2b3106ad4864" providerId="ADAL" clId="{A131A810-237E-418F-B9CF-EE9A8D882EF6}" dt="2026-03-14T17:55:06.119" v="58" actId="478"/>
          <ac:picMkLst>
            <pc:docMk/>
            <pc:sldMk cId="2861913146" sldId="335"/>
            <ac:picMk id="51" creationId="{24E25DA2-AA49-400A-8535-7267DFF6700D}"/>
          </ac:picMkLst>
        </pc:picChg>
        <pc:picChg chg="del">
          <ac:chgData name="Gean Santos" userId="5dda1dd3-2126-4712-ac7b-2b3106ad4864" providerId="ADAL" clId="{A131A810-237E-418F-B9CF-EE9A8D882EF6}" dt="2026-03-14T17:55:05.482" v="57" actId="478"/>
          <ac:picMkLst>
            <pc:docMk/>
            <pc:sldMk cId="2861913146" sldId="335"/>
            <ac:picMk id="55" creationId="{771EED1D-F177-4F26-9BF3-74717177BC41}"/>
          </ac:picMkLst>
        </pc:picChg>
        <pc:picChg chg="del">
          <ac:chgData name="Gean Santos" userId="5dda1dd3-2126-4712-ac7b-2b3106ad4864" providerId="ADAL" clId="{A131A810-237E-418F-B9CF-EE9A8D882EF6}" dt="2026-03-14T17:55:04.941" v="56" actId="478"/>
          <ac:picMkLst>
            <pc:docMk/>
            <pc:sldMk cId="2861913146" sldId="335"/>
            <ac:picMk id="59" creationId="{FEDEE1A4-7174-4153-B6F5-C500B3C97560}"/>
          </ac:picMkLst>
        </pc:picChg>
      </pc:sldChg>
      <pc:sldChg chg="addSp delSp modSp mod">
        <pc:chgData name="Gean Santos" userId="5dda1dd3-2126-4712-ac7b-2b3106ad4864" providerId="ADAL" clId="{A131A810-237E-418F-B9CF-EE9A8D882EF6}" dt="2026-03-14T17:55:16.714" v="65" actId="6549"/>
        <pc:sldMkLst>
          <pc:docMk/>
          <pc:sldMk cId="679062198" sldId="336"/>
        </pc:sldMkLst>
        <pc:spChg chg="add mod">
          <ac:chgData name="Gean Santos" userId="5dda1dd3-2126-4712-ac7b-2b3106ad4864" providerId="ADAL" clId="{A131A810-237E-418F-B9CF-EE9A8D882EF6}" dt="2026-03-14T17:55:14.793" v="64" actId="478"/>
          <ac:spMkLst>
            <pc:docMk/>
            <pc:sldMk cId="679062198" sldId="336"/>
            <ac:spMk id="3" creationId="{F675C182-81B3-5AD9-9BF2-21518F558039}"/>
          </ac:spMkLst>
        </pc:spChg>
        <pc:spChg chg="mod">
          <ac:chgData name="Gean Santos" userId="5dda1dd3-2126-4712-ac7b-2b3106ad4864" providerId="ADAL" clId="{A131A810-237E-418F-B9CF-EE9A8D882EF6}" dt="2026-03-14T17:55:16.714" v="65" actId="6549"/>
          <ac:spMkLst>
            <pc:docMk/>
            <pc:sldMk cId="679062198" sldId="336"/>
            <ac:spMk id="5" creationId="{D1E85B58-3E33-4718-B21A-F723800F796F}"/>
          </ac:spMkLst>
        </pc:spChg>
        <pc:spChg chg="mod">
          <ac:chgData name="Gean Santos" userId="5dda1dd3-2126-4712-ac7b-2b3106ad4864" providerId="ADAL" clId="{A131A810-237E-418F-B9CF-EE9A8D882EF6}" dt="2026-03-14T17:55:14.035" v="63" actId="6549"/>
          <ac:spMkLst>
            <pc:docMk/>
            <pc:sldMk cId="679062198" sldId="336"/>
            <ac:spMk id="7" creationId="{0209C3A7-31E6-4EE8-BF99-2440C094C970}"/>
          </ac:spMkLst>
        </pc:spChg>
        <pc:spChg chg="mod">
          <ac:chgData name="Gean Santos" userId="5dda1dd3-2126-4712-ac7b-2b3106ad4864" providerId="ADAL" clId="{A131A810-237E-418F-B9CF-EE9A8D882EF6}" dt="2026-03-14T17:55:12.776" v="62" actId="27636"/>
          <ac:spMkLst>
            <pc:docMk/>
            <pc:sldMk cId="679062198" sldId="336"/>
            <ac:spMk id="8" creationId="{E0BE5AE7-0A6C-4369-BD8C-2F815E4F3E2F}"/>
          </ac:spMkLst>
        </pc:spChg>
        <pc:picChg chg="del">
          <ac:chgData name="Gean Santos" userId="5dda1dd3-2126-4712-ac7b-2b3106ad4864" providerId="ADAL" clId="{A131A810-237E-418F-B9CF-EE9A8D882EF6}" dt="2026-03-14T17:55:14.793" v="64" actId="478"/>
          <ac:picMkLst>
            <pc:docMk/>
            <pc:sldMk cId="679062198" sldId="336"/>
            <ac:picMk id="17" creationId="{1537BDD2-04FD-449B-AD72-208CDFEE856D}"/>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3DD35D-9765-4E5F-95CE-DA45F3637BF5}" type="doc">
      <dgm:prSet loTypeId="urn:microsoft.com/office/officeart/2016/7/layout/RoundedRectangleTimeline#2" loCatId="other" qsTypeId="urn:microsoft.com/office/officeart/2005/8/quickstyle/simple1" qsCatId="simple" csTypeId="urn:microsoft.com/office/officeart/2005/8/colors/colorful5" csCatId="colorful" phldr="1"/>
      <dgm:spPr/>
      <dgm:t>
        <a:bodyPr rtlCol="0"/>
        <a:lstStyle/>
        <a:p>
          <a:pPr rtl="0"/>
          <a:endParaRPr lang="en-US"/>
        </a:p>
      </dgm:t>
    </dgm:pt>
    <dgm:pt modelId="{EB81D1D4-3A06-49A6-9CBB-2A11D66B1783}">
      <dgm:prSet phldrT="[Text]" custT="1"/>
      <dgm:spPr/>
      <dgm:t>
        <a:bodyPr rtlCol="0"/>
        <a:lstStyle/>
        <a:p>
          <a:pPr rtl="0">
            <a:buFont typeface="Arial" panose="020B0604020202020204" pitchFamily="34" charset="0"/>
            <a:buChar char="•"/>
          </a:pPr>
          <a:endParaRPr lang="en-US" sz="1400" dirty="0"/>
        </a:p>
      </dgm:t>
    </dgm:pt>
    <dgm:pt modelId="{721F31C1-C769-40A8-9C34-A74470BAB532}" type="parTrans" cxnId="{5E008CC8-B8C6-4B46-94B0-C60406121E38}">
      <dgm:prSet/>
      <dgm:spPr/>
      <dgm:t>
        <a:bodyPr rtlCol="0"/>
        <a:lstStyle/>
        <a:p>
          <a:pPr rtl="0"/>
          <a:endParaRPr lang="en-US"/>
        </a:p>
      </dgm:t>
    </dgm:pt>
    <dgm:pt modelId="{0519A5BA-BBEC-4C39-9FFD-05D4C020199E}" type="sibTrans" cxnId="{5E008CC8-B8C6-4B46-94B0-C60406121E38}">
      <dgm:prSet/>
      <dgm:spPr/>
      <dgm:t>
        <a:bodyPr rtlCol="0"/>
        <a:lstStyle/>
        <a:p>
          <a:pPr rtl="0"/>
          <a:endParaRPr lang="en-US"/>
        </a:p>
      </dgm:t>
    </dgm:pt>
    <dgm:pt modelId="{3F378E98-4217-47A9-8134-DE6C3ABFE041}">
      <dgm:prSet phldrT="[Text]" custT="1"/>
      <dgm:spPr/>
      <dgm:t>
        <a:bodyPr rtlCol="0"/>
        <a:lstStyle/>
        <a:p>
          <a:pPr rtl="0">
            <a:buFont typeface="Arial" panose="020B0604020202020204" pitchFamily="34" charset="0"/>
            <a:buChar char="•"/>
          </a:pPr>
          <a:endParaRPr lang="en-US" sz="1400" dirty="0"/>
        </a:p>
      </dgm:t>
    </dgm:pt>
    <dgm:pt modelId="{48653CFB-283F-4824-B87B-943F5C5E7841}" type="parTrans" cxnId="{E2F6ED9C-E6CA-4E7F-B747-37A284E29D24}">
      <dgm:prSet/>
      <dgm:spPr/>
      <dgm:t>
        <a:bodyPr rtlCol="0"/>
        <a:lstStyle/>
        <a:p>
          <a:pPr rtl="0"/>
          <a:endParaRPr lang="en-US"/>
        </a:p>
      </dgm:t>
    </dgm:pt>
    <dgm:pt modelId="{0638CE31-017E-4421-AF9D-A58647C395DF}" type="sibTrans" cxnId="{E2F6ED9C-E6CA-4E7F-B747-37A284E29D24}">
      <dgm:prSet/>
      <dgm:spPr/>
      <dgm:t>
        <a:bodyPr rtlCol="0"/>
        <a:lstStyle/>
        <a:p>
          <a:pPr rtl="0"/>
          <a:endParaRPr lang="en-US"/>
        </a:p>
      </dgm:t>
    </dgm:pt>
    <dgm:pt modelId="{8F3B4B19-33F4-47AC-BE4E-B66181ED98B4}">
      <dgm:prSet phldrT="[Text]"/>
      <dgm:spPr>
        <a:solidFill>
          <a:schemeClr val="accent3"/>
        </a:solidFill>
        <a:ln w="19050">
          <a:noFill/>
        </a:ln>
      </dgm:spPr>
      <dgm:t>
        <a:bodyPr rtlCol="0"/>
        <a:lstStyle/>
        <a:p>
          <a:pPr rtl="0"/>
          <a:endParaRPr lang="en-US" dirty="0">
            <a:solidFill>
              <a:schemeClr val="tx1"/>
            </a:solidFill>
          </a:endParaRPr>
        </a:p>
      </dgm:t>
    </dgm:pt>
    <dgm:pt modelId="{D56FE0BA-AE10-413D-B7E3-CD20C3731D50}" type="parTrans" cxnId="{E9FED118-8FC1-46A3-BD00-F94098ECD6A4}">
      <dgm:prSet/>
      <dgm:spPr/>
      <dgm:t>
        <a:bodyPr rtlCol="0"/>
        <a:lstStyle/>
        <a:p>
          <a:pPr rtl="0"/>
          <a:endParaRPr lang="en-US"/>
        </a:p>
      </dgm:t>
    </dgm:pt>
    <dgm:pt modelId="{2C34AF2B-9D07-4B75-9E74-1C680AB14CF6}" type="sibTrans" cxnId="{E9FED118-8FC1-46A3-BD00-F94098ECD6A4}">
      <dgm:prSet/>
      <dgm:spPr/>
      <dgm:t>
        <a:bodyPr rtlCol="0"/>
        <a:lstStyle/>
        <a:p>
          <a:pPr rtl="0"/>
          <a:endParaRPr lang="en-US"/>
        </a:p>
      </dgm:t>
    </dgm:pt>
    <dgm:pt modelId="{0AFF4C1B-302C-42EF-B59F-97CDC2799D17}">
      <dgm:prSet phldrT="[Text]" custT="1"/>
      <dgm:spPr/>
      <dgm:t>
        <a:bodyPr rtlCol="0"/>
        <a:lstStyle/>
        <a:p>
          <a:pPr rtl="0">
            <a:buFont typeface="Arial" panose="020B0604020202020204" pitchFamily="34" charset="0"/>
            <a:buChar char="•"/>
          </a:pPr>
          <a:endParaRPr lang="en-US" sz="1400" dirty="0"/>
        </a:p>
      </dgm:t>
    </dgm:pt>
    <dgm:pt modelId="{0EBE8459-BB53-4FEB-9003-4D3795F4559C}" type="parTrans" cxnId="{C23B5F60-F074-45B8-BB09-18AD4152539D}">
      <dgm:prSet/>
      <dgm:spPr/>
      <dgm:t>
        <a:bodyPr rtlCol="0"/>
        <a:lstStyle/>
        <a:p>
          <a:pPr rtl="0"/>
          <a:endParaRPr lang="en-US"/>
        </a:p>
      </dgm:t>
    </dgm:pt>
    <dgm:pt modelId="{6755B5A7-26F9-4D2F-8EA9-DCC4A05B07D9}" type="sibTrans" cxnId="{C23B5F60-F074-45B8-BB09-18AD4152539D}">
      <dgm:prSet/>
      <dgm:spPr/>
      <dgm:t>
        <a:bodyPr rtlCol="0"/>
        <a:lstStyle/>
        <a:p>
          <a:pPr rtl="0"/>
          <a:endParaRPr lang="en-US"/>
        </a:p>
      </dgm:t>
    </dgm:pt>
    <dgm:pt modelId="{80CB43E4-C30F-4DCA-A3E9-D12FA78CE0FB}">
      <dgm:prSet/>
      <dgm:spPr>
        <a:solidFill>
          <a:schemeClr val="accent3">
            <a:alpha val="20000"/>
          </a:schemeClr>
        </a:solidFill>
        <a:ln w="19050">
          <a:noFill/>
        </a:ln>
      </dgm:spPr>
      <dgm:t>
        <a:bodyPr rtlCol="0"/>
        <a:lstStyle/>
        <a:p>
          <a:pPr rtl="0"/>
          <a:endParaRPr lang="en-US" dirty="0">
            <a:solidFill>
              <a:schemeClr val="tx1"/>
            </a:solidFill>
          </a:endParaRPr>
        </a:p>
      </dgm:t>
    </dgm:pt>
    <dgm:pt modelId="{22BA2624-35EA-49E9-BC2A-8019555F56F6}" type="sibTrans" cxnId="{E3C761DA-B59A-4658-B3C8-B73D008958C7}">
      <dgm:prSet/>
      <dgm:spPr/>
      <dgm:t>
        <a:bodyPr rtlCol="0"/>
        <a:lstStyle/>
        <a:p>
          <a:pPr rtl="0"/>
          <a:endParaRPr lang="en-US"/>
        </a:p>
      </dgm:t>
    </dgm:pt>
    <dgm:pt modelId="{662CF9D0-9536-4AC8-90CC-1A9C062F4327}" type="parTrans" cxnId="{E3C761DA-B59A-4658-B3C8-B73D008958C7}">
      <dgm:prSet/>
      <dgm:spPr/>
      <dgm:t>
        <a:bodyPr rtlCol="0"/>
        <a:lstStyle/>
        <a:p>
          <a:pPr rtl="0"/>
          <a:endParaRPr lang="en-US"/>
        </a:p>
      </dgm:t>
    </dgm:pt>
    <dgm:pt modelId="{6C230327-1904-47CB-BB1D-FD9D9F4A90BF}">
      <dgm:prSet/>
      <dgm:spPr>
        <a:solidFill>
          <a:schemeClr val="bg1">
            <a:lumMod val="85000"/>
          </a:schemeClr>
        </a:solidFill>
        <a:ln w="19050">
          <a:noFill/>
        </a:ln>
      </dgm:spPr>
      <dgm:t>
        <a:bodyPr rtlCol="0"/>
        <a:lstStyle/>
        <a:p>
          <a:pPr rtl="0"/>
          <a:endParaRPr lang="pt-br" dirty="0">
            <a:solidFill>
              <a:schemeClr val="tx1"/>
            </a:solidFill>
          </a:endParaRPr>
        </a:p>
      </dgm:t>
    </dgm:pt>
    <dgm:pt modelId="{383C96B1-5630-4111-BDC2-DC9415E1D3B9}" type="sibTrans" cxnId="{DF2D3747-AF1D-43CC-ACD2-1C81B945A006}">
      <dgm:prSet/>
      <dgm:spPr/>
      <dgm:t>
        <a:bodyPr rtlCol="0"/>
        <a:lstStyle/>
        <a:p>
          <a:pPr rtl="0"/>
          <a:endParaRPr lang="en-US"/>
        </a:p>
      </dgm:t>
    </dgm:pt>
    <dgm:pt modelId="{F5865BF2-099D-45F3-9F9F-E9048C52D1A9}" type="parTrans" cxnId="{DF2D3747-AF1D-43CC-ACD2-1C81B945A006}">
      <dgm:prSet/>
      <dgm:spPr/>
      <dgm:t>
        <a:bodyPr rtlCol="0"/>
        <a:lstStyle/>
        <a:p>
          <a:pPr rtl="0"/>
          <a:endParaRPr lang="en-US"/>
        </a:p>
      </dgm:t>
    </dgm:pt>
    <dgm:pt modelId="{E7DB8C28-3728-493B-A3D7-1FE9EFE7E4C2}">
      <dgm:prSet custT="1"/>
      <dgm:spPr/>
      <dgm:t>
        <a:bodyPr rtlCol="0"/>
        <a:lstStyle/>
        <a:p>
          <a:pPr rtl="0">
            <a:buFont typeface="Arial" panose="020B0604020202020204" pitchFamily="34" charset="0"/>
            <a:buChar char="•"/>
          </a:pPr>
          <a:endParaRPr lang="en-US" sz="1400" dirty="0"/>
        </a:p>
      </dgm:t>
    </dgm:pt>
    <dgm:pt modelId="{86C82348-62AC-47C0-A4F1-60BF58B70325}" type="parTrans" cxnId="{5D5F46B2-925E-4A4E-A867-A220894EC4FD}">
      <dgm:prSet/>
      <dgm:spPr/>
      <dgm:t>
        <a:bodyPr rtlCol="0"/>
        <a:lstStyle/>
        <a:p>
          <a:pPr rtl="0"/>
          <a:endParaRPr lang="en-US"/>
        </a:p>
      </dgm:t>
    </dgm:pt>
    <dgm:pt modelId="{5399BFCE-FDB4-4666-81C7-DC36EB3DA553}" type="sibTrans" cxnId="{5D5F46B2-925E-4A4E-A867-A220894EC4FD}">
      <dgm:prSet/>
      <dgm:spPr/>
      <dgm:t>
        <a:bodyPr rtlCol="0"/>
        <a:lstStyle/>
        <a:p>
          <a:pPr rtl="0"/>
          <a:endParaRPr lang="en-US"/>
        </a:p>
      </dgm:t>
    </dgm:pt>
    <dgm:pt modelId="{3AA5C518-6101-47DE-A504-F7F8D31BAC0F}">
      <dgm:prSet custT="1"/>
      <dgm:spPr/>
      <dgm:t>
        <a:bodyPr rtlCol="0"/>
        <a:lstStyle/>
        <a:p>
          <a:pPr rtl="0">
            <a:buFont typeface="Arial" panose="020B0604020202020204" pitchFamily="34" charset="0"/>
            <a:buChar char="•"/>
          </a:pPr>
          <a:endParaRPr lang="en-US" sz="1400" dirty="0"/>
        </a:p>
      </dgm:t>
    </dgm:pt>
    <dgm:pt modelId="{C33DEA67-DC41-4FD7-BAF1-1EBBE63C3B81}" type="parTrans" cxnId="{3A57B4D5-27C4-4372-954B-03F42D8D5B74}">
      <dgm:prSet/>
      <dgm:spPr/>
      <dgm:t>
        <a:bodyPr rtlCol="0"/>
        <a:lstStyle/>
        <a:p>
          <a:pPr rtl="0"/>
          <a:endParaRPr lang="en-US"/>
        </a:p>
      </dgm:t>
    </dgm:pt>
    <dgm:pt modelId="{84ADADB6-F501-44B3-B426-011C7C46A020}" type="sibTrans" cxnId="{3A57B4D5-27C4-4372-954B-03F42D8D5B74}">
      <dgm:prSet/>
      <dgm:spPr/>
      <dgm:t>
        <a:bodyPr rtlCol="0"/>
        <a:lstStyle/>
        <a:p>
          <a:pPr rtl="0"/>
          <a:endParaRPr lang="en-US"/>
        </a:p>
      </dgm:t>
    </dgm:pt>
    <dgm:pt modelId="{FE888CE1-9F15-40DF-9718-C8B432B3BB83}" type="pres">
      <dgm:prSet presAssocID="{013DD35D-9765-4E5F-95CE-DA45F3637BF5}" presName="Name0" presStyleCnt="0">
        <dgm:presLayoutVars>
          <dgm:chMax/>
          <dgm:chPref/>
          <dgm:dir/>
          <dgm:animLvl val="lvl"/>
        </dgm:presLayoutVars>
      </dgm:prSet>
      <dgm:spPr/>
    </dgm:pt>
    <dgm:pt modelId="{43F89885-A343-4B6A-88EF-8A36D57B8457}" type="pres">
      <dgm:prSet presAssocID="{EB81D1D4-3A06-49A6-9CBB-2A11D66B1783}" presName="composite" presStyleCnt="0"/>
      <dgm:spPr/>
    </dgm:pt>
    <dgm:pt modelId="{E471551A-D34A-4B41-9004-B17B114FE807}" type="pres">
      <dgm:prSet presAssocID="{EB81D1D4-3A06-49A6-9CBB-2A11D66B1783}" presName="Parent1" presStyleLbl="alignNode1" presStyleIdx="0" presStyleCnt="5">
        <dgm:presLayoutVars>
          <dgm:chMax val="1"/>
          <dgm:chPref val="1"/>
          <dgm:bulletEnabled val="1"/>
        </dgm:presLayoutVars>
      </dgm:prSet>
      <dgm:spPr/>
    </dgm:pt>
    <dgm:pt modelId="{5CEC6B67-B100-4D86-BA59-D3704EB0815A}" type="pres">
      <dgm:prSet presAssocID="{EB81D1D4-3A06-49A6-9CBB-2A11D66B1783}" presName="Childtext1" presStyleLbl="revTx" presStyleIdx="0" presStyleCnt="5">
        <dgm:presLayoutVars>
          <dgm:bulletEnabled val="1"/>
        </dgm:presLayoutVars>
      </dgm:prSet>
      <dgm:spPr/>
    </dgm:pt>
    <dgm:pt modelId="{EAC00B29-E26B-48D0-9DBC-BAA365F0124B}" type="pres">
      <dgm:prSet presAssocID="{EB81D1D4-3A06-49A6-9CBB-2A11D66B1783}" presName="ConnectLine" presStyleLbl="callout" presStyleIdx="0" presStyleCnt="5"/>
      <dgm:spPr>
        <a:solidFill>
          <a:schemeClr val="accent5">
            <a:hueOff val="0"/>
            <a:satOff val="0"/>
            <a:lumOff val="0"/>
            <a:alphaOff val="0"/>
          </a:schemeClr>
        </a:solidFill>
        <a:ln w="12700" cap="flat" cmpd="sng" algn="ctr">
          <a:solidFill>
            <a:schemeClr val="accent5">
              <a:tint val="50000"/>
              <a:hueOff val="0"/>
              <a:satOff val="0"/>
              <a:lumOff val="0"/>
              <a:alphaOff val="0"/>
            </a:schemeClr>
          </a:solidFill>
          <a:prstDash val="dash"/>
          <a:miter lim="800000"/>
        </a:ln>
        <a:effectLst/>
      </dgm:spPr>
    </dgm:pt>
    <dgm:pt modelId="{227D70BD-4427-4CC7-AD10-2309E59DE66D}" type="pres">
      <dgm:prSet presAssocID="{EB81D1D4-3A06-49A6-9CBB-2A11D66B1783}" presName="ConnectLineEnd" presStyleLbl="lnNode1" presStyleIdx="0" presStyleCnt="5"/>
      <dgm:spPr/>
    </dgm:pt>
    <dgm:pt modelId="{0AAC9752-E047-42D9-BB05-E37F2520812F}" type="pres">
      <dgm:prSet presAssocID="{EB81D1D4-3A06-49A6-9CBB-2A11D66B1783}" presName="EmptyPane" presStyleCnt="0"/>
      <dgm:spPr/>
    </dgm:pt>
    <dgm:pt modelId="{A29C1964-6720-4853-8BF3-14DA4587E385}" type="pres">
      <dgm:prSet presAssocID="{0519A5BA-BBEC-4C39-9FFD-05D4C020199E}" presName="spaceBetweenRectangles" presStyleCnt="0"/>
      <dgm:spPr/>
    </dgm:pt>
    <dgm:pt modelId="{0FF64ADF-C775-4338-9E38-9BB4ED505CA3}" type="pres">
      <dgm:prSet presAssocID="{3F378E98-4217-47A9-8134-DE6C3ABFE041}" presName="composite" presStyleCnt="0"/>
      <dgm:spPr/>
    </dgm:pt>
    <dgm:pt modelId="{B1497B83-70E3-4E53-920D-B4E0629EF252}" type="pres">
      <dgm:prSet presAssocID="{3F378E98-4217-47A9-8134-DE6C3ABFE041}" presName="Parent1" presStyleLbl="alignNode1" presStyleIdx="1" presStyleCnt="5">
        <dgm:presLayoutVars>
          <dgm:chMax val="1"/>
          <dgm:chPref val="1"/>
          <dgm:bulletEnabled val="1"/>
        </dgm:presLayoutVars>
      </dgm:prSet>
      <dgm:spPr/>
    </dgm:pt>
    <dgm:pt modelId="{F2C9B312-5EB6-4BC4-BE22-C3C8E963A1B4}" type="pres">
      <dgm:prSet presAssocID="{3F378E98-4217-47A9-8134-DE6C3ABFE041}" presName="Childtext1" presStyleLbl="revTx" presStyleIdx="1" presStyleCnt="5">
        <dgm:presLayoutVars>
          <dgm:bulletEnabled val="1"/>
        </dgm:presLayoutVars>
      </dgm:prSet>
      <dgm:spPr/>
    </dgm:pt>
    <dgm:pt modelId="{90186032-B4CC-4395-A35D-AB08C9666CC1}" type="pres">
      <dgm:prSet presAssocID="{3F378E98-4217-47A9-8134-DE6C3ABFE041}" presName="ConnectLine" presStyleLbl="callout" presStyleIdx="1" presStyleCnt="5"/>
      <dgm:spPr>
        <a:solidFill>
          <a:schemeClr val="accent5">
            <a:hueOff val="0"/>
            <a:satOff val="0"/>
            <a:lumOff val="0"/>
            <a:alphaOff val="0"/>
          </a:schemeClr>
        </a:solidFill>
        <a:ln w="12700" cap="flat" cmpd="sng" algn="ctr">
          <a:solidFill>
            <a:schemeClr val="accent5">
              <a:tint val="50000"/>
              <a:hueOff val="0"/>
              <a:satOff val="0"/>
              <a:lumOff val="0"/>
              <a:alphaOff val="0"/>
            </a:schemeClr>
          </a:solidFill>
          <a:prstDash val="dash"/>
          <a:miter lim="800000"/>
        </a:ln>
        <a:effectLst/>
      </dgm:spPr>
    </dgm:pt>
    <dgm:pt modelId="{D6C20301-C732-4D48-999F-07B85E1ADF80}" type="pres">
      <dgm:prSet presAssocID="{3F378E98-4217-47A9-8134-DE6C3ABFE041}" presName="ConnectLineEnd" presStyleLbl="lnNode1" presStyleIdx="1" presStyleCnt="5"/>
      <dgm:spPr/>
    </dgm:pt>
    <dgm:pt modelId="{802E5B04-6DE5-4436-953F-59AD5ED36CA4}" type="pres">
      <dgm:prSet presAssocID="{3F378E98-4217-47A9-8134-DE6C3ABFE041}" presName="EmptyPane" presStyleCnt="0"/>
      <dgm:spPr/>
    </dgm:pt>
    <dgm:pt modelId="{BCCB16D0-38ED-43E4-8820-8AC87137DD68}" type="pres">
      <dgm:prSet presAssocID="{0638CE31-017E-4421-AF9D-A58647C395DF}" presName="spaceBetweenRectangles" presStyleCnt="0"/>
      <dgm:spPr/>
    </dgm:pt>
    <dgm:pt modelId="{EDB63637-6388-460A-9080-8C19D1551DAE}" type="pres">
      <dgm:prSet presAssocID="{8F3B4B19-33F4-47AC-BE4E-B66181ED98B4}" presName="composite" presStyleCnt="0"/>
      <dgm:spPr/>
    </dgm:pt>
    <dgm:pt modelId="{72DD609F-4804-4D65-8014-4ECA3F2307C5}" type="pres">
      <dgm:prSet presAssocID="{8F3B4B19-33F4-47AC-BE4E-B66181ED98B4}" presName="Parent1" presStyleLbl="alignNode1" presStyleIdx="2" presStyleCnt="5">
        <dgm:presLayoutVars>
          <dgm:chMax val="1"/>
          <dgm:chPref val="1"/>
          <dgm:bulletEnabled val="1"/>
        </dgm:presLayoutVars>
      </dgm:prSet>
      <dgm:spPr>
        <a:prstGeom prst="rect">
          <a:avLst/>
        </a:prstGeom>
      </dgm:spPr>
    </dgm:pt>
    <dgm:pt modelId="{AB0282E3-1216-4CDB-AC5F-106C1EEEB95A}" type="pres">
      <dgm:prSet presAssocID="{8F3B4B19-33F4-47AC-BE4E-B66181ED98B4}" presName="Childtext1" presStyleLbl="revTx" presStyleIdx="2" presStyleCnt="5">
        <dgm:presLayoutVars>
          <dgm:bulletEnabled val="1"/>
        </dgm:presLayoutVars>
      </dgm:prSet>
      <dgm:spPr/>
    </dgm:pt>
    <dgm:pt modelId="{0D377583-EAA6-47CC-B504-762FB6EBAB9C}" type="pres">
      <dgm:prSet presAssocID="{8F3B4B19-33F4-47AC-BE4E-B66181ED98B4}" presName="ConnectLine" presStyleLbl="callout" presStyleIdx="2" presStyleCnt="5"/>
      <dgm:spPr>
        <a:solidFill>
          <a:schemeClr val="accent5">
            <a:hueOff val="0"/>
            <a:satOff val="0"/>
            <a:lumOff val="0"/>
            <a:alphaOff val="0"/>
          </a:schemeClr>
        </a:solidFill>
        <a:ln w="12700" cap="flat" cmpd="sng" algn="ctr">
          <a:solidFill>
            <a:schemeClr val="tx1"/>
          </a:solidFill>
          <a:prstDash val="solid"/>
          <a:miter lim="800000"/>
        </a:ln>
        <a:effectLst/>
      </dgm:spPr>
    </dgm:pt>
    <dgm:pt modelId="{72321D10-9092-4E81-9AD7-ACA033236CC0}" type="pres">
      <dgm:prSet presAssocID="{8F3B4B19-33F4-47AC-BE4E-B66181ED98B4}" presName="ConnectLineEnd" presStyleLbl="lnNode1" presStyleIdx="2" presStyleCnt="5" custLinFactNeighborX="9136" custLinFactNeighborY="91360"/>
      <dgm:spPr>
        <a:solidFill>
          <a:schemeClr val="tx1"/>
        </a:solidFill>
        <a:ln>
          <a:noFill/>
        </a:ln>
      </dgm:spPr>
    </dgm:pt>
    <dgm:pt modelId="{5112F4EE-10B9-493B-9CCF-BDBDDB5CD939}" type="pres">
      <dgm:prSet presAssocID="{8F3B4B19-33F4-47AC-BE4E-B66181ED98B4}" presName="EmptyPane" presStyleCnt="0"/>
      <dgm:spPr/>
    </dgm:pt>
    <dgm:pt modelId="{696DFD6D-4BE8-4B4E-AC75-92702E2B3720}" type="pres">
      <dgm:prSet presAssocID="{2C34AF2B-9D07-4B75-9E74-1C680AB14CF6}" presName="spaceBetweenRectangles" presStyleCnt="0"/>
      <dgm:spPr/>
    </dgm:pt>
    <dgm:pt modelId="{D3935727-4804-47D5-A672-62CC82B7DD7A}" type="pres">
      <dgm:prSet presAssocID="{80CB43E4-C30F-4DCA-A3E9-D12FA78CE0FB}" presName="composite" presStyleCnt="0"/>
      <dgm:spPr/>
    </dgm:pt>
    <dgm:pt modelId="{95553EDF-C46A-491F-99E2-89CCFA971EC7}" type="pres">
      <dgm:prSet presAssocID="{80CB43E4-C30F-4DCA-A3E9-D12FA78CE0FB}" presName="Parent1" presStyleLbl="alignNode1" presStyleIdx="3" presStyleCnt="5">
        <dgm:presLayoutVars>
          <dgm:chMax val="1"/>
          <dgm:chPref val="1"/>
          <dgm:bulletEnabled val="1"/>
        </dgm:presLayoutVars>
      </dgm:prSet>
      <dgm:spPr>
        <a:prstGeom prst="rect">
          <a:avLst/>
        </a:prstGeom>
      </dgm:spPr>
    </dgm:pt>
    <dgm:pt modelId="{5A57A077-9B08-4866-8C21-35D61D6745A2}" type="pres">
      <dgm:prSet presAssocID="{80CB43E4-C30F-4DCA-A3E9-D12FA78CE0FB}" presName="Childtext1" presStyleLbl="revTx" presStyleIdx="3" presStyleCnt="5">
        <dgm:presLayoutVars>
          <dgm:bulletEnabled val="1"/>
        </dgm:presLayoutVars>
      </dgm:prSet>
      <dgm:spPr/>
    </dgm:pt>
    <dgm:pt modelId="{3F96C175-FC65-44B4-B1A3-BD3686077937}" type="pres">
      <dgm:prSet presAssocID="{80CB43E4-C30F-4DCA-A3E9-D12FA78CE0FB}" presName="ConnectLine" presStyleLbl="callout" presStyleIdx="3" presStyleCnt="5"/>
      <dgm:spPr>
        <a:solidFill>
          <a:schemeClr val="accent5">
            <a:hueOff val="0"/>
            <a:satOff val="0"/>
            <a:lumOff val="0"/>
            <a:alphaOff val="0"/>
          </a:schemeClr>
        </a:solidFill>
        <a:ln w="12700" cap="flat" cmpd="sng" algn="ctr">
          <a:solidFill>
            <a:schemeClr val="tx1"/>
          </a:solidFill>
          <a:prstDash val="solid"/>
          <a:miter lim="800000"/>
        </a:ln>
        <a:effectLst/>
      </dgm:spPr>
    </dgm:pt>
    <dgm:pt modelId="{E150CCC3-D56D-4BD2-8570-DF61526015EB}" type="pres">
      <dgm:prSet presAssocID="{80CB43E4-C30F-4DCA-A3E9-D12FA78CE0FB}" presName="ConnectLineEnd" presStyleLbl="lnNode1" presStyleIdx="3" presStyleCnt="5" custLinFactNeighborY="-91360"/>
      <dgm:spPr>
        <a:solidFill>
          <a:schemeClr val="tx1"/>
        </a:solidFill>
        <a:ln>
          <a:noFill/>
        </a:ln>
      </dgm:spPr>
    </dgm:pt>
    <dgm:pt modelId="{2DA77722-C5DF-4186-8BFA-F2D3DF1A03FC}" type="pres">
      <dgm:prSet presAssocID="{80CB43E4-C30F-4DCA-A3E9-D12FA78CE0FB}" presName="EmptyPane" presStyleCnt="0"/>
      <dgm:spPr/>
    </dgm:pt>
    <dgm:pt modelId="{CBEA0876-8BC1-42BC-AF5C-0E14ABA10196}" type="pres">
      <dgm:prSet presAssocID="{22BA2624-35EA-49E9-BC2A-8019555F56F6}" presName="spaceBetweenRectangles" presStyleCnt="0"/>
      <dgm:spPr/>
    </dgm:pt>
    <dgm:pt modelId="{1DA78AF2-980C-44A2-9853-DCCDDA44A286}" type="pres">
      <dgm:prSet presAssocID="{6C230327-1904-47CB-BB1D-FD9D9F4A90BF}" presName="composite" presStyleCnt="0"/>
      <dgm:spPr/>
    </dgm:pt>
    <dgm:pt modelId="{48C9FB51-D66D-4F14-8DE5-0A719732E7B6}" type="pres">
      <dgm:prSet presAssocID="{6C230327-1904-47CB-BB1D-FD9D9F4A90BF}" presName="Parent1" presStyleLbl="alignNode1" presStyleIdx="4" presStyleCnt="5">
        <dgm:presLayoutVars>
          <dgm:chMax val="1"/>
          <dgm:chPref val="1"/>
          <dgm:bulletEnabled val="1"/>
        </dgm:presLayoutVars>
      </dgm:prSet>
      <dgm:spPr>
        <a:prstGeom prst="rect">
          <a:avLst/>
        </a:prstGeom>
      </dgm:spPr>
    </dgm:pt>
    <dgm:pt modelId="{CB726486-3B5A-47F8-90E4-EC34C8ADB385}" type="pres">
      <dgm:prSet presAssocID="{6C230327-1904-47CB-BB1D-FD9D9F4A90BF}" presName="Childtext1" presStyleLbl="revTx" presStyleIdx="4" presStyleCnt="5">
        <dgm:presLayoutVars>
          <dgm:bulletEnabled val="1"/>
        </dgm:presLayoutVars>
      </dgm:prSet>
      <dgm:spPr/>
    </dgm:pt>
    <dgm:pt modelId="{5012A99F-560A-4636-953C-5F263876E566}" type="pres">
      <dgm:prSet presAssocID="{6C230327-1904-47CB-BB1D-FD9D9F4A90BF}" presName="ConnectLine" presStyleLbl="callout" presStyleIdx="4" presStyleCnt="5"/>
      <dgm:spPr>
        <a:solidFill>
          <a:schemeClr val="accent5">
            <a:hueOff val="0"/>
            <a:satOff val="0"/>
            <a:lumOff val="0"/>
            <a:alphaOff val="0"/>
          </a:schemeClr>
        </a:solidFill>
        <a:ln w="12700" cap="flat" cmpd="sng" algn="ctr">
          <a:solidFill>
            <a:schemeClr val="tx1"/>
          </a:solidFill>
          <a:prstDash val="solid"/>
          <a:miter lim="800000"/>
        </a:ln>
        <a:effectLst/>
      </dgm:spPr>
    </dgm:pt>
    <dgm:pt modelId="{456F09DE-8CFF-414A-A967-17AF417A13B8}" type="pres">
      <dgm:prSet presAssocID="{6C230327-1904-47CB-BB1D-FD9D9F4A90BF}" presName="ConnectLineEnd" presStyleLbl="lnNode1" presStyleIdx="4" presStyleCnt="5" custLinFactNeighborX="-9136" custLinFactNeighborY="91362"/>
      <dgm:spPr>
        <a:solidFill>
          <a:schemeClr val="tx1"/>
        </a:solidFill>
        <a:ln>
          <a:noFill/>
        </a:ln>
      </dgm:spPr>
    </dgm:pt>
    <dgm:pt modelId="{C11A432F-80B7-4941-B5AB-3A959DC1769B}" type="pres">
      <dgm:prSet presAssocID="{6C230327-1904-47CB-BB1D-FD9D9F4A90BF}" presName="EmptyPane" presStyleCnt="0"/>
      <dgm:spPr/>
    </dgm:pt>
  </dgm:ptLst>
  <dgm:cxnLst>
    <dgm:cxn modelId="{228B2C11-3273-4EA1-9A09-3B22B82AED13}" type="presOf" srcId="{80CB43E4-C30F-4DCA-A3E9-D12FA78CE0FB}" destId="{95553EDF-C46A-491F-99E2-89CCFA971EC7}" srcOrd="0" destOrd="0" presId="urn:microsoft.com/office/officeart/2016/7/layout/RoundedRectangleTimeline#2"/>
    <dgm:cxn modelId="{E9FED118-8FC1-46A3-BD00-F94098ECD6A4}" srcId="{013DD35D-9765-4E5F-95CE-DA45F3637BF5}" destId="{8F3B4B19-33F4-47AC-BE4E-B66181ED98B4}" srcOrd="2" destOrd="0" parTransId="{D56FE0BA-AE10-413D-B7E3-CD20C3731D50}" sibTransId="{2C34AF2B-9D07-4B75-9E74-1C680AB14CF6}"/>
    <dgm:cxn modelId="{C23B5F60-F074-45B8-BB09-18AD4152539D}" srcId="{8F3B4B19-33F4-47AC-BE4E-B66181ED98B4}" destId="{0AFF4C1B-302C-42EF-B59F-97CDC2799D17}" srcOrd="0" destOrd="0" parTransId="{0EBE8459-BB53-4FEB-9003-4D3795F4559C}" sibTransId="{6755B5A7-26F9-4D2F-8EA9-DCC4A05B07D9}"/>
    <dgm:cxn modelId="{711C1C47-1ACD-4CF6-94A3-A65870CD9388}" type="presOf" srcId="{0AFF4C1B-302C-42EF-B59F-97CDC2799D17}" destId="{AB0282E3-1216-4CDB-AC5F-106C1EEEB95A}" srcOrd="0" destOrd="0" presId="urn:microsoft.com/office/officeart/2016/7/layout/RoundedRectangleTimeline#2"/>
    <dgm:cxn modelId="{DF2D3747-AF1D-43CC-ACD2-1C81B945A006}" srcId="{013DD35D-9765-4E5F-95CE-DA45F3637BF5}" destId="{6C230327-1904-47CB-BB1D-FD9D9F4A90BF}" srcOrd="4" destOrd="0" parTransId="{F5865BF2-099D-45F3-9F9F-E9048C52D1A9}" sibTransId="{383C96B1-5630-4111-BDC2-DC9415E1D3B9}"/>
    <dgm:cxn modelId="{21261374-9143-4E6D-8DCE-83DDD5AC4B67}" type="presOf" srcId="{013DD35D-9765-4E5F-95CE-DA45F3637BF5}" destId="{FE888CE1-9F15-40DF-9718-C8B432B3BB83}" srcOrd="0" destOrd="0" presId="urn:microsoft.com/office/officeart/2016/7/layout/RoundedRectangleTimeline#2"/>
    <dgm:cxn modelId="{E2F6ED9C-E6CA-4E7F-B747-37A284E29D24}" srcId="{013DD35D-9765-4E5F-95CE-DA45F3637BF5}" destId="{3F378E98-4217-47A9-8134-DE6C3ABFE041}" srcOrd="1" destOrd="0" parTransId="{48653CFB-283F-4824-B87B-943F5C5E7841}" sibTransId="{0638CE31-017E-4421-AF9D-A58647C395DF}"/>
    <dgm:cxn modelId="{5D5F46B2-925E-4A4E-A867-A220894EC4FD}" srcId="{80CB43E4-C30F-4DCA-A3E9-D12FA78CE0FB}" destId="{E7DB8C28-3728-493B-A3D7-1FE9EFE7E4C2}" srcOrd="0" destOrd="0" parTransId="{86C82348-62AC-47C0-A4F1-60BF58B70325}" sibTransId="{5399BFCE-FDB4-4666-81C7-DC36EB3DA553}"/>
    <dgm:cxn modelId="{B33573B8-E645-4B6E-AE47-CE400B7EDF67}" type="presOf" srcId="{E7DB8C28-3728-493B-A3D7-1FE9EFE7E4C2}" destId="{5A57A077-9B08-4866-8C21-35D61D6745A2}" srcOrd="0" destOrd="0" presId="urn:microsoft.com/office/officeart/2016/7/layout/RoundedRectangleTimeline#2"/>
    <dgm:cxn modelId="{5E008CC8-B8C6-4B46-94B0-C60406121E38}" srcId="{013DD35D-9765-4E5F-95CE-DA45F3637BF5}" destId="{EB81D1D4-3A06-49A6-9CBB-2A11D66B1783}" srcOrd="0" destOrd="0" parTransId="{721F31C1-C769-40A8-9C34-A74470BAB532}" sibTransId="{0519A5BA-BBEC-4C39-9FFD-05D4C020199E}"/>
    <dgm:cxn modelId="{87049AD0-EF56-4F12-B68B-4F804DB2FAC5}" type="presOf" srcId="{3AA5C518-6101-47DE-A504-F7F8D31BAC0F}" destId="{CB726486-3B5A-47F8-90E4-EC34C8ADB385}" srcOrd="0" destOrd="0" presId="urn:microsoft.com/office/officeart/2016/7/layout/RoundedRectangleTimeline#2"/>
    <dgm:cxn modelId="{3A57B4D5-27C4-4372-954B-03F42D8D5B74}" srcId="{6C230327-1904-47CB-BB1D-FD9D9F4A90BF}" destId="{3AA5C518-6101-47DE-A504-F7F8D31BAC0F}" srcOrd="0" destOrd="0" parTransId="{C33DEA67-DC41-4FD7-BAF1-1EBBE63C3B81}" sibTransId="{84ADADB6-F501-44B3-B426-011C7C46A020}"/>
    <dgm:cxn modelId="{E3C761DA-B59A-4658-B3C8-B73D008958C7}" srcId="{013DD35D-9765-4E5F-95CE-DA45F3637BF5}" destId="{80CB43E4-C30F-4DCA-A3E9-D12FA78CE0FB}" srcOrd="3" destOrd="0" parTransId="{662CF9D0-9536-4AC8-90CC-1A9C062F4327}" sibTransId="{22BA2624-35EA-49E9-BC2A-8019555F56F6}"/>
    <dgm:cxn modelId="{EA8FB9DF-9BAE-4A95-B103-E2C437B47283}" type="presOf" srcId="{6C230327-1904-47CB-BB1D-FD9D9F4A90BF}" destId="{48C9FB51-D66D-4F14-8DE5-0A719732E7B6}" srcOrd="0" destOrd="0" presId="urn:microsoft.com/office/officeart/2016/7/layout/RoundedRectangleTimeline#2"/>
    <dgm:cxn modelId="{498BF5E3-442A-48CB-8111-1FE0F33508FB}" type="presOf" srcId="{3F378E98-4217-47A9-8134-DE6C3ABFE041}" destId="{B1497B83-70E3-4E53-920D-B4E0629EF252}" srcOrd="0" destOrd="0" presId="urn:microsoft.com/office/officeart/2016/7/layout/RoundedRectangleTimeline#2"/>
    <dgm:cxn modelId="{B14070EC-DA7C-4009-A5A9-F052CAFA2F3C}" type="presOf" srcId="{8F3B4B19-33F4-47AC-BE4E-B66181ED98B4}" destId="{72DD609F-4804-4D65-8014-4ECA3F2307C5}" srcOrd="0" destOrd="0" presId="urn:microsoft.com/office/officeart/2016/7/layout/RoundedRectangleTimeline#2"/>
    <dgm:cxn modelId="{FC2D7BEF-F8E0-4D39-9231-EB1D65A81C8D}" type="presOf" srcId="{EB81D1D4-3A06-49A6-9CBB-2A11D66B1783}" destId="{E471551A-D34A-4B41-9004-B17B114FE807}" srcOrd="0" destOrd="0" presId="urn:microsoft.com/office/officeart/2016/7/layout/RoundedRectangleTimeline#2"/>
    <dgm:cxn modelId="{0E2DC0AB-2982-4F14-8109-2BC58D4C40B0}" type="presParOf" srcId="{FE888CE1-9F15-40DF-9718-C8B432B3BB83}" destId="{43F89885-A343-4B6A-88EF-8A36D57B8457}" srcOrd="0" destOrd="0" presId="urn:microsoft.com/office/officeart/2016/7/layout/RoundedRectangleTimeline#2"/>
    <dgm:cxn modelId="{9826C354-8B83-4CC0-A8B3-9063C2074C39}" type="presParOf" srcId="{43F89885-A343-4B6A-88EF-8A36D57B8457}" destId="{E471551A-D34A-4B41-9004-B17B114FE807}" srcOrd="0" destOrd="0" presId="urn:microsoft.com/office/officeart/2016/7/layout/RoundedRectangleTimeline#2"/>
    <dgm:cxn modelId="{DC5D6BA8-406F-4B28-BD30-25C319ABE53A}" type="presParOf" srcId="{43F89885-A343-4B6A-88EF-8A36D57B8457}" destId="{5CEC6B67-B100-4D86-BA59-D3704EB0815A}" srcOrd="1" destOrd="0" presId="urn:microsoft.com/office/officeart/2016/7/layout/RoundedRectangleTimeline#2"/>
    <dgm:cxn modelId="{9750F482-9D62-46CB-B4A5-EFA64D11CCED}" type="presParOf" srcId="{43F89885-A343-4B6A-88EF-8A36D57B8457}" destId="{EAC00B29-E26B-48D0-9DBC-BAA365F0124B}" srcOrd="2" destOrd="0" presId="urn:microsoft.com/office/officeart/2016/7/layout/RoundedRectangleTimeline#2"/>
    <dgm:cxn modelId="{6D9DD52D-4EA9-4476-B2AC-F82F275DADD5}" type="presParOf" srcId="{43F89885-A343-4B6A-88EF-8A36D57B8457}" destId="{227D70BD-4427-4CC7-AD10-2309E59DE66D}" srcOrd="3" destOrd="0" presId="urn:microsoft.com/office/officeart/2016/7/layout/RoundedRectangleTimeline#2"/>
    <dgm:cxn modelId="{5E8C789D-7F59-4399-9B80-B06CC693EA8D}" type="presParOf" srcId="{43F89885-A343-4B6A-88EF-8A36D57B8457}" destId="{0AAC9752-E047-42D9-BB05-E37F2520812F}" srcOrd="4" destOrd="0" presId="urn:microsoft.com/office/officeart/2016/7/layout/RoundedRectangleTimeline#2"/>
    <dgm:cxn modelId="{265E77D4-69F4-4B98-AD59-8A702EA6C7AD}" type="presParOf" srcId="{FE888CE1-9F15-40DF-9718-C8B432B3BB83}" destId="{A29C1964-6720-4853-8BF3-14DA4587E385}" srcOrd="1" destOrd="0" presId="urn:microsoft.com/office/officeart/2016/7/layout/RoundedRectangleTimeline#2"/>
    <dgm:cxn modelId="{EF27C063-202F-4463-8D18-39C4C1C8F372}" type="presParOf" srcId="{FE888CE1-9F15-40DF-9718-C8B432B3BB83}" destId="{0FF64ADF-C775-4338-9E38-9BB4ED505CA3}" srcOrd="2" destOrd="0" presId="urn:microsoft.com/office/officeart/2016/7/layout/RoundedRectangleTimeline#2"/>
    <dgm:cxn modelId="{A2EF73F1-36D8-40D5-9CC0-38481ED69133}" type="presParOf" srcId="{0FF64ADF-C775-4338-9E38-9BB4ED505CA3}" destId="{B1497B83-70E3-4E53-920D-B4E0629EF252}" srcOrd="0" destOrd="0" presId="urn:microsoft.com/office/officeart/2016/7/layout/RoundedRectangleTimeline#2"/>
    <dgm:cxn modelId="{B57149D4-8A82-4685-92E2-92B86A8F791D}" type="presParOf" srcId="{0FF64ADF-C775-4338-9E38-9BB4ED505CA3}" destId="{F2C9B312-5EB6-4BC4-BE22-C3C8E963A1B4}" srcOrd="1" destOrd="0" presId="urn:microsoft.com/office/officeart/2016/7/layout/RoundedRectangleTimeline#2"/>
    <dgm:cxn modelId="{546B2FD6-C2B5-4204-A14C-BA8BF2065AC0}" type="presParOf" srcId="{0FF64ADF-C775-4338-9E38-9BB4ED505CA3}" destId="{90186032-B4CC-4395-A35D-AB08C9666CC1}" srcOrd="2" destOrd="0" presId="urn:microsoft.com/office/officeart/2016/7/layout/RoundedRectangleTimeline#2"/>
    <dgm:cxn modelId="{91E827C6-B034-4B02-BFC0-6788B7886998}" type="presParOf" srcId="{0FF64ADF-C775-4338-9E38-9BB4ED505CA3}" destId="{D6C20301-C732-4D48-999F-07B85E1ADF80}" srcOrd="3" destOrd="0" presId="urn:microsoft.com/office/officeart/2016/7/layout/RoundedRectangleTimeline#2"/>
    <dgm:cxn modelId="{97E2863F-FE15-48C2-8A8A-2AFECD9EA143}" type="presParOf" srcId="{0FF64ADF-C775-4338-9E38-9BB4ED505CA3}" destId="{802E5B04-6DE5-4436-953F-59AD5ED36CA4}" srcOrd="4" destOrd="0" presId="urn:microsoft.com/office/officeart/2016/7/layout/RoundedRectangleTimeline#2"/>
    <dgm:cxn modelId="{9980B1E5-5FFA-47F8-8399-04A8D293C377}" type="presParOf" srcId="{FE888CE1-9F15-40DF-9718-C8B432B3BB83}" destId="{BCCB16D0-38ED-43E4-8820-8AC87137DD68}" srcOrd="3" destOrd="0" presId="urn:microsoft.com/office/officeart/2016/7/layout/RoundedRectangleTimeline#2"/>
    <dgm:cxn modelId="{6AFAD720-BD65-4AD8-A03B-5B1F2F71B97E}" type="presParOf" srcId="{FE888CE1-9F15-40DF-9718-C8B432B3BB83}" destId="{EDB63637-6388-460A-9080-8C19D1551DAE}" srcOrd="4" destOrd="0" presId="urn:microsoft.com/office/officeart/2016/7/layout/RoundedRectangleTimeline#2"/>
    <dgm:cxn modelId="{3798603C-642E-4D22-9A0F-E957F6638D47}" type="presParOf" srcId="{EDB63637-6388-460A-9080-8C19D1551DAE}" destId="{72DD609F-4804-4D65-8014-4ECA3F2307C5}" srcOrd="0" destOrd="0" presId="urn:microsoft.com/office/officeart/2016/7/layout/RoundedRectangleTimeline#2"/>
    <dgm:cxn modelId="{8D48B4E4-4EC4-4E39-9366-F0E104684733}" type="presParOf" srcId="{EDB63637-6388-460A-9080-8C19D1551DAE}" destId="{AB0282E3-1216-4CDB-AC5F-106C1EEEB95A}" srcOrd="1" destOrd="0" presId="urn:microsoft.com/office/officeart/2016/7/layout/RoundedRectangleTimeline#2"/>
    <dgm:cxn modelId="{14D85B8D-6059-4646-BF8A-6D157A0EB161}" type="presParOf" srcId="{EDB63637-6388-460A-9080-8C19D1551DAE}" destId="{0D377583-EAA6-47CC-B504-762FB6EBAB9C}" srcOrd="2" destOrd="0" presId="urn:microsoft.com/office/officeart/2016/7/layout/RoundedRectangleTimeline#2"/>
    <dgm:cxn modelId="{7552110D-125C-4CBB-9179-3BA48D235A22}" type="presParOf" srcId="{EDB63637-6388-460A-9080-8C19D1551DAE}" destId="{72321D10-9092-4E81-9AD7-ACA033236CC0}" srcOrd="3" destOrd="0" presId="urn:microsoft.com/office/officeart/2016/7/layout/RoundedRectangleTimeline#2"/>
    <dgm:cxn modelId="{AB8518D2-7101-4023-BA16-E59A660E7ABB}" type="presParOf" srcId="{EDB63637-6388-460A-9080-8C19D1551DAE}" destId="{5112F4EE-10B9-493B-9CCF-BDBDDB5CD939}" srcOrd="4" destOrd="0" presId="urn:microsoft.com/office/officeart/2016/7/layout/RoundedRectangleTimeline#2"/>
    <dgm:cxn modelId="{EFE2D36F-9260-42E3-8AD4-DC3C24F8DC8B}" type="presParOf" srcId="{FE888CE1-9F15-40DF-9718-C8B432B3BB83}" destId="{696DFD6D-4BE8-4B4E-AC75-92702E2B3720}" srcOrd="5" destOrd="0" presId="urn:microsoft.com/office/officeart/2016/7/layout/RoundedRectangleTimeline#2"/>
    <dgm:cxn modelId="{475CFBD6-9306-4954-93A5-28E9998FD9FC}" type="presParOf" srcId="{FE888CE1-9F15-40DF-9718-C8B432B3BB83}" destId="{D3935727-4804-47D5-A672-62CC82B7DD7A}" srcOrd="6" destOrd="0" presId="urn:microsoft.com/office/officeart/2016/7/layout/RoundedRectangleTimeline#2"/>
    <dgm:cxn modelId="{62FE4F95-AD3D-4E21-9428-D7AFDBDA824B}" type="presParOf" srcId="{D3935727-4804-47D5-A672-62CC82B7DD7A}" destId="{95553EDF-C46A-491F-99E2-89CCFA971EC7}" srcOrd="0" destOrd="0" presId="urn:microsoft.com/office/officeart/2016/7/layout/RoundedRectangleTimeline#2"/>
    <dgm:cxn modelId="{C204284B-1D02-4ABD-842E-8D53D8B8B81E}" type="presParOf" srcId="{D3935727-4804-47D5-A672-62CC82B7DD7A}" destId="{5A57A077-9B08-4866-8C21-35D61D6745A2}" srcOrd="1" destOrd="0" presId="urn:microsoft.com/office/officeart/2016/7/layout/RoundedRectangleTimeline#2"/>
    <dgm:cxn modelId="{410B6006-9605-4FEF-9FCE-1A8B9B58669B}" type="presParOf" srcId="{D3935727-4804-47D5-A672-62CC82B7DD7A}" destId="{3F96C175-FC65-44B4-B1A3-BD3686077937}" srcOrd="2" destOrd="0" presId="urn:microsoft.com/office/officeart/2016/7/layout/RoundedRectangleTimeline#2"/>
    <dgm:cxn modelId="{4C3DE9F4-8B9F-453D-8198-48605D9B02E8}" type="presParOf" srcId="{D3935727-4804-47D5-A672-62CC82B7DD7A}" destId="{E150CCC3-D56D-4BD2-8570-DF61526015EB}" srcOrd="3" destOrd="0" presId="urn:microsoft.com/office/officeart/2016/7/layout/RoundedRectangleTimeline#2"/>
    <dgm:cxn modelId="{769D07BA-BC8C-488C-8512-DF3DB46D4CA8}" type="presParOf" srcId="{D3935727-4804-47D5-A672-62CC82B7DD7A}" destId="{2DA77722-C5DF-4186-8BFA-F2D3DF1A03FC}" srcOrd="4" destOrd="0" presId="urn:microsoft.com/office/officeart/2016/7/layout/RoundedRectangleTimeline#2"/>
    <dgm:cxn modelId="{A2CF3D3A-EA1B-4E5C-9F20-53D5F50F1374}" type="presParOf" srcId="{FE888CE1-9F15-40DF-9718-C8B432B3BB83}" destId="{CBEA0876-8BC1-42BC-AF5C-0E14ABA10196}" srcOrd="7" destOrd="0" presId="urn:microsoft.com/office/officeart/2016/7/layout/RoundedRectangleTimeline#2"/>
    <dgm:cxn modelId="{3C1191EA-DA37-47C3-BC03-29926FD788E9}" type="presParOf" srcId="{FE888CE1-9F15-40DF-9718-C8B432B3BB83}" destId="{1DA78AF2-980C-44A2-9853-DCCDDA44A286}" srcOrd="8" destOrd="0" presId="urn:microsoft.com/office/officeart/2016/7/layout/RoundedRectangleTimeline#2"/>
    <dgm:cxn modelId="{1E78AFCB-5468-43FB-8603-C205A3BDDC26}" type="presParOf" srcId="{1DA78AF2-980C-44A2-9853-DCCDDA44A286}" destId="{48C9FB51-D66D-4F14-8DE5-0A719732E7B6}" srcOrd="0" destOrd="0" presId="urn:microsoft.com/office/officeart/2016/7/layout/RoundedRectangleTimeline#2"/>
    <dgm:cxn modelId="{585FE02D-8310-49BD-ADF0-50E8430D6148}" type="presParOf" srcId="{1DA78AF2-980C-44A2-9853-DCCDDA44A286}" destId="{CB726486-3B5A-47F8-90E4-EC34C8ADB385}" srcOrd="1" destOrd="0" presId="urn:microsoft.com/office/officeart/2016/7/layout/RoundedRectangleTimeline#2"/>
    <dgm:cxn modelId="{023548DD-82F5-497B-8274-6186E134547B}" type="presParOf" srcId="{1DA78AF2-980C-44A2-9853-DCCDDA44A286}" destId="{5012A99F-560A-4636-953C-5F263876E566}" srcOrd="2" destOrd="0" presId="urn:microsoft.com/office/officeart/2016/7/layout/RoundedRectangleTimeline#2"/>
    <dgm:cxn modelId="{C49A1876-0E71-438B-8124-191AC7F4831A}" type="presParOf" srcId="{1DA78AF2-980C-44A2-9853-DCCDDA44A286}" destId="{456F09DE-8CFF-414A-A967-17AF417A13B8}" srcOrd="3" destOrd="0" presId="urn:microsoft.com/office/officeart/2016/7/layout/RoundedRectangleTimeline#2"/>
    <dgm:cxn modelId="{4EDCB2D0-6E09-4CAB-9DD1-52CEA2B6D3CF}" type="presParOf" srcId="{1DA78AF2-980C-44A2-9853-DCCDDA44A286}" destId="{C11A432F-80B7-4941-B5AB-3A959DC1769B}" srcOrd="4" destOrd="0" presId="urn:microsoft.com/office/officeart/2016/7/layout/RoundedRectangleTimelin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71551A-D34A-4B41-9004-B17B114FE807}">
      <dsp:nvSpPr>
        <dsp:cNvPr id="0" name=""/>
        <dsp:cNvSpPr/>
      </dsp:nvSpPr>
      <dsp:spPr>
        <a:xfrm rot="16200000">
          <a:off x="1423998" y="1192689"/>
          <a:ext cx="435133" cy="1965959"/>
        </a:xfrm>
        <a:prstGeom prst="round2Same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677" tIns="0" rIns="34677" bIns="0" numCol="1" spcCol="1270" rtlCol="0" anchor="ctr" anchorCtr="1">
          <a:noAutofit/>
        </a:bodyPr>
        <a:lstStyle/>
        <a:p>
          <a:pPr marL="0" lvl="0" indent="0" algn="ctr" defTabSz="622300" rtl="0">
            <a:lnSpc>
              <a:spcPct val="90000"/>
            </a:lnSpc>
            <a:spcBef>
              <a:spcPct val="0"/>
            </a:spcBef>
            <a:spcAft>
              <a:spcPct val="35000"/>
            </a:spcAft>
            <a:buFont typeface="Arial" panose="020B0604020202020204" pitchFamily="34" charset="0"/>
            <a:buNone/>
          </a:pPr>
          <a:endParaRPr lang="en-US" sz="1400" kern="1200" dirty="0"/>
        </a:p>
      </dsp:txBody>
      <dsp:txXfrm rot="5400000">
        <a:off x="679827" y="1979343"/>
        <a:ext cx="1944718" cy="392651"/>
      </dsp:txXfrm>
    </dsp:sp>
    <dsp:sp modelId="{5CEC6B67-B100-4D86-BA59-D3704EB0815A}">
      <dsp:nvSpPr>
        <dsp:cNvPr id="0" name=""/>
        <dsp:cNvSpPr/>
      </dsp:nvSpPr>
      <dsp:spPr>
        <a:xfrm>
          <a:off x="3265" y="0"/>
          <a:ext cx="3276599" cy="1522968"/>
        </a:xfrm>
        <a:prstGeom prst="rect">
          <a:avLst/>
        </a:prstGeom>
        <a:noFill/>
        <a:ln>
          <a:noFill/>
        </a:ln>
        <a:effectLst/>
      </dsp:spPr>
      <dsp:style>
        <a:lnRef idx="0">
          <a:scrgbClr r="0" g="0" b="0"/>
        </a:lnRef>
        <a:fillRef idx="0">
          <a:scrgbClr r="0" g="0" b="0"/>
        </a:fillRef>
        <a:effectRef idx="0">
          <a:scrgbClr r="0" g="0" b="0"/>
        </a:effectRef>
        <a:fontRef idx="minor"/>
      </dsp:style>
    </dsp:sp>
    <dsp:sp modelId="{EAC00B29-E26B-48D0-9DBC-BAA365F0124B}">
      <dsp:nvSpPr>
        <dsp:cNvPr id="0" name=""/>
        <dsp:cNvSpPr/>
      </dsp:nvSpPr>
      <dsp:spPr>
        <a:xfrm>
          <a:off x="1641565" y="1609995"/>
          <a:ext cx="0" cy="348107"/>
        </a:xfrm>
        <a:prstGeom prst="line">
          <a:avLst/>
        </a:prstGeom>
        <a:solidFill>
          <a:schemeClr val="accent5">
            <a:hueOff val="0"/>
            <a:satOff val="0"/>
            <a:lumOff val="0"/>
            <a:alphaOff val="0"/>
          </a:schemeClr>
        </a:solidFill>
        <a:ln w="12700" cap="flat" cmpd="sng" algn="ctr">
          <a:solidFill>
            <a:schemeClr val="accent5">
              <a:tint val="50000"/>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dsp:style>
    </dsp:sp>
    <dsp:sp modelId="{227D70BD-4427-4CC7-AD10-2309E59DE66D}">
      <dsp:nvSpPr>
        <dsp:cNvPr id="0" name=""/>
        <dsp:cNvSpPr/>
      </dsp:nvSpPr>
      <dsp:spPr>
        <a:xfrm>
          <a:off x="1598052" y="1522968"/>
          <a:ext cx="87026" cy="87026"/>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497B83-70E3-4E53-920D-B4E0629EF252}">
      <dsp:nvSpPr>
        <dsp:cNvPr id="0" name=""/>
        <dsp:cNvSpPr/>
      </dsp:nvSpPr>
      <dsp:spPr>
        <a:xfrm>
          <a:off x="2624545" y="1958102"/>
          <a:ext cx="1965959" cy="435133"/>
        </a:xfrm>
        <a:prstGeom prst="rect">
          <a:avLst/>
        </a:prstGeom>
        <a:solidFill>
          <a:schemeClr val="accent5">
            <a:hueOff val="-1731721"/>
            <a:satOff val="-3008"/>
            <a:lumOff val="196"/>
            <a:alphaOff val="0"/>
          </a:schemeClr>
        </a:solidFill>
        <a:ln w="12700" cap="flat" cmpd="sng" algn="ctr">
          <a:solidFill>
            <a:schemeClr val="accent5">
              <a:hueOff val="-1731721"/>
              <a:satOff val="-3008"/>
              <a:lumOff val="19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677" tIns="0" rIns="34677" bIns="0" numCol="1" spcCol="1270" rtlCol="0" anchor="ctr" anchorCtr="1">
          <a:noAutofit/>
        </a:bodyPr>
        <a:lstStyle/>
        <a:p>
          <a:pPr marL="0" lvl="0" indent="0" algn="ctr" defTabSz="622300" rtl="0">
            <a:lnSpc>
              <a:spcPct val="90000"/>
            </a:lnSpc>
            <a:spcBef>
              <a:spcPct val="0"/>
            </a:spcBef>
            <a:spcAft>
              <a:spcPct val="35000"/>
            </a:spcAft>
            <a:buFont typeface="Arial" panose="020B0604020202020204" pitchFamily="34" charset="0"/>
            <a:buNone/>
          </a:pPr>
          <a:endParaRPr lang="en-US" sz="1400" kern="1200" dirty="0"/>
        </a:p>
      </dsp:txBody>
      <dsp:txXfrm>
        <a:off x="2624545" y="1958102"/>
        <a:ext cx="1965959" cy="435133"/>
      </dsp:txXfrm>
    </dsp:sp>
    <dsp:sp modelId="{F2C9B312-5EB6-4BC4-BE22-C3C8E963A1B4}">
      <dsp:nvSpPr>
        <dsp:cNvPr id="0" name=""/>
        <dsp:cNvSpPr/>
      </dsp:nvSpPr>
      <dsp:spPr>
        <a:xfrm>
          <a:off x="1969225" y="2828369"/>
          <a:ext cx="3276599" cy="1522968"/>
        </a:xfrm>
        <a:prstGeom prst="rect">
          <a:avLst/>
        </a:prstGeom>
        <a:noFill/>
        <a:ln>
          <a:noFill/>
        </a:ln>
        <a:effectLst/>
      </dsp:spPr>
      <dsp:style>
        <a:lnRef idx="0">
          <a:scrgbClr r="0" g="0" b="0"/>
        </a:lnRef>
        <a:fillRef idx="0">
          <a:scrgbClr r="0" g="0" b="0"/>
        </a:fillRef>
        <a:effectRef idx="0">
          <a:scrgbClr r="0" g="0" b="0"/>
        </a:effectRef>
        <a:fontRef idx="minor"/>
      </dsp:style>
    </dsp:sp>
    <dsp:sp modelId="{90186032-B4CC-4395-A35D-AB08C9666CC1}">
      <dsp:nvSpPr>
        <dsp:cNvPr id="0" name=""/>
        <dsp:cNvSpPr/>
      </dsp:nvSpPr>
      <dsp:spPr>
        <a:xfrm>
          <a:off x="3607525" y="2393235"/>
          <a:ext cx="0" cy="348107"/>
        </a:xfrm>
        <a:prstGeom prst="line">
          <a:avLst/>
        </a:prstGeom>
        <a:solidFill>
          <a:schemeClr val="accent5">
            <a:hueOff val="0"/>
            <a:satOff val="0"/>
            <a:lumOff val="0"/>
            <a:alphaOff val="0"/>
          </a:schemeClr>
        </a:solidFill>
        <a:ln w="12700" cap="flat" cmpd="sng" algn="ctr">
          <a:solidFill>
            <a:schemeClr val="accent5">
              <a:tint val="50000"/>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dsp:style>
    </dsp:sp>
    <dsp:sp modelId="{D6C20301-C732-4D48-999F-07B85E1ADF80}">
      <dsp:nvSpPr>
        <dsp:cNvPr id="0" name=""/>
        <dsp:cNvSpPr/>
      </dsp:nvSpPr>
      <dsp:spPr>
        <a:xfrm>
          <a:off x="3564012" y="2741342"/>
          <a:ext cx="87026" cy="87026"/>
        </a:xfrm>
        <a:prstGeom prst="ellipse">
          <a:avLst/>
        </a:prstGeom>
        <a:solidFill>
          <a:schemeClr val="accent5">
            <a:hueOff val="-1731721"/>
            <a:satOff val="-3008"/>
            <a:lumOff val="19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DD609F-4804-4D65-8014-4ECA3F2307C5}">
      <dsp:nvSpPr>
        <dsp:cNvPr id="0" name=""/>
        <dsp:cNvSpPr/>
      </dsp:nvSpPr>
      <dsp:spPr>
        <a:xfrm>
          <a:off x="4590505" y="1958102"/>
          <a:ext cx="1965959" cy="435133"/>
        </a:xfrm>
        <a:prstGeom prst="rect">
          <a:avLst/>
        </a:prstGeom>
        <a:solidFill>
          <a:schemeClr val="accent3"/>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677" tIns="0" rIns="34677" bIns="0" numCol="1" spcCol="1270" rtlCol="0" anchor="ctr" anchorCtr="1">
          <a:noAutofit/>
        </a:bodyPr>
        <a:lstStyle/>
        <a:p>
          <a:pPr marL="0" lvl="0" indent="0" algn="ctr" defTabSz="800100" rtl="0">
            <a:lnSpc>
              <a:spcPct val="90000"/>
            </a:lnSpc>
            <a:spcBef>
              <a:spcPct val="0"/>
            </a:spcBef>
            <a:spcAft>
              <a:spcPct val="35000"/>
            </a:spcAft>
            <a:buNone/>
          </a:pPr>
          <a:endParaRPr lang="en-US" sz="1800" kern="1200" dirty="0">
            <a:solidFill>
              <a:schemeClr val="tx1"/>
            </a:solidFill>
          </a:endParaRPr>
        </a:p>
      </dsp:txBody>
      <dsp:txXfrm>
        <a:off x="4590505" y="1958102"/>
        <a:ext cx="1965959" cy="435133"/>
      </dsp:txXfrm>
    </dsp:sp>
    <dsp:sp modelId="{AB0282E3-1216-4CDB-AC5F-106C1EEEB95A}">
      <dsp:nvSpPr>
        <dsp:cNvPr id="0" name=""/>
        <dsp:cNvSpPr/>
      </dsp:nvSpPr>
      <dsp:spPr>
        <a:xfrm>
          <a:off x="3935185" y="0"/>
          <a:ext cx="3276599" cy="152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796" tIns="26863" rIns="57796" bIns="26863" numCol="1" spcCol="1270" rtlCol="0" anchor="b" anchorCtr="1">
          <a:noAutofit/>
        </a:bodyPr>
        <a:lstStyle/>
        <a:p>
          <a:pPr marL="0" lvl="0" indent="0" algn="ctr" defTabSz="622300" rtl="0">
            <a:lnSpc>
              <a:spcPct val="90000"/>
            </a:lnSpc>
            <a:spcBef>
              <a:spcPct val="0"/>
            </a:spcBef>
            <a:spcAft>
              <a:spcPct val="35000"/>
            </a:spcAft>
            <a:buFont typeface="Arial" panose="020B0604020202020204" pitchFamily="34" charset="0"/>
            <a:buNone/>
          </a:pPr>
          <a:endParaRPr lang="en-US" sz="1400" kern="1200" dirty="0"/>
        </a:p>
      </dsp:txBody>
      <dsp:txXfrm>
        <a:off x="3935185" y="0"/>
        <a:ext cx="3276599" cy="1522968"/>
      </dsp:txXfrm>
    </dsp:sp>
    <dsp:sp modelId="{0D377583-EAA6-47CC-B504-762FB6EBAB9C}">
      <dsp:nvSpPr>
        <dsp:cNvPr id="0" name=""/>
        <dsp:cNvSpPr/>
      </dsp:nvSpPr>
      <dsp:spPr>
        <a:xfrm>
          <a:off x="5573485" y="1609995"/>
          <a:ext cx="0" cy="348107"/>
        </a:xfrm>
        <a:prstGeom prst="line">
          <a:avLst/>
        </a:prstGeom>
        <a:solidFill>
          <a:schemeClr val="accent5">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sp>
    <dsp:sp modelId="{72321D10-9092-4E81-9AD7-ACA033236CC0}">
      <dsp:nvSpPr>
        <dsp:cNvPr id="0" name=""/>
        <dsp:cNvSpPr/>
      </dsp:nvSpPr>
      <dsp:spPr>
        <a:xfrm>
          <a:off x="5537922" y="1602475"/>
          <a:ext cx="87026" cy="87026"/>
        </a:xfrm>
        <a:prstGeom prst="ellipse">
          <a:avLst/>
        </a:prstGeom>
        <a:solidFill>
          <a:schemeClr val="tx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5553EDF-C46A-491F-99E2-89CCFA971EC7}">
      <dsp:nvSpPr>
        <dsp:cNvPr id="0" name=""/>
        <dsp:cNvSpPr/>
      </dsp:nvSpPr>
      <dsp:spPr>
        <a:xfrm>
          <a:off x="6556465" y="1958102"/>
          <a:ext cx="1965959" cy="435133"/>
        </a:xfrm>
        <a:prstGeom prst="rect">
          <a:avLst/>
        </a:prstGeom>
        <a:solidFill>
          <a:schemeClr val="accent3">
            <a:alpha val="2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677" tIns="0" rIns="34677" bIns="0" numCol="1" spcCol="1270" rtlCol="0" anchor="ctr" anchorCtr="1">
          <a:noAutofit/>
        </a:bodyPr>
        <a:lstStyle/>
        <a:p>
          <a:pPr marL="0" lvl="0" indent="0" algn="ctr" defTabSz="800100" rtl="0">
            <a:lnSpc>
              <a:spcPct val="90000"/>
            </a:lnSpc>
            <a:spcBef>
              <a:spcPct val="0"/>
            </a:spcBef>
            <a:spcAft>
              <a:spcPct val="35000"/>
            </a:spcAft>
            <a:buNone/>
          </a:pPr>
          <a:endParaRPr lang="en-US" sz="1800" kern="1200" dirty="0">
            <a:solidFill>
              <a:schemeClr val="tx1"/>
            </a:solidFill>
          </a:endParaRPr>
        </a:p>
      </dsp:txBody>
      <dsp:txXfrm>
        <a:off x="6556465" y="1958102"/>
        <a:ext cx="1965959" cy="435133"/>
      </dsp:txXfrm>
    </dsp:sp>
    <dsp:sp modelId="{5A57A077-9B08-4866-8C21-35D61D6745A2}">
      <dsp:nvSpPr>
        <dsp:cNvPr id="0" name=""/>
        <dsp:cNvSpPr/>
      </dsp:nvSpPr>
      <dsp:spPr>
        <a:xfrm>
          <a:off x="5901145" y="2828369"/>
          <a:ext cx="3276599" cy="152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796" tIns="26863" rIns="57796" bIns="26863" numCol="1" spcCol="1270" rtlCol="0" anchor="t" anchorCtr="1">
          <a:noAutofit/>
        </a:bodyPr>
        <a:lstStyle/>
        <a:p>
          <a:pPr marL="0" lvl="0" indent="0" algn="ctr" defTabSz="622300" rtl="0">
            <a:lnSpc>
              <a:spcPct val="90000"/>
            </a:lnSpc>
            <a:spcBef>
              <a:spcPct val="0"/>
            </a:spcBef>
            <a:spcAft>
              <a:spcPct val="35000"/>
            </a:spcAft>
            <a:buFont typeface="Arial" panose="020B0604020202020204" pitchFamily="34" charset="0"/>
            <a:buNone/>
          </a:pPr>
          <a:endParaRPr lang="en-US" sz="1400" kern="1200" dirty="0"/>
        </a:p>
      </dsp:txBody>
      <dsp:txXfrm>
        <a:off x="5901145" y="2828369"/>
        <a:ext cx="3276599" cy="1522968"/>
      </dsp:txXfrm>
    </dsp:sp>
    <dsp:sp modelId="{3F96C175-FC65-44B4-B1A3-BD3686077937}">
      <dsp:nvSpPr>
        <dsp:cNvPr id="0" name=""/>
        <dsp:cNvSpPr/>
      </dsp:nvSpPr>
      <dsp:spPr>
        <a:xfrm>
          <a:off x="7539445" y="2393235"/>
          <a:ext cx="0" cy="348107"/>
        </a:xfrm>
        <a:prstGeom prst="line">
          <a:avLst/>
        </a:prstGeom>
        <a:solidFill>
          <a:schemeClr val="accent5">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sp>
    <dsp:sp modelId="{E150CCC3-D56D-4BD2-8570-DF61526015EB}">
      <dsp:nvSpPr>
        <dsp:cNvPr id="0" name=""/>
        <dsp:cNvSpPr/>
      </dsp:nvSpPr>
      <dsp:spPr>
        <a:xfrm>
          <a:off x="7495932" y="2661835"/>
          <a:ext cx="87026" cy="87026"/>
        </a:xfrm>
        <a:prstGeom prst="ellipse">
          <a:avLst/>
        </a:prstGeom>
        <a:solidFill>
          <a:schemeClr val="tx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8C9FB51-D66D-4F14-8DE5-0A719732E7B6}">
      <dsp:nvSpPr>
        <dsp:cNvPr id="0" name=""/>
        <dsp:cNvSpPr/>
      </dsp:nvSpPr>
      <dsp:spPr>
        <a:xfrm rot="5400000">
          <a:off x="9287838" y="1192689"/>
          <a:ext cx="435133" cy="1965959"/>
        </a:xfrm>
        <a:prstGeom prst="rect">
          <a:avLst/>
        </a:prstGeom>
        <a:solidFill>
          <a:schemeClr val="bg1">
            <a:lumMod val="85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677" tIns="0" rIns="34677" bIns="0" numCol="1" spcCol="1270" rtlCol="0" anchor="ctr" anchorCtr="1">
          <a:noAutofit/>
        </a:bodyPr>
        <a:lstStyle/>
        <a:p>
          <a:pPr marL="0" lvl="0" indent="0" algn="ctr" defTabSz="800100" rtl="0">
            <a:lnSpc>
              <a:spcPct val="90000"/>
            </a:lnSpc>
            <a:spcBef>
              <a:spcPct val="0"/>
            </a:spcBef>
            <a:spcAft>
              <a:spcPct val="35000"/>
            </a:spcAft>
            <a:buNone/>
          </a:pPr>
          <a:endParaRPr lang="pt-br" sz="1800" kern="1200" dirty="0">
            <a:solidFill>
              <a:schemeClr val="tx1"/>
            </a:solidFill>
          </a:endParaRPr>
        </a:p>
      </dsp:txBody>
      <dsp:txXfrm rot="-5400000">
        <a:off x="8522425" y="1958102"/>
        <a:ext cx="1965959" cy="435133"/>
      </dsp:txXfrm>
    </dsp:sp>
    <dsp:sp modelId="{CB726486-3B5A-47F8-90E4-EC34C8ADB385}">
      <dsp:nvSpPr>
        <dsp:cNvPr id="0" name=""/>
        <dsp:cNvSpPr/>
      </dsp:nvSpPr>
      <dsp:spPr>
        <a:xfrm>
          <a:off x="7867105" y="0"/>
          <a:ext cx="3276599" cy="152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796" tIns="26863" rIns="57796" bIns="26863" numCol="1" spcCol="1270" rtlCol="0" anchor="b" anchorCtr="1">
          <a:noAutofit/>
        </a:bodyPr>
        <a:lstStyle/>
        <a:p>
          <a:pPr marL="0" lvl="0" indent="0" algn="ctr" defTabSz="622300" rtl="0">
            <a:lnSpc>
              <a:spcPct val="90000"/>
            </a:lnSpc>
            <a:spcBef>
              <a:spcPct val="0"/>
            </a:spcBef>
            <a:spcAft>
              <a:spcPct val="35000"/>
            </a:spcAft>
            <a:buFont typeface="Arial" panose="020B0604020202020204" pitchFamily="34" charset="0"/>
            <a:buNone/>
          </a:pPr>
          <a:endParaRPr lang="en-US" sz="1400" kern="1200" dirty="0"/>
        </a:p>
      </dsp:txBody>
      <dsp:txXfrm>
        <a:off x="7867105" y="0"/>
        <a:ext cx="3276599" cy="1522968"/>
      </dsp:txXfrm>
    </dsp:sp>
    <dsp:sp modelId="{5012A99F-560A-4636-953C-5F263876E566}">
      <dsp:nvSpPr>
        <dsp:cNvPr id="0" name=""/>
        <dsp:cNvSpPr/>
      </dsp:nvSpPr>
      <dsp:spPr>
        <a:xfrm>
          <a:off x="9505405" y="1609995"/>
          <a:ext cx="0" cy="348107"/>
        </a:xfrm>
        <a:prstGeom prst="line">
          <a:avLst/>
        </a:prstGeom>
        <a:solidFill>
          <a:schemeClr val="accent5">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sp>
    <dsp:sp modelId="{456F09DE-8CFF-414A-A967-17AF417A13B8}">
      <dsp:nvSpPr>
        <dsp:cNvPr id="0" name=""/>
        <dsp:cNvSpPr/>
      </dsp:nvSpPr>
      <dsp:spPr>
        <a:xfrm>
          <a:off x="9453941" y="1602477"/>
          <a:ext cx="87026" cy="87026"/>
        </a:xfrm>
        <a:prstGeom prst="ellipse">
          <a:avLst/>
        </a:prstGeom>
        <a:solidFill>
          <a:schemeClr val="tx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RoundedRectangleTimeline#2">
  <dgm:title val="Rounded Rectangle Timeline"/>
  <dgm:desc val="Use to show a list of events in chronological order. An invisible box contains the description while the date is shown in rectangles, except for the first and last node where the corners of the rectangle are rounded. It can display large amount of text and long descriptive date format."/>
  <dgm:catLst>
    <dgm:cat type="timeline" pri="1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1" val="18"/>
      <dgm:constr type="primFontSz" for="des" forName="Childtext1" val="18"/>
      <dgm:constr type="primFontSz" for="des" forName="Childtext1" refType="primFontSz" refFor="des" refForName="Parent1"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1" op="equ"/>
      <dgm:constr type="primFontSz" for="des" forName="Childtext1" op="equ"/>
    </dgm:constrLst>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Childtext1" refType="w"/>
                  <dgm:constr type="h" for="ch" forName="Childtext1" refType="h" fact="0.35"/>
                  <dgm:constr type="w" for="ch" forName="ConnectLineEnd" refType="h" fact="0.02"/>
                  <dgm:constr type="h" for="ch" forName="ConnectLineEnd" refType="h" fact="0.02"/>
                  <dgm:constr type="t" for="ch" forName="ConnectLineEnd" refType="h" fact="0.35"/>
                  <dgm:constr type="ctrX" for="ch" forName="ConnectLineEnd" refType="w" fact="0.5"/>
                  <dgm:constr type="w" for="ch" forName="ConnectLine"/>
                  <dgm:constr type="h" for="ch" forName="ConnectLine" refType="h" fact="0.08"/>
                  <dgm:constr type="t" for="ch" forName="ConnectLine" refType="h" fact="0.37"/>
                  <dgm:constr type="ctrX" for="ch" forName="ConnectLine" refType="w" fact="0.5"/>
                  <dgm:constr type="w" for="ch" forName="Parent1" refType="w" fact="0.95"/>
                  <dgm:constr type="l" for="ch" forName="Parent1" refType="w" fact="0.025"/>
                  <dgm:constr type="r" for="ch" forName="Parent1" refType="w" fact="0.025"/>
                  <dgm:constr type="t" for="ch" forName="Parent1" refType="h" fact="0.45"/>
                  <dgm:constr type="h" for="ch" forName="Parent1" refType="h" fact="0.1"/>
                  <dgm:constr type="w" for="ch" forName="EmptyPane" refType="w"/>
                  <dgm:constr type="t" for="ch" forName="EmptyPane" refType="h" fact="0.55"/>
                  <dgm:constr type="h" for="ch" forName="EmptyPane" refType="h" fact="0.45"/>
                </dgm:constrLst>
              </dgm:if>
              <dgm:else name="ifMoreThanOneNode1">
                <dgm:constrLst>
                  <dgm:constr type="w" for="ch" forName="Childtext1" refType="w"/>
                  <dgm:constr type="h" for="ch" forName="Childtext1" refType="h" fact="0.35"/>
                  <dgm:constr type="w" for="ch" forName="ConnectLineEnd" refType="h" fact="0.02"/>
                  <dgm:constr type="h" for="ch" forName="ConnectLineEnd" refType="h" fact="0.02"/>
                  <dgm:constr type="t" for="ch" forName="ConnectLineEnd" refType="h" fact="0.35"/>
                  <dgm:constr type="ctrX" for="ch" forName="ConnectLineEnd" refType="w" fact="0.5"/>
                  <dgm:constr type="w" for="ch" forName="ConnectLine"/>
                  <dgm:constr type="h" for="ch" forName="ConnectLine" refType="h" fact="0.08"/>
                  <dgm:constr type="t" for="ch" forName="ConnectLine" refType="h" fact="0.37"/>
                  <dgm:constr type="ctrX" for="ch" forName="ConnectLine" refType="w" fact="0.5"/>
                  <dgm:constr type="w" for="ch" forName="Parent1" refType="w" fact="0.6"/>
                  <dgm:constr type="l" for="ch" forName="Parent1" refType="w" fact="0.2"/>
                  <dgm:constr type="t" for="ch" forName="Parent1" refType="h" fact="0.45"/>
                  <dgm:constr type="h" for="ch" forName="Parent1" refType="h" fact="0.1"/>
                  <dgm:constr type="w" for="ch" forName="EmptyPane" refType="w"/>
                  <dgm:constr type="t" for="ch" forName="EmptyPane" refType="h" fact="0.55"/>
                  <dgm:constr type="h" for="ch" forName="EmptyPane" refType="h" fact="0.45"/>
                </dgm:constrLst>
              </dgm:else>
            </dgm:choose>
          </dgm:if>
          <dgm:else name="notStartNode1">
            <dgm:choose name="lastOrRemainingNodes1">
              <dgm:if name="lastNode1" axis="self" ptType="node" func="revPos" op="equ" val="1">
                <dgm:choose name="casesForSnakingLogic1">
                  <dgm:if name="oddNode1" axis="self" ptType="node" func="posOdd" op="equ" val="1">
                    <dgm:constrLst>
                      <dgm:constr type="w" for="ch" forName="Childtext1" refType="w"/>
                      <dgm:constr type="h" for="ch" forName="Childtext1" refType="h" fact="0.35"/>
                      <dgm:constr type="w" for="ch" forName="ConnectLineEnd" refType="h" fact="0.02"/>
                      <dgm:constr type="h" for="ch" forName="ConnectLineEnd" refType="h" fact="0.02"/>
                      <dgm:constr type="t" for="ch" forName="ConnectLineEnd" refType="h" fact="0.35"/>
                      <dgm:constr type="ctrX" for="ch" forName="ConnectLineEnd" refType="w" fact="0.5"/>
                      <dgm:constr type="w" for="ch" forName="ConnectLine"/>
                      <dgm:constr type="h" for="ch" forName="ConnectLine" refType="h" fact="0.08"/>
                      <dgm:constr type="t" for="ch" forName="ConnectLine" refType="h" fact="0.37"/>
                      <dgm:constr type="ctrX" for="ch" forName="ConnectLine" refType="w" fact="0.5"/>
                      <dgm:constr type="w" for="ch" forName="Parent1" refType="w" fact="0.6"/>
                      <dgm:constr type="l" for="ch" forName="Parent1" refType="w" fact="0.2"/>
                      <dgm:constr type="t" for="ch" forName="Parent1" refType="h" fact="0.45"/>
                      <dgm:constr type="h" for="ch" forName="Parent1" refType="h" fact="0.1"/>
                      <dgm:constr type="w" for="ch" forName="EmptyPane" refType="w"/>
                      <dgm:constr type="t" for="ch" forName="EmptyPane" refType="h" fact="0.55"/>
                      <dgm:constr type="h" for="ch" forName="EmptyPane" refType="h" fact="0.45"/>
                    </dgm:constrLst>
                  </dgm:if>
                  <dgm:else name="evenNode1">
                    <dgm:constrLst>
                      <dgm:constr type="w" for="ch" forName="EmptyPane" refType="w"/>
                      <dgm:constr type="h" for="ch" forName="EmptyPane" refType="h" fact="0.45"/>
                      <dgm:constr type="w" for="ch" forName="Parent1" refType="w" fact="0.6"/>
                      <dgm:constr type="l" for="ch" forName="Parent1" refType="w" fact="0.2"/>
                      <dgm:constr type="t" for="ch" forName="Parent1" refType="h" fact="0.45"/>
                      <dgm:constr type="h" for="ch" forName="Parent1" refType="h" fact="0.1"/>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Childtext1" refType="w"/>
                      <dgm:constr type="h" for="ch" forName="Childtext1" refType="h" fact="0.35"/>
                      <dgm:constr type="t" for="ch" forName="Childtext1" refType="h" fact="0.65"/>
                    </dgm:constrLst>
                  </dgm:else>
                </dgm:choose>
              </dgm:if>
              <dgm:else name="middleRows">
                <dgm:choose name="casesForSnakingLogic2">
                  <dgm:if name="oddNode2" axis="self" ptType="node" func="posOdd" op="equ" val="1">
                    <dgm:constrLst>
                      <dgm:constr type="w" for="ch" forName="Childtext1" refType="w"/>
                      <dgm:constr type="h" for="ch" forName="Childtext1" refType="h" fact="0.35"/>
                      <dgm:constr type="w" for="ch" forName="ConnectLineEnd" refType="h" fact="0.02"/>
                      <dgm:constr type="h" for="ch" forName="ConnectLineEnd" refType="h" fact="0.02"/>
                      <dgm:constr type="t" for="ch" forName="ConnectLineEnd" refType="h" fact="0.35"/>
                      <dgm:constr type="ctrX" for="ch" forName="ConnectLineEnd" refType="w" fact="0.5"/>
                      <dgm:constr type="w" for="ch" forName="ConnectLine"/>
                      <dgm:constr type="h" for="ch" forName="ConnectLine" refType="h" fact="0.08"/>
                      <dgm:constr type="t" for="ch" forName="ConnectLine" refType="h" fact="0.37"/>
                      <dgm:constr type="ctrX" for="ch" forName="ConnectLine" refType="w" fact="0.5"/>
                      <dgm:constr type="w" for="ch" forName="Parent1" refType="w" fact="0.6"/>
                      <dgm:constr type="l" for="ch" forName="Parent1" refType="w" fact="0.2"/>
                      <dgm:constr type="t" for="ch" forName="Parent1" refType="h" fact="0.45"/>
                      <dgm:constr type="h" for="ch" forName="Parent1" refType="h" fact="0.1"/>
                      <dgm:constr type="w" for="ch" forName="EmptyPane" refType="w"/>
                      <dgm:constr type="t" for="ch" forName="EmptyPane" refType="h" fact="0.55"/>
                      <dgm:constr type="h" for="ch" forName="EmptyPane" refType="h" fact="0.45"/>
                    </dgm:constrLst>
                  </dgm:if>
                  <dgm:else name="evenNode2">
                    <dgm:constrLst>
                      <dgm:constr type="w" for="ch" forName="EmptyPane" refType="w"/>
                      <dgm:constr type="h" for="ch" forName="EmptyPane" refType="h" fact="0.45"/>
                      <dgm:constr type="w" for="ch" forName="Parent1" refType="w" fact="0.6"/>
                      <dgm:constr type="l" for="ch" forName="Parent1" refType="w" fact="0.2"/>
                      <dgm:constr type="t" for="ch" forName="Parent1" refType="h" fact="0.45"/>
                      <dgm:constr type="h" for="ch" forName="Parent1" refType="h" fact="0.1"/>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Childtext1" refType="w"/>
                      <dgm:constr type="h" for="ch" forName="Childtext1" refType="h" fact="0.35"/>
                      <dgm:constr type="t" for="ch" forName="Childtext1" refType="h" fact="0.65"/>
                    </dgm:constrLst>
                  </dgm:else>
                </dgm:choose>
              </dgm:else>
            </dgm:choose>
          </dgm:else>
        </dgm:choose>
        <dgm:layoutNode name="Parent1" styleLbl="alignNode1">
          <dgm:varLst>
            <dgm:chMax val="1"/>
            <dgm:chPref val="1"/>
            <dgm:bulletEnabled val="1"/>
          </dgm:varLst>
          <dgm:alg type="tx">
            <dgm:param type="txAnchorHorz" val="ctr"/>
            <dgm:param type="txAnchorVert" val="mid"/>
            <dgm:param type="parTxRTL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w" fact="0.05"/>
            <dgm:constr type="rMarg" refType="w" fact="0.05"/>
            <dgm:constr type="tMarg"/>
            <dgm:constr type="bMarg"/>
          </dgm:constrLst>
          <dgm:ruleLst>
            <dgm:rule type="primFontSz" val="11" fact="NaN" max="NaN"/>
          </dgm:ruleLst>
        </dgm:layoutNode>
        <dgm:layoutNode name="Childtext1" styleLbl="revTx">
          <dgm:varLst>
            <dgm:bulletEnabled val="1"/>
          </dgm:varLst>
          <dgm:choose name="casesForTxtDirLogic">
            <dgm:if name="Name77" axis="self" ptType="node" func="posOdd" op="equ" val="1">
              <dgm:alg type="tx">
                <dgm:param type="txAnchorVert" val="b"/>
                <dgm:param type="txAnchorHorz" val="ctr"/>
                <dgm:param type="parTxRTLAlign" val="ctr"/>
                <dgm:param type="parTxRTLAlign" val="ctr"/>
              </dgm:alg>
            </dgm:if>
            <dgm:else name="Name88">
              <dgm:alg type="tx">
                <dgm:param type="txAnchorVert" val="t"/>
                <dgm:param type="txAnchorHorz" val="ctr"/>
                <dgm:param type="parTxRTLAlign" val="ctr"/>
                <dgm:param type="parTxRTLAlign" val="ctr"/>
              </dgm:alg>
            </dgm:else>
          </dgm:choose>
          <dgm:shape xmlns:r="http://schemas.openxmlformats.org/officeDocument/2006/relationships" type="rect" r:blip="">
            <dgm:adjLst/>
          </dgm:shape>
          <dgm:presOf axis="ch" ptType="node"/>
          <dgm:constrLst>
            <dgm:constr type="lMarg" refType="w" fact="0.05"/>
            <dgm:constr type="rMarg" refType="w" fact="0.05"/>
            <dgm:constr type="tMarg" refType="h" fact="0.05"/>
            <dgm:constr type="bMarg" refType="h" fact="0.05"/>
          </dgm:constrLst>
          <dgm:ruleLst>
            <dgm:rule type="primFontSz" val="11" fact="NaN" max="NaN"/>
          </dgm:ruleLst>
        </dgm:layoutNode>
        <dgm:layoutNode name="ConnectLine" styleLbl="callout">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2ED7A934-0635-4E76-95FD-43993B1828C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Espaço Reservado para Data 2">
            <a:extLst>
              <a:ext uri="{FF2B5EF4-FFF2-40B4-BE49-F238E27FC236}">
                <a16:creationId xmlns:a16="http://schemas.microsoft.com/office/drawing/2014/main" id="{D43A72F8-57B8-4FBF-B54E-88A861E91D4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6F273EFC-B541-4D39-ACAE-B43588005231}" type="datetimeFigureOut">
              <a:rPr lang="en-US" smtClean="0"/>
              <a:t>3/14/2026</a:t>
            </a:fld>
            <a:endParaRPr lang="en-US"/>
          </a:p>
        </p:txBody>
      </p:sp>
      <p:sp>
        <p:nvSpPr>
          <p:cNvPr id="4" name="Espaço Reservado para Rodapé 3">
            <a:extLst>
              <a:ext uri="{FF2B5EF4-FFF2-40B4-BE49-F238E27FC236}">
                <a16:creationId xmlns:a16="http://schemas.microsoft.com/office/drawing/2014/main" id="{604A6038-4A3D-4CE4-A3B5-D6E97612120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5" name="Espaço Reservado para o Número do Slide 4">
            <a:extLst>
              <a:ext uri="{FF2B5EF4-FFF2-40B4-BE49-F238E27FC236}">
                <a16:creationId xmlns:a16="http://schemas.microsoft.com/office/drawing/2014/main" id="{0D286FF7-47DD-4A75-85A8-6445E3411EA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98FC685-2169-447E-B5F0-6D799AEBC20E}" type="slidenum">
              <a:rPr lang="en-US" smtClean="0"/>
              <a:t>‹nº›</a:t>
            </a:fld>
            <a:endParaRPr lang="en-US"/>
          </a:p>
        </p:txBody>
      </p:sp>
    </p:spTree>
    <p:extLst>
      <p:ext uri="{BB962C8B-B14F-4D97-AF65-F5344CB8AC3E}">
        <p14:creationId xmlns:p14="http://schemas.microsoft.com/office/powerpoint/2010/main" val="35572555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7F0853E1-56A0-44E9-A74E-5E9F6164A239}" type="datetimeFigureOut">
              <a:rPr lang="en-US" smtClean="0"/>
              <a:t>3/14/2026</a:t>
            </a:fld>
            <a:endParaRPr lang="en-US"/>
          </a:p>
        </p:txBody>
      </p:sp>
      <p:sp>
        <p:nvSpPr>
          <p:cNvPr id="4" name="Espaço Reservado para Imagem do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US"/>
          </a:p>
        </p:txBody>
      </p:sp>
      <p:sp>
        <p:nvSpPr>
          <p:cNvPr id="5" name="Espaço Reservado para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7" name="Espaço Reservado para o Número do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F7926890-3464-4466-B789-5BB6DD4ADC9C}" type="slidenum">
              <a:rPr lang="en-US" smtClean="0"/>
              <a:t>‹nº›</a:t>
            </a:fld>
            <a:endParaRPr lang="en-US"/>
          </a:p>
        </p:txBody>
      </p:sp>
    </p:spTree>
    <p:extLst>
      <p:ext uri="{BB962C8B-B14F-4D97-AF65-F5344CB8AC3E}">
        <p14:creationId xmlns:p14="http://schemas.microsoft.com/office/powerpoint/2010/main" val="3129477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p>
            <a:pPr rtl="0"/>
            <a:endParaRPr lang="en-US" dirty="0"/>
          </a:p>
        </p:txBody>
      </p:sp>
      <p:sp>
        <p:nvSpPr>
          <p:cNvPr id="4" name="Espaço Reservado para o Número do Slide 3"/>
          <p:cNvSpPr>
            <a:spLocks noGrp="1"/>
          </p:cNvSpPr>
          <p:nvPr>
            <p:ph type="sldNum" sz="quarter" idx="5"/>
          </p:nvPr>
        </p:nvSpPr>
        <p:spPr/>
        <p:txBody>
          <a:bodyPr rtlCol="0"/>
          <a:lstStyle/>
          <a:p>
            <a:pPr rtl="0"/>
            <a:fld id="{F7926890-3464-4466-B789-5BB6DD4ADC9C}" type="slidenum">
              <a:rPr lang="en-US" smtClean="0"/>
              <a:t>1</a:t>
            </a:fld>
            <a:endParaRPr lang="en-US"/>
          </a:p>
        </p:txBody>
      </p:sp>
    </p:spTree>
    <p:extLst>
      <p:ext uri="{BB962C8B-B14F-4D97-AF65-F5344CB8AC3E}">
        <p14:creationId xmlns:p14="http://schemas.microsoft.com/office/powerpoint/2010/main" val="3110754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p>
            <a:pPr rtl="0"/>
            <a:endParaRPr lang="en-US"/>
          </a:p>
        </p:txBody>
      </p:sp>
      <p:sp>
        <p:nvSpPr>
          <p:cNvPr id="4" name="Espaço Reservado para o Número do Slide 3"/>
          <p:cNvSpPr>
            <a:spLocks noGrp="1"/>
          </p:cNvSpPr>
          <p:nvPr>
            <p:ph type="sldNum" sz="quarter" idx="5"/>
          </p:nvPr>
        </p:nvSpPr>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6682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p>
            <a:pPr rtl="0"/>
            <a:endParaRPr lang="en-US" dirty="0"/>
          </a:p>
        </p:txBody>
      </p:sp>
      <p:sp>
        <p:nvSpPr>
          <p:cNvPr id="4" name="Espaço Reservado para o Número do Slide 3"/>
          <p:cNvSpPr>
            <a:spLocks noGrp="1"/>
          </p:cNvSpPr>
          <p:nvPr>
            <p:ph type="sldNum" sz="quarter" idx="5"/>
          </p:nvPr>
        </p:nvSpPr>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12124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p>
            <a:pPr rtl="0"/>
            <a:endParaRPr lang="en-US"/>
          </a:p>
        </p:txBody>
      </p:sp>
      <p:sp>
        <p:nvSpPr>
          <p:cNvPr id="4" name="Espaço Reservado para o Número do Slide 3"/>
          <p:cNvSpPr>
            <a:spLocks noGrp="1"/>
          </p:cNvSpPr>
          <p:nvPr>
            <p:ph type="sldNum" sz="quarter" idx="5"/>
          </p:nvPr>
        </p:nvSpPr>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598913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p>
            <a:pPr rtl="0"/>
            <a:endParaRPr lang="en-US"/>
          </a:p>
        </p:txBody>
      </p:sp>
      <p:sp>
        <p:nvSpPr>
          <p:cNvPr id="4" name="Espaço Reservado para o Número do Slide 3"/>
          <p:cNvSpPr>
            <a:spLocks noGrp="1"/>
          </p:cNvSpPr>
          <p:nvPr>
            <p:ph type="sldNum" sz="quarter" idx="5"/>
          </p:nvPr>
        </p:nvSpPr>
        <p:spPr/>
        <p:txBody>
          <a:bodyPr rtlCol="0"/>
          <a:lstStyle/>
          <a:p>
            <a:pPr rtl="0"/>
            <a:fld id="{F7926890-3464-4466-B789-5BB6DD4ADC9C}" type="slidenum">
              <a:rPr lang="en-US" smtClean="0"/>
              <a:t>5</a:t>
            </a:fld>
            <a:endParaRPr lang="en-US"/>
          </a:p>
        </p:txBody>
      </p:sp>
    </p:spTree>
    <p:extLst>
      <p:ext uri="{BB962C8B-B14F-4D97-AF65-F5344CB8AC3E}">
        <p14:creationId xmlns:p14="http://schemas.microsoft.com/office/powerpoint/2010/main" val="13694248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p>
            <a:pPr rtl="0"/>
            <a:endParaRPr lang="en-US"/>
          </a:p>
        </p:txBody>
      </p:sp>
      <p:sp>
        <p:nvSpPr>
          <p:cNvPr id="4" name="Espaço Reservado para o Número do Slide 3"/>
          <p:cNvSpPr>
            <a:spLocks noGrp="1"/>
          </p:cNvSpPr>
          <p:nvPr>
            <p:ph type="sldNum" sz="quarter" idx="5"/>
          </p:nvPr>
        </p:nvSpPr>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18725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p>
            <a:pPr rtl="0"/>
            <a:endParaRPr lang="en-US" dirty="0"/>
          </a:p>
        </p:txBody>
      </p:sp>
      <p:sp>
        <p:nvSpPr>
          <p:cNvPr id="4" name="Espaço Reservado para o Número do Slide 3"/>
          <p:cNvSpPr>
            <a:spLocks noGrp="1"/>
          </p:cNvSpPr>
          <p:nvPr>
            <p:ph type="sldNum" sz="quarter" idx="5"/>
          </p:nvPr>
        </p:nvSpPr>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655920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p>
            <a:pPr rtl="0"/>
            <a:endParaRPr lang="en-US" dirty="0"/>
          </a:p>
        </p:txBody>
      </p:sp>
      <p:sp>
        <p:nvSpPr>
          <p:cNvPr id="4" name="Espaço Reservado para o Número do Slide 3"/>
          <p:cNvSpPr>
            <a:spLocks noGrp="1"/>
          </p:cNvSpPr>
          <p:nvPr>
            <p:ph type="sldNum" sz="quarter" idx="5"/>
          </p:nvPr>
        </p:nvSpPr>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62002DED-DCF6-428F-92AB-AA8ACCA0B3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615350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p>
            <a:pPr rtl="0"/>
            <a:endParaRPr lang="en-US"/>
          </a:p>
        </p:txBody>
      </p:sp>
      <p:sp>
        <p:nvSpPr>
          <p:cNvPr id="4" name="Espaço Reservado para o Número do Slide 3"/>
          <p:cNvSpPr>
            <a:spLocks noGrp="1"/>
          </p:cNvSpPr>
          <p:nvPr>
            <p:ph type="sldNum" sz="quarter" idx="5"/>
          </p:nvPr>
        </p:nvSpPr>
        <p:spPr/>
        <p:txBody>
          <a:bodyPr rtlCol="0"/>
          <a:lstStyle/>
          <a:p>
            <a:pPr rtl="0"/>
            <a:fld id="{F7926890-3464-4466-B789-5BB6DD4ADC9C}" type="slidenum">
              <a:rPr lang="en-US" smtClean="0"/>
              <a:t>9</a:t>
            </a:fld>
            <a:endParaRPr lang="en-US"/>
          </a:p>
        </p:txBody>
      </p:sp>
    </p:spTree>
    <p:extLst>
      <p:ext uri="{BB962C8B-B14F-4D97-AF65-F5344CB8AC3E}">
        <p14:creationId xmlns:p14="http://schemas.microsoft.com/office/powerpoint/2010/main" val="21021253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p>
            <a:pPr rtl="0"/>
            <a:endParaRPr lang="en-US"/>
          </a:p>
        </p:txBody>
      </p:sp>
      <p:sp>
        <p:nvSpPr>
          <p:cNvPr id="4" name="Espaço Reservado para o Número do Slide 3"/>
          <p:cNvSpPr>
            <a:spLocks noGrp="1"/>
          </p:cNvSpPr>
          <p:nvPr>
            <p:ph type="sldNum" sz="quarter" idx="5"/>
          </p:nvPr>
        </p:nvSpPr>
        <p:spPr/>
        <p:txBody>
          <a:bodyPr rtlCol="0"/>
          <a:lstStyle/>
          <a:p>
            <a:pPr rtl="0"/>
            <a:fld id="{F7926890-3464-4466-B789-5BB6DD4ADC9C}" type="slidenum">
              <a:rPr lang="en-US" smtClean="0"/>
              <a:t>10</a:t>
            </a:fld>
            <a:endParaRPr lang="en-US"/>
          </a:p>
        </p:txBody>
      </p:sp>
    </p:spTree>
    <p:extLst>
      <p:ext uri="{BB962C8B-B14F-4D97-AF65-F5344CB8AC3E}">
        <p14:creationId xmlns:p14="http://schemas.microsoft.com/office/powerpoint/2010/main" val="42517758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p>
            <a:pPr rtl="0"/>
            <a:endParaRPr lang="en-US" dirty="0"/>
          </a:p>
        </p:txBody>
      </p:sp>
      <p:sp>
        <p:nvSpPr>
          <p:cNvPr id="4" name="Espaço Reservado para o Número do Slide 3"/>
          <p:cNvSpPr>
            <a:spLocks noGrp="1"/>
          </p:cNvSpPr>
          <p:nvPr>
            <p:ph type="sldNum" sz="quarter" idx="5"/>
          </p:nvPr>
        </p:nvSpPr>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667823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p>
            <a:pPr rtl="0"/>
            <a:endParaRPr lang="en-US" dirty="0"/>
          </a:p>
        </p:txBody>
      </p:sp>
      <p:sp>
        <p:nvSpPr>
          <p:cNvPr id="4" name="Espaço Reservado para o Número do Slide 3"/>
          <p:cNvSpPr>
            <a:spLocks noGrp="1"/>
          </p:cNvSpPr>
          <p:nvPr>
            <p:ph type="sldNum" sz="quarter" idx="5"/>
          </p:nvPr>
        </p:nvSpPr>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813238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p:bg>
      <p:bgPr>
        <a:solidFill>
          <a:schemeClr val="bg1"/>
        </a:solidFill>
        <a:effectLst/>
      </p:bgPr>
    </p:bg>
    <p:spTree>
      <p:nvGrpSpPr>
        <p:cNvPr id="1" name=""/>
        <p:cNvGrpSpPr/>
        <p:nvPr/>
      </p:nvGrpSpPr>
      <p:grpSpPr>
        <a:xfrm>
          <a:off x="0" y="0"/>
          <a:ext cx="0" cy="0"/>
          <a:chOff x="0" y="0"/>
          <a:chExt cx="0" cy="0"/>
        </a:xfrm>
      </p:grpSpPr>
      <p:sp>
        <p:nvSpPr>
          <p:cNvPr id="74" name="Forma Livre: Forma 73">
            <a:extLst>
              <a:ext uri="{FF2B5EF4-FFF2-40B4-BE49-F238E27FC236}">
                <a16:creationId xmlns:a16="http://schemas.microsoft.com/office/drawing/2014/main" id="{232146ED-1740-4E0E-8996-4B5179214354}"/>
              </a:ext>
              <a:ext uri="{C183D7F6-B498-43B3-948B-1728B52AA6E4}">
                <adec:decorative xmlns:adec="http://schemas.microsoft.com/office/drawing/2017/decorative" val="1"/>
              </a:ext>
            </a:extLst>
          </p:cNvPr>
          <p:cNvSpPr/>
          <p:nvPr userDrawn="1"/>
        </p:nvSpPr>
        <p:spPr>
          <a:xfrm>
            <a:off x="3" y="2"/>
            <a:ext cx="2134216" cy="2258161"/>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a:solidFill>
                <a:schemeClr val="accent1"/>
              </a:solidFill>
            </a:endParaRPr>
          </a:p>
        </p:txBody>
      </p:sp>
      <p:sp>
        <p:nvSpPr>
          <p:cNvPr id="75" name="Forma livre: Forma 74">
            <a:extLst>
              <a:ext uri="{FF2B5EF4-FFF2-40B4-BE49-F238E27FC236}">
                <a16:creationId xmlns:a16="http://schemas.microsoft.com/office/drawing/2014/main" id="{5C431250-2534-41F8-915B-18FCC65650FB}"/>
              </a:ext>
              <a:ext uri="{C183D7F6-B498-43B3-948B-1728B52AA6E4}">
                <adec:decorative xmlns:adec="http://schemas.microsoft.com/office/drawing/2017/decorative" val="1"/>
              </a:ext>
            </a:extLst>
          </p:cNvPr>
          <p:cNvSpPr/>
          <p:nvPr userDrawn="1"/>
        </p:nvSpPr>
        <p:spPr>
          <a:xfrm>
            <a:off x="3" y="2"/>
            <a:ext cx="2134216" cy="2258161"/>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a:solidFill>
                <a:schemeClr val="accent1"/>
              </a:solidFill>
            </a:endParaRPr>
          </a:p>
        </p:txBody>
      </p:sp>
      <p:grpSp>
        <p:nvGrpSpPr>
          <p:cNvPr id="76" name="Grupo 75">
            <a:extLst>
              <a:ext uri="{FF2B5EF4-FFF2-40B4-BE49-F238E27FC236}">
                <a16:creationId xmlns:a16="http://schemas.microsoft.com/office/drawing/2014/main" id="{73D7C106-260D-4F16-93A6-3C076C9E6C68}"/>
              </a:ext>
              <a:ext uri="{C183D7F6-B498-43B3-948B-1728B52AA6E4}">
                <adec:decorative xmlns:adec="http://schemas.microsoft.com/office/drawing/2017/decorative" val="1"/>
              </a:ext>
            </a:extLst>
          </p:cNvPr>
          <p:cNvGrpSpPr/>
          <p:nvPr userDrawn="1"/>
        </p:nvGrpSpPr>
        <p:grpSpPr>
          <a:xfrm>
            <a:off x="1481312" y="743744"/>
            <a:ext cx="4860256" cy="4589316"/>
            <a:chOff x="1481312" y="743744"/>
            <a:chExt cx="4860256" cy="4589316"/>
          </a:xfrm>
        </p:grpSpPr>
        <p:sp>
          <p:nvSpPr>
            <p:cNvPr id="77" name="Retângulo 76" descr="Tag=AccentColor&#10;Flavor=Light&#10;Target=Fill">
              <a:extLst>
                <a:ext uri="{FF2B5EF4-FFF2-40B4-BE49-F238E27FC236}">
                  <a16:creationId xmlns:a16="http://schemas.microsoft.com/office/drawing/2014/main" id="{CE90353B-4B0C-4677-A170-00AD60175039}"/>
                </a:ext>
              </a:extLst>
            </p:cNvPr>
            <p:cNvSpPr/>
            <p:nvPr/>
          </p:nvSpPr>
          <p:spPr>
            <a:xfrm>
              <a:off x="1481312" y="743744"/>
              <a:ext cx="4860256" cy="4589316"/>
            </a:xfrm>
            <a:prstGeom prst="rect">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a:solidFill>
                  <a:schemeClr val="accent1"/>
                </a:solidFill>
              </a:endParaRPr>
            </a:p>
          </p:txBody>
        </p:sp>
        <p:sp>
          <p:nvSpPr>
            <p:cNvPr id="78" name="Retângulo 77" descr="Tag=AccentColor&#10;Flavor=Light&#10;Target=Fill">
              <a:extLst>
                <a:ext uri="{FF2B5EF4-FFF2-40B4-BE49-F238E27FC236}">
                  <a16:creationId xmlns:a16="http://schemas.microsoft.com/office/drawing/2014/main" id="{4C70E8BC-9282-41C2-B22A-745DB1C827CF}"/>
                </a:ext>
              </a:extLst>
            </p:cNvPr>
            <p:cNvSpPr/>
            <p:nvPr/>
          </p:nvSpPr>
          <p:spPr>
            <a:xfrm>
              <a:off x="1481312" y="743744"/>
              <a:ext cx="4860256" cy="4589316"/>
            </a:xfrm>
            <a:prstGeom prst="rect">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useBgFill="1">
        <p:nvSpPr>
          <p:cNvPr id="79" name="Retângulo 78">
            <a:extLst>
              <a:ext uri="{FF2B5EF4-FFF2-40B4-BE49-F238E27FC236}">
                <a16:creationId xmlns:a16="http://schemas.microsoft.com/office/drawing/2014/main" id="{BB51E472-8334-4DEB-9D39-8E4FFA92E21E}"/>
              </a:ext>
              <a:ext uri="{C183D7F6-B498-43B3-948B-1728B52AA6E4}">
                <adec:decorative xmlns:adec="http://schemas.microsoft.com/office/drawing/2017/decorative" val="1"/>
              </a:ext>
            </a:extLst>
          </p:cNvPr>
          <p:cNvSpPr/>
          <p:nvPr userDrawn="1"/>
        </p:nvSpPr>
        <p:spPr>
          <a:xfrm>
            <a:off x="1379729" y="648365"/>
            <a:ext cx="4860256" cy="4589316"/>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80" name="Título 1">
            <a:extLst>
              <a:ext uri="{FF2B5EF4-FFF2-40B4-BE49-F238E27FC236}">
                <a16:creationId xmlns:a16="http://schemas.microsoft.com/office/drawing/2014/main" id="{CC645776-A980-4F78-8E9D-4EA5572A59C6}"/>
              </a:ext>
            </a:extLst>
          </p:cNvPr>
          <p:cNvSpPr>
            <a:spLocks noGrp="1"/>
          </p:cNvSpPr>
          <p:nvPr>
            <p:ph type="ctrTitle" hasCustomPrompt="1"/>
          </p:nvPr>
        </p:nvSpPr>
        <p:spPr>
          <a:xfrm>
            <a:off x="1521269" y="799275"/>
            <a:ext cx="4579668" cy="3028072"/>
          </a:xfrm>
        </p:spPr>
        <p:txBody>
          <a:bodyPr rtlCol="0"/>
          <a:lstStyle>
            <a:lvl1pPr algn="ctr">
              <a:defRPr sz="6000" b="1" spc="1500" baseline="0"/>
            </a:lvl1pPr>
          </a:lstStyle>
          <a:p>
            <a:pPr rtl="0"/>
            <a:r>
              <a:rPr lang="pt-br"/>
              <a:t>CLIQUE PARA ADICIONAR TÍTULO</a:t>
            </a:r>
          </a:p>
        </p:txBody>
      </p:sp>
      <p:sp>
        <p:nvSpPr>
          <p:cNvPr id="81" name="Subtítulo 2">
            <a:extLst>
              <a:ext uri="{FF2B5EF4-FFF2-40B4-BE49-F238E27FC236}">
                <a16:creationId xmlns:a16="http://schemas.microsoft.com/office/drawing/2014/main" id="{4F03E6E3-0D95-48FF-BBCC-EA589CD1285B}"/>
              </a:ext>
            </a:extLst>
          </p:cNvPr>
          <p:cNvSpPr>
            <a:spLocks noGrp="1"/>
          </p:cNvSpPr>
          <p:nvPr>
            <p:ph type="subTitle" idx="1" hasCustomPrompt="1"/>
          </p:nvPr>
        </p:nvSpPr>
        <p:spPr>
          <a:xfrm>
            <a:off x="1521269" y="3919422"/>
            <a:ext cx="4579668" cy="1166797"/>
          </a:xfrm>
        </p:spPr>
        <p:txBody>
          <a:bodyPr rtlCol="0"/>
          <a:lstStyle>
            <a:lvl1pPr algn="ctr">
              <a:buNone/>
              <a:defRPr sz="2400" spc="400" baseline="0"/>
            </a:lvl1pPr>
          </a:lstStyle>
          <a:p>
            <a:pPr rtl="0"/>
            <a:r>
              <a:rPr lang="pt-br"/>
              <a:t>CLIQUE PARA ADICIONAR UM SUBTÍTULO</a:t>
            </a:r>
          </a:p>
        </p:txBody>
      </p:sp>
      <p:sp>
        <p:nvSpPr>
          <p:cNvPr id="82" name="Oval 81">
            <a:extLst>
              <a:ext uri="{FF2B5EF4-FFF2-40B4-BE49-F238E27FC236}">
                <a16:creationId xmlns:a16="http://schemas.microsoft.com/office/drawing/2014/main" id="{10275C51-172D-4FE9-A45A-D3DAD166B854}"/>
              </a:ext>
              <a:ext uri="{C183D7F6-B498-43B3-948B-1728B52AA6E4}">
                <adec:decorative xmlns:adec="http://schemas.microsoft.com/office/drawing/2017/decorative" val="1"/>
              </a:ext>
            </a:extLst>
          </p:cNvPr>
          <p:cNvSpPr/>
          <p:nvPr userDrawn="1"/>
        </p:nvSpPr>
        <p:spPr>
          <a:xfrm>
            <a:off x="1199364" y="4074364"/>
            <a:ext cx="365125" cy="36512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a:solidFill>
                <a:schemeClr val="accent1"/>
              </a:solidFill>
            </a:endParaRPr>
          </a:p>
        </p:txBody>
      </p:sp>
      <p:sp>
        <p:nvSpPr>
          <p:cNvPr id="83" name="Forma Livre: Forma 82">
            <a:extLst>
              <a:ext uri="{FF2B5EF4-FFF2-40B4-BE49-F238E27FC236}">
                <a16:creationId xmlns:a16="http://schemas.microsoft.com/office/drawing/2014/main" id="{DB95E389-C1AA-4243-931C-270FE4BB06C6}"/>
              </a:ext>
              <a:ext uri="{C183D7F6-B498-43B3-948B-1728B52AA6E4}">
                <adec:decorative xmlns:adec="http://schemas.microsoft.com/office/drawing/2017/decorative" val="1"/>
              </a:ext>
            </a:extLst>
          </p:cNvPr>
          <p:cNvSpPr/>
          <p:nvPr userDrawn="1"/>
        </p:nvSpPr>
        <p:spPr>
          <a:xfrm>
            <a:off x="10602612" y="5333060"/>
            <a:ext cx="1589388" cy="1524940"/>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a:solidFill>
                <a:schemeClr val="accent1"/>
              </a:solidFill>
            </a:endParaRPr>
          </a:p>
        </p:txBody>
      </p:sp>
      <p:sp>
        <p:nvSpPr>
          <p:cNvPr id="84" name="Forma livre: Forma 83">
            <a:extLst>
              <a:ext uri="{FF2B5EF4-FFF2-40B4-BE49-F238E27FC236}">
                <a16:creationId xmlns:a16="http://schemas.microsoft.com/office/drawing/2014/main" id="{310E7790-D96D-4055-AA95-63C286EC7D57}"/>
              </a:ext>
              <a:ext uri="{C183D7F6-B498-43B3-948B-1728B52AA6E4}">
                <adec:decorative xmlns:adec="http://schemas.microsoft.com/office/drawing/2017/decorative" val="1"/>
              </a:ext>
            </a:extLst>
          </p:cNvPr>
          <p:cNvSpPr/>
          <p:nvPr userDrawn="1"/>
        </p:nvSpPr>
        <p:spPr>
          <a:xfrm>
            <a:off x="10602612" y="5333060"/>
            <a:ext cx="1589388" cy="1524940"/>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a:p>
        </p:txBody>
      </p:sp>
      <p:grpSp>
        <p:nvGrpSpPr>
          <p:cNvPr id="86" name="Elemento gráfico 185">
            <a:extLst>
              <a:ext uri="{FF2B5EF4-FFF2-40B4-BE49-F238E27FC236}">
                <a16:creationId xmlns:a16="http://schemas.microsoft.com/office/drawing/2014/main" id="{4E460B18-E051-4152-85D3-76A93C7EA455}"/>
              </a:ext>
              <a:ext uri="{C183D7F6-B498-43B3-948B-1728B52AA6E4}">
                <adec:decorative xmlns:adec="http://schemas.microsoft.com/office/drawing/2017/decorative" val="1"/>
              </a:ext>
            </a:extLst>
          </p:cNvPr>
          <p:cNvGrpSpPr/>
          <p:nvPr userDrawn="1"/>
        </p:nvGrpSpPr>
        <p:grpSpPr>
          <a:xfrm>
            <a:off x="9805475" y="1581418"/>
            <a:ext cx="843746" cy="375828"/>
            <a:chOff x="9841624" y="4115729"/>
            <a:chExt cx="602170" cy="268223"/>
          </a:xfrm>
          <a:solidFill>
            <a:schemeClr val="tx1"/>
          </a:solidFill>
        </p:grpSpPr>
        <p:sp>
          <p:nvSpPr>
            <p:cNvPr id="87" name="Forma Livre: Forma 86">
              <a:extLst>
                <a:ext uri="{FF2B5EF4-FFF2-40B4-BE49-F238E27FC236}">
                  <a16:creationId xmlns:a16="http://schemas.microsoft.com/office/drawing/2014/main" id="{94B28A43-F583-4902-9997-46A4D316FB8A}"/>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a:solidFill>
                  <a:schemeClr val="accent1"/>
                </a:solidFill>
              </a:endParaRPr>
            </a:p>
          </p:txBody>
        </p:sp>
        <p:sp>
          <p:nvSpPr>
            <p:cNvPr id="88" name="Forma livre: Forma 87">
              <a:extLst>
                <a:ext uri="{FF2B5EF4-FFF2-40B4-BE49-F238E27FC236}">
                  <a16:creationId xmlns:a16="http://schemas.microsoft.com/office/drawing/2014/main" id="{8BCE79F2-2624-4906-9841-566BD8DDA4AD}"/>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a:solidFill>
                  <a:schemeClr val="accent1"/>
                </a:solidFill>
              </a:endParaRPr>
            </a:p>
          </p:txBody>
        </p:sp>
        <p:sp>
          <p:nvSpPr>
            <p:cNvPr id="89" name="Forma livre: Forma 88">
              <a:extLst>
                <a:ext uri="{FF2B5EF4-FFF2-40B4-BE49-F238E27FC236}">
                  <a16:creationId xmlns:a16="http://schemas.microsoft.com/office/drawing/2014/main" id="{4AF102FA-9C0A-4844-A187-23CECD95C4AF}"/>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a:solidFill>
                  <a:schemeClr val="accent1"/>
                </a:solidFill>
              </a:endParaRPr>
            </a:p>
          </p:txBody>
        </p:sp>
        <p:sp>
          <p:nvSpPr>
            <p:cNvPr id="90" name="Forma livre: Forma 89">
              <a:extLst>
                <a:ext uri="{FF2B5EF4-FFF2-40B4-BE49-F238E27FC236}">
                  <a16:creationId xmlns:a16="http://schemas.microsoft.com/office/drawing/2014/main" id="{BC9F252A-1680-4777-BF7D-67B153676A1D}"/>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a:solidFill>
                  <a:schemeClr val="accent1"/>
                </a:solidFill>
              </a:endParaRPr>
            </a:p>
          </p:txBody>
        </p:sp>
        <p:sp>
          <p:nvSpPr>
            <p:cNvPr id="91" name="Forma livre: Forma 90">
              <a:extLst>
                <a:ext uri="{FF2B5EF4-FFF2-40B4-BE49-F238E27FC236}">
                  <a16:creationId xmlns:a16="http://schemas.microsoft.com/office/drawing/2014/main" id="{6D161B24-FE00-4550-AB2C-02C42C60B824}"/>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a:solidFill>
                  <a:schemeClr val="accent1"/>
                </a:solidFill>
              </a:endParaRPr>
            </a:p>
          </p:txBody>
        </p:sp>
      </p:grpSp>
      <p:sp>
        <p:nvSpPr>
          <p:cNvPr id="92" name="Oval 91">
            <a:extLst>
              <a:ext uri="{FF2B5EF4-FFF2-40B4-BE49-F238E27FC236}">
                <a16:creationId xmlns:a16="http://schemas.microsoft.com/office/drawing/2014/main" id="{DAD8B4A3-DD6F-428E-9D74-E63865CE7D0A}"/>
              </a:ext>
              <a:ext uri="{C183D7F6-B498-43B3-948B-1728B52AA6E4}">
                <adec:decorative xmlns:adec="http://schemas.microsoft.com/office/drawing/2017/decorative" val="1"/>
              </a:ext>
            </a:extLst>
          </p:cNvPr>
          <p:cNvSpPr/>
          <p:nvPr userDrawn="1"/>
        </p:nvSpPr>
        <p:spPr>
          <a:xfrm>
            <a:off x="1199364" y="4074364"/>
            <a:ext cx="365125" cy="365125"/>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a:p>
        </p:txBody>
      </p:sp>
      <p:sp>
        <p:nvSpPr>
          <p:cNvPr id="96" name="Espaço Reservado para Imagem 2">
            <a:extLst>
              <a:ext uri="{FF2B5EF4-FFF2-40B4-BE49-F238E27FC236}">
                <a16:creationId xmlns:a16="http://schemas.microsoft.com/office/drawing/2014/main" id="{99E7F282-7DB7-4431-A6A3-9E912E06F812}"/>
              </a:ext>
            </a:extLst>
          </p:cNvPr>
          <p:cNvSpPr>
            <a:spLocks noGrp="1"/>
          </p:cNvSpPr>
          <p:nvPr>
            <p:ph type="pic" sz="quarter" idx="13" hasCustomPrompt="1"/>
          </p:nvPr>
        </p:nvSpPr>
        <p:spPr>
          <a:xfrm>
            <a:off x="7068418" y="1957246"/>
            <a:ext cx="4207947" cy="4207948"/>
          </a:xfrm>
        </p:spPr>
        <p:txBody>
          <a:bodyPr rtlCol="0"/>
          <a:lstStyle>
            <a:lvl1pPr algn="ctr">
              <a:buNone/>
              <a:defRPr/>
            </a:lvl1pPr>
          </a:lstStyle>
          <a:p>
            <a:pPr rtl="0"/>
            <a:r>
              <a:rPr lang="pt-br"/>
              <a:t>Clique para adicionar foto</a:t>
            </a:r>
          </a:p>
        </p:txBody>
      </p:sp>
    </p:spTree>
    <p:extLst>
      <p:ext uri="{BB962C8B-B14F-4D97-AF65-F5344CB8AC3E}">
        <p14:creationId xmlns:p14="http://schemas.microsoft.com/office/powerpoint/2010/main" val="540107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60" name="Título 1">
            <a:extLst>
              <a:ext uri="{FF2B5EF4-FFF2-40B4-BE49-F238E27FC236}">
                <a16:creationId xmlns:a16="http://schemas.microsoft.com/office/drawing/2014/main" id="{BF92C786-F148-4356-BCC8-D4DB6DC80390}"/>
              </a:ext>
            </a:extLst>
          </p:cNvPr>
          <p:cNvSpPr>
            <a:spLocks noGrp="1"/>
          </p:cNvSpPr>
          <p:nvPr>
            <p:ph type="title"/>
          </p:nvPr>
        </p:nvSpPr>
        <p:spPr>
          <a:xfrm>
            <a:off x="5956784" y="396117"/>
            <a:ext cx="5217172" cy="1158857"/>
          </a:xfrm>
        </p:spPr>
        <p:txBody>
          <a:bodyPr rtlCol="0" anchor="b">
            <a:normAutofit/>
          </a:bodyPr>
          <a:lstStyle/>
          <a:p>
            <a:pPr rtl="0"/>
            <a:endParaRPr lang="en-US"/>
          </a:p>
        </p:txBody>
      </p:sp>
      <p:sp>
        <p:nvSpPr>
          <p:cNvPr id="45" name="Espaço Reservado para Imagem 2">
            <a:extLst>
              <a:ext uri="{FF2B5EF4-FFF2-40B4-BE49-F238E27FC236}">
                <a16:creationId xmlns:a16="http://schemas.microsoft.com/office/drawing/2014/main" id="{CC8A9357-2526-4109-8861-DCB89A78CA7F}"/>
              </a:ext>
            </a:extLst>
          </p:cNvPr>
          <p:cNvSpPr>
            <a:spLocks noGrp="1"/>
          </p:cNvSpPr>
          <p:nvPr>
            <p:ph type="pic" sz="quarter" idx="13" hasCustomPrompt="1"/>
          </p:nvPr>
        </p:nvSpPr>
        <p:spPr>
          <a:xfrm>
            <a:off x="1526293" y="1554582"/>
            <a:ext cx="3555043" cy="3217333"/>
          </a:xfrm>
        </p:spPr>
        <p:txBody>
          <a:bodyPr rtlCol="0"/>
          <a:lstStyle>
            <a:lvl1pPr>
              <a:buFontTx/>
              <a:buNone/>
              <a:defRPr/>
            </a:lvl1pPr>
          </a:lstStyle>
          <a:p>
            <a:pPr rtl="0"/>
            <a:r>
              <a:rPr lang="pt-br"/>
              <a:t>Clique para adicionar foto</a:t>
            </a:r>
          </a:p>
        </p:txBody>
      </p:sp>
      <p:sp>
        <p:nvSpPr>
          <p:cNvPr id="298" name="Espaço Reservado para Conteúdo 2">
            <a:extLst>
              <a:ext uri="{FF2B5EF4-FFF2-40B4-BE49-F238E27FC236}">
                <a16:creationId xmlns:a16="http://schemas.microsoft.com/office/drawing/2014/main" id="{F0A93A7F-1937-4643-B9E7-342A8CB87BBB}"/>
              </a:ext>
            </a:extLst>
          </p:cNvPr>
          <p:cNvSpPr>
            <a:spLocks noGrp="1"/>
          </p:cNvSpPr>
          <p:nvPr>
            <p:ph idx="1" hasCustomPrompt="1"/>
          </p:nvPr>
        </p:nvSpPr>
        <p:spPr>
          <a:xfrm>
            <a:off x="5956783" y="1747592"/>
            <a:ext cx="5217173" cy="4351338"/>
          </a:xfrm>
        </p:spPr>
        <p:txBody>
          <a:bodyPr rtlCol="0">
            <a:normAutofit/>
          </a:bodyPr>
          <a:lstStyle>
            <a:lvl1pPr>
              <a:buFontTx/>
              <a:buNone/>
              <a:defRPr sz="2400"/>
            </a:lvl1pPr>
          </a:lstStyle>
          <a:p>
            <a:pPr rtl="0">
              <a:lnSpc>
                <a:spcPct val="130000"/>
              </a:lnSpc>
            </a:pPr>
            <a:r>
              <a:rPr lang="pt-br"/>
              <a:t>Clique para adicionar o texto</a:t>
            </a:r>
          </a:p>
        </p:txBody>
      </p:sp>
      <p:grpSp>
        <p:nvGrpSpPr>
          <p:cNvPr id="3" name="Grupo 2">
            <a:extLst>
              <a:ext uri="{FF2B5EF4-FFF2-40B4-BE49-F238E27FC236}">
                <a16:creationId xmlns:a16="http://schemas.microsoft.com/office/drawing/2014/main" id="{B5082B2A-0AFE-456C-9506-A5DAF807FFE7}"/>
              </a:ext>
              <a:ext uri="{C183D7F6-B498-43B3-948B-1728B52AA6E4}">
                <adec:decorative xmlns:adec="http://schemas.microsoft.com/office/drawing/2017/decorative" val="1"/>
              </a:ext>
            </a:extLst>
          </p:cNvPr>
          <p:cNvGrpSpPr/>
          <p:nvPr userDrawn="1"/>
        </p:nvGrpSpPr>
        <p:grpSpPr>
          <a:xfrm>
            <a:off x="739959" y="3491269"/>
            <a:ext cx="365021" cy="365021"/>
            <a:chOff x="739959" y="3491269"/>
            <a:chExt cx="365021" cy="365021"/>
          </a:xfrm>
        </p:grpSpPr>
        <p:sp>
          <p:nvSpPr>
            <p:cNvPr id="267" name="Oval 266">
              <a:extLst>
                <a:ext uri="{FF2B5EF4-FFF2-40B4-BE49-F238E27FC236}">
                  <a16:creationId xmlns:a16="http://schemas.microsoft.com/office/drawing/2014/main" id="{1D723022-AE16-42E7-AB92-B0D8FA9619B6}"/>
                </a:ext>
                <a:ext uri="{C183D7F6-B498-43B3-948B-1728B52AA6E4}">
                  <adec:decorative xmlns:adec="http://schemas.microsoft.com/office/drawing/2017/decorative" val="1"/>
                </a:ext>
              </a:extLst>
            </p:cNvPr>
            <p:cNvSpPr/>
            <p:nvPr userDrawn="1"/>
          </p:nvSpPr>
          <p:spPr>
            <a:xfrm>
              <a:off x="739959" y="3491269"/>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a:p>
          </p:txBody>
        </p:sp>
        <p:sp>
          <p:nvSpPr>
            <p:cNvPr id="268" name="Oval 267">
              <a:extLst>
                <a:ext uri="{FF2B5EF4-FFF2-40B4-BE49-F238E27FC236}">
                  <a16:creationId xmlns:a16="http://schemas.microsoft.com/office/drawing/2014/main" id="{01A660D0-3253-401B-9F04-DD8E71CC7A7F}"/>
                </a:ext>
                <a:ext uri="{C183D7F6-B498-43B3-948B-1728B52AA6E4}">
                  <adec:decorative xmlns:adec="http://schemas.microsoft.com/office/drawing/2017/decorative" val="1"/>
                </a:ext>
              </a:extLst>
            </p:cNvPr>
            <p:cNvSpPr/>
            <p:nvPr userDrawn="1"/>
          </p:nvSpPr>
          <p:spPr>
            <a:xfrm>
              <a:off x="739959" y="3491269"/>
              <a:ext cx="365021" cy="365021"/>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a:p>
          </p:txBody>
        </p:sp>
      </p:grpSp>
      <p:grpSp>
        <p:nvGrpSpPr>
          <p:cNvPr id="2" name="Grupo 1">
            <a:extLst>
              <a:ext uri="{FF2B5EF4-FFF2-40B4-BE49-F238E27FC236}">
                <a16:creationId xmlns:a16="http://schemas.microsoft.com/office/drawing/2014/main" id="{7D1E36DE-F754-4C67-AEDB-7A4CD5259E08}"/>
              </a:ext>
              <a:ext uri="{C183D7F6-B498-43B3-948B-1728B52AA6E4}">
                <adec:decorative xmlns:adec="http://schemas.microsoft.com/office/drawing/2017/decorative" val="1"/>
              </a:ext>
            </a:extLst>
          </p:cNvPr>
          <p:cNvGrpSpPr/>
          <p:nvPr userDrawn="1"/>
        </p:nvGrpSpPr>
        <p:grpSpPr>
          <a:xfrm>
            <a:off x="496583" y="550047"/>
            <a:ext cx="1910252" cy="709661"/>
            <a:chOff x="496583" y="795582"/>
            <a:chExt cx="1910252" cy="709661"/>
          </a:xfrm>
        </p:grpSpPr>
        <p:grpSp>
          <p:nvGrpSpPr>
            <p:cNvPr id="261" name="Elemento gráfico 38">
              <a:extLst>
                <a:ext uri="{FF2B5EF4-FFF2-40B4-BE49-F238E27FC236}">
                  <a16:creationId xmlns:a16="http://schemas.microsoft.com/office/drawing/2014/main" id="{A4AD9011-9DCC-4A0F-BA80-27E6D3D5C046}"/>
                </a:ext>
                <a:ext uri="{C183D7F6-B498-43B3-948B-1728B52AA6E4}">
                  <adec:decorative xmlns:adec="http://schemas.microsoft.com/office/drawing/2017/decorative" val="1"/>
                </a:ext>
              </a:extLst>
            </p:cNvPr>
            <p:cNvGrpSpPr/>
            <p:nvPr userDrawn="1"/>
          </p:nvGrpSpPr>
          <p:grpSpPr>
            <a:xfrm>
              <a:off x="496583" y="795582"/>
              <a:ext cx="1910252" cy="709661"/>
              <a:chOff x="2267504" y="2540250"/>
              <a:chExt cx="1990951" cy="739641"/>
            </a:xfrm>
            <a:solidFill>
              <a:schemeClr val="tx1"/>
            </a:solidFill>
          </p:grpSpPr>
          <p:sp>
            <p:nvSpPr>
              <p:cNvPr id="262" name="Forma Livre: Forma 261">
                <a:extLst>
                  <a:ext uri="{FF2B5EF4-FFF2-40B4-BE49-F238E27FC236}">
                    <a16:creationId xmlns:a16="http://schemas.microsoft.com/office/drawing/2014/main" id="{A0221D30-DD4B-4E09-850A-CBBAAA4A051C}"/>
                  </a:ext>
                </a:extLst>
              </p:cNvPr>
              <p:cNvSpPr/>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pPr rtl="0"/>
                <a:endParaRPr lang="en-US"/>
              </a:p>
            </p:txBody>
          </p:sp>
          <p:sp>
            <p:nvSpPr>
              <p:cNvPr id="263" name="Forma livre: Forma 262">
                <a:extLst>
                  <a:ext uri="{FF2B5EF4-FFF2-40B4-BE49-F238E27FC236}">
                    <a16:creationId xmlns:a16="http://schemas.microsoft.com/office/drawing/2014/main" id="{3FDF1E24-BE7D-49F6-A5A0-29D2796918E4}"/>
                  </a:ext>
                </a:extLst>
              </p:cNvPr>
              <p:cNvSpPr/>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pPr rtl="0"/>
                <a:endParaRPr lang="en-US"/>
              </a:p>
            </p:txBody>
          </p:sp>
        </p:grpSp>
        <p:grpSp>
          <p:nvGrpSpPr>
            <p:cNvPr id="264" name="Elemento gráfico 38">
              <a:extLst>
                <a:ext uri="{FF2B5EF4-FFF2-40B4-BE49-F238E27FC236}">
                  <a16:creationId xmlns:a16="http://schemas.microsoft.com/office/drawing/2014/main" id="{BBB1AE73-7E55-49A4-8496-2B21B9BAB179}"/>
                </a:ext>
                <a:ext uri="{C183D7F6-B498-43B3-948B-1728B52AA6E4}">
                  <adec:decorative xmlns:adec="http://schemas.microsoft.com/office/drawing/2017/decorative" val="1"/>
                </a:ext>
              </a:extLst>
            </p:cNvPr>
            <p:cNvGrpSpPr/>
            <p:nvPr userDrawn="1"/>
          </p:nvGrpSpPr>
          <p:grpSpPr>
            <a:xfrm>
              <a:off x="496583" y="795582"/>
              <a:ext cx="1910252" cy="709661"/>
              <a:chOff x="2267504" y="2540250"/>
              <a:chExt cx="1990951" cy="739641"/>
            </a:xfrm>
            <a:solidFill>
              <a:schemeClr val="tx1">
                <a:alpha val="60000"/>
              </a:schemeClr>
            </a:solidFill>
          </p:grpSpPr>
          <p:sp>
            <p:nvSpPr>
              <p:cNvPr id="265" name="Forma Livre: Forma 264">
                <a:extLst>
                  <a:ext uri="{FF2B5EF4-FFF2-40B4-BE49-F238E27FC236}">
                    <a16:creationId xmlns:a16="http://schemas.microsoft.com/office/drawing/2014/main" id="{D8406302-2A06-4B65-834B-079262BAD676}"/>
                  </a:ext>
                </a:extLst>
              </p:cNvPr>
              <p:cNvSpPr/>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pPr rtl="0"/>
                <a:endParaRPr lang="en-US"/>
              </a:p>
            </p:txBody>
          </p:sp>
          <p:sp>
            <p:nvSpPr>
              <p:cNvPr id="266" name="Forma livre: Forma 265">
                <a:extLst>
                  <a:ext uri="{FF2B5EF4-FFF2-40B4-BE49-F238E27FC236}">
                    <a16:creationId xmlns:a16="http://schemas.microsoft.com/office/drawing/2014/main" id="{8756BB86-0FFE-405F-8023-37552370FB06}"/>
                  </a:ext>
                </a:extLst>
              </p:cNvPr>
              <p:cNvSpPr/>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pPr rtl="0"/>
                <a:endParaRPr lang="en-US"/>
              </a:p>
            </p:txBody>
          </p:sp>
        </p:grpSp>
      </p:grpSp>
      <p:sp>
        <p:nvSpPr>
          <p:cNvPr id="299" name="Espaço Reservado para Data 178">
            <a:extLst>
              <a:ext uri="{FF2B5EF4-FFF2-40B4-BE49-F238E27FC236}">
                <a16:creationId xmlns:a16="http://schemas.microsoft.com/office/drawing/2014/main" id="{82E560EB-BE56-4EED-AE06-F6BBC6A77F06}"/>
              </a:ext>
            </a:extLst>
          </p:cNvPr>
          <p:cNvSpPr>
            <a:spLocks noGrp="1"/>
          </p:cNvSpPr>
          <p:nvPr>
            <p:ph type="dt" sz="half" idx="10"/>
          </p:nvPr>
        </p:nvSpPr>
        <p:spPr>
          <a:xfrm>
            <a:off x="838200" y="6356350"/>
            <a:ext cx="2743200" cy="365125"/>
          </a:xfrm>
        </p:spPr>
        <p:txBody>
          <a:bodyPr rtlCol="0"/>
          <a:lstStyle/>
          <a:p>
            <a:pPr rtl="0"/>
            <a:r>
              <a:rPr lang="en-US"/>
              <a:t>19/02/2021</a:t>
            </a:r>
          </a:p>
        </p:txBody>
      </p:sp>
      <p:sp>
        <p:nvSpPr>
          <p:cNvPr id="300" name="Espaço Reservado para Rodapé 179">
            <a:extLst>
              <a:ext uri="{FF2B5EF4-FFF2-40B4-BE49-F238E27FC236}">
                <a16:creationId xmlns:a16="http://schemas.microsoft.com/office/drawing/2014/main" id="{B8F63808-3D77-44F6-BA39-EBAA7F3A644A}"/>
              </a:ext>
            </a:extLst>
          </p:cNvPr>
          <p:cNvSpPr>
            <a:spLocks noGrp="1"/>
          </p:cNvSpPr>
          <p:nvPr>
            <p:ph type="ftr" sz="quarter" idx="11"/>
          </p:nvPr>
        </p:nvSpPr>
        <p:spPr>
          <a:xfrm>
            <a:off x="4038600" y="6356350"/>
            <a:ext cx="4114800" cy="365125"/>
          </a:xfrm>
        </p:spPr>
        <p:txBody>
          <a:bodyPr rtlCol="0"/>
          <a:lstStyle/>
          <a:p>
            <a:pPr rtl="0"/>
            <a:r>
              <a:rPr lang="pt-br"/>
              <a:t>TÍTULO DA APRESENTAÇÃO</a:t>
            </a:r>
          </a:p>
        </p:txBody>
      </p:sp>
      <p:sp>
        <p:nvSpPr>
          <p:cNvPr id="301" name="Espaço Reservado para o Número do Slide 180">
            <a:extLst>
              <a:ext uri="{FF2B5EF4-FFF2-40B4-BE49-F238E27FC236}">
                <a16:creationId xmlns:a16="http://schemas.microsoft.com/office/drawing/2014/main" id="{48A1F651-8B76-426E-B2A3-79B5E58870B3}"/>
              </a:ext>
            </a:extLst>
          </p:cNvPr>
          <p:cNvSpPr>
            <a:spLocks noGrp="1"/>
          </p:cNvSpPr>
          <p:nvPr>
            <p:ph type="sldNum" sz="quarter" idx="12"/>
          </p:nvPr>
        </p:nvSpPr>
        <p:spPr>
          <a:xfrm>
            <a:off x="8610600" y="6356350"/>
            <a:ext cx="2743200" cy="365125"/>
          </a:xfrm>
        </p:spPr>
        <p:txBody>
          <a:bodyPr rtlCol="0"/>
          <a:lstStyle/>
          <a:p>
            <a:pPr rtl="0"/>
            <a:fld id="{5EA792F7-1D9E-4C7E-A103-E8EDFDC2691E}" type="slidenum">
              <a:rPr lang="en-US" smtClean="0"/>
              <a:t>‹nº›</a:t>
            </a:fld>
            <a:endParaRPr lang="en-US"/>
          </a:p>
        </p:txBody>
      </p:sp>
    </p:spTree>
    <p:extLst>
      <p:ext uri="{BB962C8B-B14F-4D97-AF65-F5344CB8AC3E}">
        <p14:creationId xmlns:p14="http://schemas.microsoft.com/office/powerpoint/2010/main" val="4033488048"/>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ção">
    <p:spTree>
      <p:nvGrpSpPr>
        <p:cNvPr id="1" name=""/>
        <p:cNvGrpSpPr/>
        <p:nvPr/>
      </p:nvGrpSpPr>
      <p:grpSpPr>
        <a:xfrm>
          <a:off x="0" y="0"/>
          <a:ext cx="0" cy="0"/>
          <a:chOff x="0" y="0"/>
          <a:chExt cx="0" cy="0"/>
        </a:xfrm>
      </p:grpSpPr>
      <p:sp>
        <p:nvSpPr>
          <p:cNvPr id="17" name="Título 1">
            <a:extLst>
              <a:ext uri="{FF2B5EF4-FFF2-40B4-BE49-F238E27FC236}">
                <a16:creationId xmlns:a16="http://schemas.microsoft.com/office/drawing/2014/main" id="{5F21EE69-A1CB-4D3C-A300-F309A781E65B}"/>
              </a:ext>
            </a:extLst>
          </p:cNvPr>
          <p:cNvSpPr>
            <a:spLocks noGrp="1"/>
          </p:cNvSpPr>
          <p:nvPr>
            <p:ph type="title"/>
          </p:nvPr>
        </p:nvSpPr>
        <p:spPr>
          <a:xfrm>
            <a:off x="938907" y="282800"/>
            <a:ext cx="5217172" cy="1288673"/>
          </a:xfrm>
        </p:spPr>
        <p:txBody>
          <a:bodyPr rtlCol="0" anchor="b">
            <a:normAutofit/>
          </a:bodyPr>
          <a:lstStyle/>
          <a:p>
            <a:pPr rtl="0"/>
            <a:endParaRPr lang="en-US" dirty="0"/>
          </a:p>
        </p:txBody>
      </p:sp>
      <p:sp>
        <p:nvSpPr>
          <p:cNvPr id="18" name="Espaço Reservado para Conteúdo 2">
            <a:extLst>
              <a:ext uri="{FF2B5EF4-FFF2-40B4-BE49-F238E27FC236}">
                <a16:creationId xmlns:a16="http://schemas.microsoft.com/office/drawing/2014/main" id="{04201678-5DBC-491F-AA38-F3DF166C36BE}"/>
              </a:ext>
            </a:extLst>
          </p:cNvPr>
          <p:cNvSpPr>
            <a:spLocks noGrp="1"/>
          </p:cNvSpPr>
          <p:nvPr>
            <p:ph idx="1" hasCustomPrompt="1"/>
          </p:nvPr>
        </p:nvSpPr>
        <p:spPr>
          <a:xfrm>
            <a:off x="938906" y="1715151"/>
            <a:ext cx="5217173" cy="4351338"/>
          </a:xfrm>
        </p:spPr>
        <p:txBody>
          <a:bodyPr rtlCol="0">
            <a:normAutofit/>
          </a:bodyPr>
          <a:lstStyle>
            <a:lvl1pPr marL="0" indent="0">
              <a:lnSpc>
                <a:spcPct val="100000"/>
              </a:lnSpc>
              <a:buFontTx/>
              <a:buNone/>
              <a:defRPr sz="1800"/>
            </a:lvl1pPr>
          </a:lstStyle>
          <a:p>
            <a:pPr rtl="0">
              <a:lnSpc>
                <a:spcPct val="130000"/>
              </a:lnSpc>
            </a:pPr>
            <a:r>
              <a:rPr lang="pt-br"/>
              <a:t>Clique para adicionar o texto</a:t>
            </a:r>
          </a:p>
        </p:txBody>
      </p:sp>
      <p:sp>
        <p:nvSpPr>
          <p:cNvPr id="368" name="Espaço Reservado para Imagem 370">
            <a:extLst>
              <a:ext uri="{FF2B5EF4-FFF2-40B4-BE49-F238E27FC236}">
                <a16:creationId xmlns:a16="http://schemas.microsoft.com/office/drawing/2014/main" id="{669561A4-DF87-4818-9B88-D1EF83F03B98}"/>
              </a:ext>
            </a:extLst>
          </p:cNvPr>
          <p:cNvSpPr>
            <a:spLocks noGrp="1"/>
          </p:cNvSpPr>
          <p:nvPr>
            <p:ph type="pic" sz="quarter" idx="13" hasCustomPrompt="1"/>
          </p:nvPr>
        </p:nvSpPr>
        <p:spPr>
          <a:xfrm>
            <a:off x="7235389" y="322503"/>
            <a:ext cx="4114800" cy="2931037"/>
          </a:xfrm>
        </p:spPr>
        <p:txBody>
          <a:bodyPr rtlCol="0"/>
          <a:lstStyle>
            <a:lvl1pPr>
              <a:buFontTx/>
              <a:buNone/>
              <a:defRPr/>
            </a:lvl1pPr>
          </a:lstStyle>
          <a:p>
            <a:pPr rtl="0"/>
            <a:r>
              <a:rPr lang="pt-br"/>
              <a:t>Clique para adicionar foto</a:t>
            </a:r>
          </a:p>
        </p:txBody>
      </p:sp>
      <p:sp>
        <p:nvSpPr>
          <p:cNvPr id="369" name="Espaço Reservado para Imagem 372">
            <a:extLst>
              <a:ext uri="{FF2B5EF4-FFF2-40B4-BE49-F238E27FC236}">
                <a16:creationId xmlns:a16="http://schemas.microsoft.com/office/drawing/2014/main" id="{FFEE5DD2-649D-41DC-9898-8730D76FDB98}"/>
              </a:ext>
            </a:extLst>
          </p:cNvPr>
          <p:cNvSpPr>
            <a:spLocks noGrp="1"/>
          </p:cNvSpPr>
          <p:nvPr>
            <p:ph type="pic" sz="quarter" idx="14" hasCustomPrompt="1"/>
          </p:nvPr>
        </p:nvSpPr>
        <p:spPr>
          <a:xfrm>
            <a:off x="7235389" y="3370011"/>
            <a:ext cx="4114799" cy="2931036"/>
          </a:xfrm>
        </p:spPr>
        <p:txBody>
          <a:bodyPr rtlCol="0"/>
          <a:lstStyle>
            <a:lvl1pPr>
              <a:buFontTx/>
              <a:buNone/>
              <a:defRPr/>
            </a:lvl1pPr>
          </a:lstStyle>
          <a:p>
            <a:pPr rtl="0"/>
            <a:r>
              <a:rPr lang="pt-br"/>
              <a:t>Clique para adicionar foto</a:t>
            </a:r>
          </a:p>
        </p:txBody>
      </p:sp>
      <p:sp>
        <p:nvSpPr>
          <p:cNvPr id="385" name="Espaço Reservado para Data 384">
            <a:extLst>
              <a:ext uri="{FF2B5EF4-FFF2-40B4-BE49-F238E27FC236}">
                <a16:creationId xmlns:a16="http://schemas.microsoft.com/office/drawing/2014/main" id="{7B72116B-F388-4C73-BC4A-D8292B5DA7E2}"/>
              </a:ext>
            </a:extLst>
          </p:cNvPr>
          <p:cNvSpPr>
            <a:spLocks noGrp="1"/>
          </p:cNvSpPr>
          <p:nvPr>
            <p:ph type="dt" sz="half" idx="15"/>
          </p:nvPr>
        </p:nvSpPr>
        <p:spPr/>
        <p:txBody>
          <a:bodyPr rtlCol="0"/>
          <a:lstStyle/>
          <a:p>
            <a:pPr rtl="0"/>
            <a:r>
              <a:rPr lang="en-US"/>
              <a:t>19/02/2021</a:t>
            </a:r>
          </a:p>
        </p:txBody>
      </p:sp>
      <p:sp>
        <p:nvSpPr>
          <p:cNvPr id="386" name="Espaço Reservado para Rodapé 385">
            <a:extLst>
              <a:ext uri="{FF2B5EF4-FFF2-40B4-BE49-F238E27FC236}">
                <a16:creationId xmlns:a16="http://schemas.microsoft.com/office/drawing/2014/main" id="{C072D4A9-194F-4843-B39B-6C34A5D2F221}"/>
              </a:ext>
            </a:extLst>
          </p:cNvPr>
          <p:cNvSpPr>
            <a:spLocks noGrp="1"/>
          </p:cNvSpPr>
          <p:nvPr>
            <p:ph type="ftr" sz="quarter" idx="16"/>
          </p:nvPr>
        </p:nvSpPr>
        <p:spPr/>
        <p:txBody>
          <a:bodyPr rtlCol="0"/>
          <a:lstStyle/>
          <a:p>
            <a:pPr rtl="0"/>
            <a:r>
              <a:rPr lang="pt-br"/>
              <a:t>TÍTULO DA APRESENTAÇÃO</a:t>
            </a:r>
          </a:p>
        </p:txBody>
      </p:sp>
      <p:sp>
        <p:nvSpPr>
          <p:cNvPr id="387" name="Espaço Reservado para o Número do Slide 386">
            <a:extLst>
              <a:ext uri="{FF2B5EF4-FFF2-40B4-BE49-F238E27FC236}">
                <a16:creationId xmlns:a16="http://schemas.microsoft.com/office/drawing/2014/main" id="{7827E1CE-788E-4245-B60E-D39AFA591483}"/>
              </a:ext>
            </a:extLst>
          </p:cNvPr>
          <p:cNvSpPr>
            <a:spLocks noGrp="1"/>
          </p:cNvSpPr>
          <p:nvPr>
            <p:ph type="sldNum" sz="quarter" idx="17"/>
          </p:nvPr>
        </p:nvSpPr>
        <p:spPr/>
        <p:txBody>
          <a:bodyPr rtlCol="0"/>
          <a:lstStyle/>
          <a:p>
            <a:pPr rtl="0"/>
            <a:fld id="{5EA792F7-1D9E-4C7E-A103-E8EDFDC2691E}" type="slidenum">
              <a:rPr lang="en-US" smtClean="0"/>
              <a:t>‹nº›</a:t>
            </a:fld>
            <a:endParaRPr lang="en-US"/>
          </a:p>
        </p:txBody>
      </p:sp>
      <p:grpSp>
        <p:nvGrpSpPr>
          <p:cNvPr id="9" name="Elemento gráfico 190">
            <a:extLst>
              <a:ext uri="{FF2B5EF4-FFF2-40B4-BE49-F238E27FC236}">
                <a16:creationId xmlns:a16="http://schemas.microsoft.com/office/drawing/2014/main" id="{06F4FBF1-A331-46A0-BDC5-7CEDEA62EE39}"/>
              </a:ext>
              <a:ext uri="{C183D7F6-B498-43B3-948B-1728B52AA6E4}">
                <adec:decorative xmlns:adec="http://schemas.microsoft.com/office/drawing/2017/decorative" val="1"/>
              </a:ext>
            </a:extLst>
          </p:cNvPr>
          <p:cNvGrpSpPr/>
          <p:nvPr userDrawn="1"/>
        </p:nvGrpSpPr>
        <p:grpSpPr>
          <a:xfrm>
            <a:off x="5756620" y="736826"/>
            <a:ext cx="1598829" cy="531293"/>
            <a:chOff x="2504802" y="1755501"/>
            <a:chExt cx="1598829" cy="531293"/>
          </a:xfrm>
          <a:solidFill>
            <a:schemeClr val="tx1"/>
          </a:solidFill>
        </p:grpSpPr>
        <p:sp>
          <p:nvSpPr>
            <p:cNvPr id="10" name="Forma livre: Forma 9">
              <a:extLst>
                <a:ext uri="{FF2B5EF4-FFF2-40B4-BE49-F238E27FC236}">
                  <a16:creationId xmlns:a16="http://schemas.microsoft.com/office/drawing/2014/main" id="{AE637E45-FDA6-4FDD-96BD-4728E6FEF3C5}"/>
                </a:ext>
              </a:extLst>
            </p:cNvPr>
            <p:cNvSpPr/>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 name="Forma Livre: Forma 10">
              <a:extLst>
                <a:ext uri="{FF2B5EF4-FFF2-40B4-BE49-F238E27FC236}">
                  <a16:creationId xmlns:a16="http://schemas.microsoft.com/office/drawing/2014/main" id="{34CE57ED-0E56-4B8D-BFC4-44C434AB2F54}"/>
                </a:ext>
              </a:extLst>
            </p:cNvPr>
            <p:cNvSpPr/>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ource Sans Pro"/>
                <a:ea typeface="+mn-ea"/>
                <a:cs typeface="+mn-cs"/>
              </a:endParaRPr>
            </a:p>
          </p:txBody>
        </p:sp>
      </p:grpSp>
      <p:grpSp>
        <p:nvGrpSpPr>
          <p:cNvPr id="12" name="Grupo 11">
            <a:extLst>
              <a:ext uri="{FF2B5EF4-FFF2-40B4-BE49-F238E27FC236}">
                <a16:creationId xmlns:a16="http://schemas.microsoft.com/office/drawing/2014/main" id="{D6B131DC-4B42-4E21-8EE4-FCF7D6602B71}"/>
              </a:ext>
              <a:ext uri="{C183D7F6-B498-43B3-948B-1728B52AA6E4}">
                <adec:decorative xmlns:adec="http://schemas.microsoft.com/office/drawing/2017/decorative" val="1"/>
              </a:ext>
            </a:extLst>
          </p:cNvPr>
          <p:cNvGrpSpPr/>
          <p:nvPr userDrawn="1"/>
        </p:nvGrpSpPr>
        <p:grpSpPr>
          <a:xfrm>
            <a:off x="10885765" y="619275"/>
            <a:ext cx="932200" cy="932200"/>
            <a:chOff x="10791258" y="619275"/>
            <a:chExt cx="932200" cy="932200"/>
          </a:xfrm>
        </p:grpSpPr>
        <p:sp>
          <p:nvSpPr>
            <p:cNvPr id="13" name="Elemento gráfico 212">
              <a:extLst>
                <a:ext uri="{FF2B5EF4-FFF2-40B4-BE49-F238E27FC236}">
                  <a16:creationId xmlns:a16="http://schemas.microsoft.com/office/drawing/2014/main" id="{D826499E-185F-4853-8982-212973714079}"/>
                </a:ext>
              </a:extLst>
            </p:cNvPr>
            <p:cNvSpPr/>
            <p:nvPr/>
          </p:nvSpPr>
          <p:spPr>
            <a:xfrm>
              <a:off x="10791258" y="619275"/>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4" name="Gráfico 212">
              <a:extLst>
                <a:ext uri="{FF2B5EF4-FFF2-40B4-BE49-F238E27FC236}">
                  <a16:creationId xmlns:a16="http://schemas.microsoft.com/office/drawing/2014/main" id="{4B93A407-DCC0-4287-A189-DAFDA6CE5D81}"/>
                </a:ext>
              </a:extLst>
            </p:cNvPr>
            <p:cNvSpPr/>
            <p:nvPr/>
          </p:nvSpPr>
          <p:spPr>
            <a:xfrm>
              <a:off x="10791258" y="619275"/>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grpSp>
        <p:nvGrpSpPr>
          <p:cNvPr id="15" name="Grupo 14" hidden="1">
            <a:extLst>
              <a:ext uri="{FF2B5EF4-FFF2-40B4-BE49-F238E27FC236}">
                <a16:creationId xmlns:a16="http://schemas.microsoft.com/office/drawing/2014/main" id="{3B628FE6-4C4F-49A8-9B42-67396AB1B101}"/>
              </a:ext>
              <a:ext uri="{C183D7F6-B498-43B3-948B-1728B52AA6E4}">
                <adec:decorative xmlns:adec="http://schemas.microsoft.com/office/drawing/2017/decorative" val="1"/>
              </a:ext>
            </a:extLst>
          </p:cNvPr>
          <p:cNvGrpSpPr/>
          <p:nvPr userDrawn="1"/>
        </p:nvGrpSpPr>
        <p:grpSpPr>
          <a:xfrm>
            <a:off x="10631201" y="4961088"/>
            <a:ext cx="1152011" cy="1152022"/>
            <a:chOff x="10154386" y="4452483"/>
            <a:chExt cx="1443404" cy="1443418"/>
          </a:xfrm>
          <a:solidFill>
            <a:schemeClr val="tx1"/>
          </a:solidFill>
        </p:grpSpPr>
        <p:grpSp>
          <p:nvGrpSpPr>
            <p:cNvPr id="16" name="Elemento gráfico 4">
              <a:extLst>
                <a:ext uri="{FF2B5EF4-FFF2-40B4-BE49-F238E27FC236}">
                  <a16:creationId xmlns:a16="http://schemas.microsoft.com/office/drawing/2014/main" id="{31A752B8-0B61-4973-8AE2-32B13026F5D0}"/>
                </a:ext>
              </a:extLst>
            </p:cNvPr>
            <p:cNvGrpSpPr/>
            <p:nvPr/>
          </p:nvGrpSpPr>
          <p:grpSpPr>
            <a:xfrm>
              <a:off x="10154386" y="4452483"/>
              <a:ext cx="1443404" cy="1443418"/>
              <a:chOff x="5734037" y="3067039"/>
              <a:chExt cx="724483" cy="724489"/>
            </a:xfrm>
            <a:grpFill/>
          </p:grpSpPr>
          <p:sp>
            <p:nvSpPr>
              <p:cNvPr id="189" name="Freeform: Shape 188">
                <a:extLst>
                  <a:ext uri="{FF2B5EF4-FFF2-40B4-BE49-F238E27FC236}">
                    <a16:creationId xmlns:a16="http://schemas.microsoft.com/office/drawing/2014/main" id="{5B0C923D-2B15-4591-91AF-7076EB2D39DF}"/>
                  </a:ext>
                </a:extLst>
              </p:cNvPr>
              <p:cNvSpPr/>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0" name="Freeform: Shape 189">
                <a:extLst>
                  <a:ext uri="{FF2B5EF4-FFF2-40B4-BE49-F238E27FC236}">
                    <a16:creationId xmlns:a16="http://schemas.microsoft.com/office/drawing/2014/main" id="{F67576B0-A9FB-4DBF-AAB2-BC4FE937A4D4}"/>
                  </a:ext>
                </a:extLst>
              </p:cNvPr>
              <p:cNvSpPr/>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1" name="Freeform: Shape 190">
                <a:extLst>
                  <a:ext uri="{FF2B5EF4-FFF2-40B4-BE49-F238E27FC236}">
                    <a16:creationId xmlns:a16="http://schemas.microsoft.com/office/drawing/2014/main" id="{78EDA74C-F639-4A1A-AF63-97CE1722791F}"/>
                  </a:ext>
                </a:extLst>
              </p:cNvPr>
              <p:cNvSpPr/>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2" name="Freeform: Shape 191">
                <a:extLst>
                  <a:ext uri="{FF2B5EF4-FFF2-40B4-BE49-F238E27FC236}">
                    <a16:creationId xmlns:a16="http://schemas.microsoft.com/office/drawing/2014/main" id="{47349CA4-9AF7-4B7C-B97D-32FCC9A753C0}"/>
                  </a:ext>
                </a:extLst>
              </p:cNvPr>
              <p:cNvSpPr/>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3" name="Freeform: Shape 192">
                <a:extLst>
                  <a:ext uri="{FF2B5EF4-FFF2-40B4-BE49-F238E27FC236}">
                    <a16:creationId xmlns:a16="http://schemas.microsoft.com/office/drawing/2014/main" id="{DBBF3B76-9FD5-449B-9E6D-B2AE17BCC28F}"/>
                  </a:ext>
                </a:extLst>
              </p:cNvPr>
              <p:cNvSpPr/>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4" name="Freeform: Shape 193">
                <a:extLst>
                  <a:ext uri="{FF2B5EF4-FFF2-40B4-BE49-F238E27FC236}">
                    <a16:creationId xmlns:a16="http://schemas.microsoft.com/office/drawing/2014/main" id="{E83A7097-449B-446C-9207-5C00FAB2EE58}"/>
                  </a:ext>
                </a:extLst>
              </p:cNvPr>
              <p:cNvSpPr/>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5" name="Freeform: Shape 194">
                <a:extLst>
                  <a:ext uri="{FF2B5EF4-FFF2-40B4-BE49-F238E27FC236}">
                    <a16:creationId xmlns:a16="http://schemas.microsoft.com/office/drawing/2014/main" id="{E8BCF978-C1B0-4C0E-885B-67F829DF35F5}"/>
                  </a:ext>
                </a:extLst>
              </p:cNvPr>
              <p:cNvSpPr/>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6" name="Freeform: Shape 195">
                <a:extLst>
                  <a:ext uri="{FF2B5EF4-FFF2-40B4-BE49-F238E27FC236}">
                    <a16:creationId xmlns:a16="http://schemas.microsoft.com/office/drawing/2014/main" id="{5F8A090D-EE01-4AE0-9B9D-A052A136192E}"/>
                  </a:ext>
                </a:extLst>
              </p:cNvPr>
              <p:cNvSpPr/>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7" name="Freeform: Shape 196">
                <a:extLst>
                  <a:ext uri="{FF2B5EF4-FFF2-40B4-BE49-F238E27FC236}">
                    <a16:creationId xmlns:a16="http://schemas.microsoft.com/office/drawing/2014/main" id="{F4973935-CD40-43B9-85EE-A0891CDFDFB7}"/>
                  </a:ext>
                </a:extLst>
              </p:cNvPr>
              <p:cNvSpPr/>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8" name="Freeform: Shape 197">
                <a:extLst>
                  <a:ext uri="{FF2B5EF4-FFF2-40B4-BE49-F238E27FC236}">
                    <a16:creationId xmlns:a16="http://schemas.microsoft.com/office/drawing/2014/main" id="{09BF59A1-43BA-4CAA-B07E-0753B83A0711}"/>
                  </a:ext>
                </a:extLst>
              </p:cNvPr>
              <p:cNvSpPr/>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9" name="Freeform: Shape 198">
                <a:extLst>
                  <a:ext uri="{FF2B5EF4-FFF2-40B4-BE49-F238E27FC236}">
                    <a16:creationId xmlns:a16="http://schemas.microsoft.com/office/drawing/2014/main" id="{F7F71212-DEF7-4416-8DD0-706B9D618165}"/>
                  </a:ext>
                </a:extLst>
              </p:cNvPr>
              <p:cNvSpPr/>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0" name="Freeform: Shape 199">
                <a:extLst>
                  <a:ext uri="{FF2B5EF4-FFF2-40B4-BE49-F238E27FC236}">
                    <a16:creationId xmlns:a16="http://schemas.microsoft.com/office/drawing/2014/main" id="{61491CF5-2443-474B-83A8-EED5E8ABCCEB}"/>
                  </a:ext>
                </a:extLst>
              </p:cNvPr>
              <p:cNvSpPr/>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1" name="Freeform: Shape 200">
                <a:extLst>
                  <a:ext uri="{FF2B5EF4-FFF2-40B4-BE49-F238E27FC236}">
                    <a16:creationId xmlns:a16="http://schemas.microsoft.com/office/drawing/2014/main" id="{7A1D052A-A011-4CC1-9757-2742CF613DDE}"/>
                  </a:ext>
                </a:extLst>
              </p:cNvPr>
              <p:cNvSpPr/>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2" name="Freeform: Shape 201">
                <a:extLst>
                  <a:ext uri="{FF2B5EF4-FFF2-40B4-BE49-F238E27FC236}">
                    <a16:creationId xmlns:a16="http://schemas.microsoft.com/office/drawing/2014/main" id="{15DD3330-9838-49F4-9837-D557F3577937}"/>
                  </a:ext>
                </a:extLst>
              </p:cNvPr>
              <p:cNvSpPr/>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3" name="Freeform: Shape 202">
                <a:extLst>
                  <a:ext uri="{FF2B5EF4-FFF2-40B4-BE49-F238E27FC236}">
                    <a16:creationId xmlns:a16="http://schemas.microsoft.com/office/drawing/2014/main" id="{085E7E4A-1EBD-4D0A-89D3-0E91CE94BB34}"/>
                  </a:ext>
                </a:extLst>
              </p:cNvPr>
              <p:cNvSpPr/>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4" name="Freeform: Shape 203">
                <a:extLst>
                  <a:ext uri="{FF2B5EF4-FFF2-40B4-BE49-F238E27FC236}">
                    <a16:creationId xmlns:a16="http://schemas.microsoft.com/office/drawing/2014/main" id="{98509262-3560-484E-B2A3-65F83E2AFF4B}"/>
                  </a:ext>
                </a:extLst>
              </p:cNvPr>
              <p:cNvSpPr/>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5" name="Freeform: Shape 204">
                <a:extLst>
                  <a:ext uri="{FF2B5EF4-FFF2-40B4-BE49-F238E27FC236}">
                    <a16:creationId xmlns:a16="http://schemas.microsoft.com/office/drawing/2014/main" id="{82C01EF0-EFE1-4857-9C0F-983EF16648B2}"/>
                  </a:ext>
                </a:extLst>
              </p:cNvPr>
              <p:cNvSpPr/>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6" name="Freeform: Shape 205">
                <a:extLst>
                  <a:ext uri="{FF2B5EF4-FFF2-40B4-BE49-F238E27FC236}">
                    <a16:creationId xmlns:a16="http://schemas.microsoft.com/office/drawing/2014/main" id="{B35C6DB3-278C-4B06-AEE3-44D85C12E1AE}"/>
                  </a:ext>
                </a:extLst>
              </p:cNvPr>
              <p:cNvSpPr/>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7" name="Freeform: Shape 206">
                <a:extLst>
                  <a:ext uri="{FF2B5EF4-FFF2-40B4-BE49-F238E27FC236}">
                    <a16:creationId xmlns:a16="http://schemas.microsoft.com/office/drawing/2014/main" id="{13D90D10-B54E-4E2F-B5C7-3F4F5AA85C5C}"/>
                  </a:ext>
                </a:extLst>
              </p:cNvPr>
              <p:cNvSpPr/>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8" name="Freeform: Shape 207">
                <a:extLst>
                  <a:ext uri="{FF2B5EF4-FFF2-40B4-BE49-F238E27FC236}">
                    <a16:creationId xmlns:a16="http://schemas.microsoft.com/office/drawing/2014/main" id="{BCF88EFC-8669-4711-B4D8-18F82A715203}"/>
                  </a:ext>
                </a:extLst>
              </p:cNvPr>
              <p:cNvSpPr/>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9" name="Freeform: Shape 208">
                <a:extLst>
                  <a:ext uri="{FF2B5EF4-FFF2-40B4-BE49-F238E27FC236}">
                    <a16:creationId xmlns:a16="http://schemas.microsoft.com/office/drawing/2014/main" id="{1C7E26B7-A2C7-4069-94EE-F81FBFCC4F88}"/>
                  </a:ext>
                </a:extLst>
              </p:cNvPr>
              <p:cNvSpPr/>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0" name="Freeform: Shape 209">
                <a:extLst>
                  <a:ext uri="{FF2B5EF4-FFF2-40B4-BE49-F238E27FC236}">
                    <a16:creationId xmlns:a16="http://schemas.microsoft.com/office/drawing/2014/main" id="{45992884-B014-448F-B303-A6346A877A4E}"/>
                  </a:ext>
                </a:extLst>
              </p:cNvPr>
              <p:cNvSpPr/>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1" name="Freeform: Shape 210">
                <a:extLst>
                  <a:ext uri="{FF2B5EF4-FFF2-40B4-BE49-F238E27FC236}">
                    <a16:creationId xmlns:a16="http://schemas.microsoft.com/office/drawing/2014/main" id="{CE046B60-49AE-4A06-93E1-022974B3A738}"/>
                  </a:ext>
                </a:extLst>
              </p:cNvPr>
              <p:cNvSpPr/>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2" name="Freeform: Shape 211">
                <a:extLst>
                  <a:ext uri="{FF2B5EF4-FFF2-40B4-BE49-F238E27FC236}">
                    <a16:creationId xmlns:a16="http://schemas.microsoft.com/office/drawing/2014/main" id="{48BEAE27-271C-428D-B5EF-F87F7359F6F0}"/>
                  </a:ext>
                </a:extLst>
              </p:cNvPr>
              <p:cNvSpPr/>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3" name="Freeform: Shape 212">
                <a:extLst>
                  <a:ext uri="{FF2B5EF4-FFF2-40B4-BE49-F238E27FC236}">
                    <a16:creationId xmlns:a16="http://schemas.microsoft.com/office/drawing/2014/main" id="{A5A27244-274D-4D7E-A8D4-73F2256E8BA1}"/>
                  </a:ext>
                </a:extLst>
              </p:cNvPr>
              <p:cNvSpPr/>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4" name="Freeform: Shape 213">
                <a:extLst>
                  <a:ext uri="{FF2B5EF4-FFF2-40B4-BE49-F238E27FC236}">
                    <a16:creationId xmlns:a16="http://schemas.microsoft.com/office/drawing/2014/main" id="{15FC6F33-B59A-4CCB-A310-45A01574AAD8}"/>
                  </a:ext>
                </a:extLst>
              </p:cNvPr>
              <p:cNvSpPr/>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5" name="Freeform: Shape 214">
                <a:extLst>
                  <a:ext uri="{FF2B5EF4-FFF2-40B4-BE49-F238E27FC236}">
                    <a16:creationId xmlns:a16="http://schemas.microsoft.com/office/drawing/2014/main" id="{58C7C55E-C35B-401E-9068-C22F2EE68C87}"/>
                  </a:ext>
                </a:extLst>
              </p:cNvPr>
              <p:cNvSpPr/>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6" name="Freeform: Shape 215">
                <a:extLst>
                  <a:ext uri="{FF2B5EF4-FFF2-40B4-BE49-F238E27FC236}">
                    <a16:creationId xmlns:a16="http://schemas.microsoft.com/office/drawing/2014/main" id="{4B71E863-1694-4370-85E9-A4DC7C544C30}"/>
                  </a:ext>
                </a:extLst>
              </p:cNvPr>
              <p:cNvSpPr/>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7" name="Freeform: Shape 216">
                <a:extLst>
                  <a:ext uri="{FF2B5EF4-FFF2-40B4-BE49-F238E27FC236}">
                    <a16:creationId xmlns:a16="http://schemas.microsoft.com/office/drawing/2014/main" id="{B6F72D1A-6378-49EA-83B7-3EF500030604}"/>
                  </a:ext>
                </a:extLst>
              </p:cNvPr>
              <p:cNvSpPr/>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8" name="Freeform: Shape 217">
                <a:extLst>
                  <a:ext uri="{FF2B5EF4-FFF2-40B4-BE49-F238E27FC236}">
                    <a16:creationId xmlns:a16="http://schemas.microsoft.com/office/drawing/2014/main" id="{7D8F79E4-2781-44A0-A4FB-9F34DDD998C9}"/>
                  </a:ext>
                </a:extLst>
              </p:cNvPr>
              <p:cNvSpPr/>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9" name="Freeform: Shape 218">
                <a:extLst>
                  <a:ext uri="{FF2B5EF4-FFF2-40B4-BE49-F238E27FC236}">
                    <a16:creationId xmlns:a16="http://schemas.microsoft.com/office/drawing/2014/main" id="{112401E9-7F6C-44FD-BFDB-6AB513E34F13}"/>
                  </a:ext>
                </a:extLst>
              </p:cNvPr>
              <p:cNvSpPr/>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0" name="Freeform: Shape 219">
                <a:extLst>
                  <a:ext uri="{FF2B5EF4-FFF2-40B4-BE49-F238E27FC236}">
                    <a16:creationId xmlns:a16="http://schemas.microsoft.com/office/drawing/2014/main" id="{70EF4569-106C-4743-8A96-58E8F8914E44}"/>
                  </a:ext>
                </a:extLst>
              </p:cNvPr>
              <p:cNvSpPr/>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1" name="Freeform: Shape 220">
                <a:extLst>
                  <a:ext uri="{FF2B5EF4-FFF2-40B4-BE49-F238E27FC236}">
                    <a16:creationId xmlns:a16="http://schemas.microsoft.com/office/drawing/2014/main" id="{A8672656-3AB6-45FA-9178-6EEA584AC60F}"/>
                  </a:ext>
                </a:extLst>
              </p:cNvPr>
              <p:cNvSpPr/>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2" name="Freeform: Shape 221">
                <a:extLst>
                  <a:ext uri="{FF2B5EF4-FFF2-40B4-BE49-F238E27FC236}">
                    <a16:creationId xmlns:a16="http://schemas.microsoft.com/office/drawing/2014/main" id="{3BE34346-DF8F-40ED-9960-375A6B408972}"/>
                  </a:ext>
                </a:extLst>
              </p:cNvPr>
              <p:cNvSpPr/>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3" name="Freeform: Shape 222">
                <a:extLst>
                  <a:ext uri="{FF2B5EF4-FFF2-40B4-BE49-F238E27FC236}">
                    <a16:creationId xmlns:a16="http://schemas.microsoft.com/office/drawing/2014/main" id="{D2F41219-5DFE-4991-8A7E-D81EC1C2B5EE}"/>
                  </a:ext>
                </a:extLst>
              </p:cNvPr>
              <p:cNvSpPr/>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4" name="Freeform: Shape 223">
                <a:extLst>
                  <a:ext uri="{FF2B5EF4-FFF2-40B4-BE49-F238E27FC236}">
                    <a16:creationId xmlns:a16="http://schemas.microsoft.com/office/drawing/2014/main" id="{631B6AB5-7C4A-4437-A6BF-C6A236896589}"/>
                  </a:ext>
                </a:extLst>
              </p:cNvPr>
              <p:cNvSpPr/>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5" name="Freeform: Shape 224">
                <a:extLst>
                  <a:ext uri="{FF2B5EF4-FFF2-40B4-BE49-F238E27FC236}">
                    <a16:creationId xmlns:a16="http://schemas.microsoft.com/office/drawing/2014/main" id="{897203B5-EF0D-4F4C-A4B6-B5582F7D6A7E}"/>
                  </a:ext>
                </a:extLst>
              </p:cNvPr>
              <p:cNvSpPr/>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6" name="Freeform: Shape 225">
                <a:extLst>
                  <a:ext uri="{FF2B5EF4-FFF2-40B4-BE49-F238E27FC236}">
                    <a16:creationId xmlns:a16="http://schemas.microsoft.com/office/drawing/2014/main" id="{F7733105-9EB9-4EF2-8F40-6AD21A844C7D}"/>
                  </a:ext>
                </a:extLst>
              </p:cNvPr>
              <p:cNvSpPr/>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7" name="Freeform: Shape 226">
                <a:extLst>
                  <a:ext uri="{FF2B5EF4-FFF2-40B4-BE49-F238E27FC236}">
                    <a16:creationId xmlns:a16="http://schemas.microsoft.com/office/drawing/2014/main" id="{E63EBB4B-F5A7-4554-A0C3-AED6ACAE8C3F}"/>
                  </a:ext>
                </a:extLst>
              </p:cNvPr>
              <p:cNvSpPr/>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8" name="Freeform: Shape 227">
                <a:extLst>
                  <a:ext uri="{FF2B5EF4-FFF2-40B4-BE49-F238E27FC236}">
                    <a16:creationId xmlns:a16="http://schemas.microsoft.com/office/drawing/2014/main" id="{CCC74397-5624-4735-BE79-E16C6A12912A}"/>
                  </a:ext>
                </a:extLst>
              </p:cNvPr>
              <p:cNvSpPr/>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9" name="Freeform: Shape 228">
                <a:extLst>
                  <a:ext uri="{FF2B5EF4-FFF2-40B4-BE49-F238E27FC236}">
                    <a16:creationId xmlns:a16="http://schemas.microsoft.com/office/drawing/2014/main" id="{A9A30123-68A7-4CAF-ACA1-E089D30CE5F5}"/>
                  </a:ext>
                </a:extLst>
              </p:cNvPr>
              <p:cNvSpPr/>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0" name="Freeform: Shape 229">
                <a:extLst>
                  <a:ext uri="{FF2B5EF4-FFF2-40B4-BE49-F238E27FC236}">
                    <a16:creationId xmlns:a16="http://schemas.microsoft.com/office/drawing/2014/main" id="{341E089E-6C28-47B4-8F8D-DC7B2964BFDE}"/>
                  </a:ext>
                </a:extLst>
              </p:cNvPr>
              <p:cNvSpPr/>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1" name="Freeform: Shape 230">
                <a:extLst>
                  <a:ext uri="{FF2B5EF4-FFF2-40B4-BE49-F238E27FC236}">
                    <a16:creationId xmlns:a16="http://schemas.microsoft.com/office/drawing/2014/main" id="{60C3E376-3FA2-4F28-8E26-5126E54F2D37}"/>
                  </a:ext>
                </a:extLst>
              </p:cNvPr>
              <p:cNvSpPr/>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2" name="Freeform: Shape 231">
                <a:extLst>
                  <a:ext uri="{FF2B5EF4-FFF2-40B4-BE49-F238E27FC236}">
                    <a16:creationId xmlns:a16="http://schemas.microsoft.com/office/drawing/2014/main" id="{4452E443-8362-453F-8594-E2C5D05D3398}"/>
                  </a:ext>
                </a:extLst>
              </p:cNvPr>
              <p:cNvSpPr/>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3" name="Freeform: Shape 232">
                <a:extLst>
                  <a:ext uri="{FF2B5EF4-FFF2-40B4-BE49-F238E27FC236}">
                    <a16:creationId xmlns:a16="http://schemas.microsoft.com/office/drawing/2014/main" id="{C2043C4D-27CC-45D6-9A62-966A77DD5812}"/>
                  </a:ext>
                </a:extLst>
              </p:cNvPr>
              <p:cNvSpPr/>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4" name="Freeform: Shape 233">
                <a:extLst>
                  <a:ext uri="{FF2B5EF4-FFF2-40B4-BE49-F238E27FC236}">
                    <a16:creationId xmlns:a16="http://schemas.microsoft.com/office/drawing/2014/main" id="{F2D98196-D099-495E-A828-A073967D67FB}"/>
                  </a:ext>
                </a:extLst>
              </p:cNvPr>
              <p:cNvSpPr/>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5" name="Freeform: Shape 234">
                <a:extLst>
                  <a:ext uri="{FF2B5EF4-FFF2-40B4-BE49-F238E27FC236}">
                    <a16:creationId xmlns:a16="http://schemas.microsoft.com/office/drawing/2014/main" id="{68586E33-BCEF-4B0E-95AC-B1E8EA25C65D}"/>
                  </a:ext>
                </a:extLst>
              </p:cNvPr>
              <p:cNvSpPr/>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6" name="Freeform: Shape 235">
                <a:extLst>
                  <a:ext uri="{FF2B5EF4-FFF2-40B4-BE49-F238E27FC236}">
                    <a16:creationId xmlns:a16="http://schemas.microsoft.com/office/drawing/2014/main" id="{D088D3EB-C95E-441B-8F56-F04DDB19F1B6}"/>
                  </a:ext>
                </a:extLst>
              </p:cNvPr>
              <p:cNvSpPr/>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7" name="Freeform: Shape 236">
                <a:extLst>
                  <a:ext uri="{FF2B5EF4-FFF2-40B4-BE49-F238E27FC236}">
                    <a16:creationId xmlns:a16="http://schemas.microsoft.com/office/drawing/2014/main" id="{635A3D28-BCDB-445F-800B-8DE8585F6A30}"/>
                  </a:ext>
                </a:extLst>
              </p:cNvPr>
              <p:cNvSpPr/>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8" name="Freeform: Shape 237">
                <a:extLst>
                  <a:ext uri="{FF2B5EF4-FFF2-40B4-BE49-F238E27FC236}">
                    <a16:creationId xmlns:a16="http://schemas.microsoft.com/office/drawing/2014/main" id="{49C1D7F6-B9CD-46FF-9058-CD4E3DC2EC5C}"/>
                  </a:ext>
                </a:extLst>
              </p:cNvPr>
              <p:cNvSpPr/>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9" name="Freeform: Shape 238">
                <a:extLst>
                  <a:ext uri="{FF2B5EF4-FFF2-40B4-BE49-F238E27FC236}">
                    <a16:creationId xmlns:a16="http://schemas.microsoft.com/office/drawing/2014/main" id="{9942B8B8-7819-434C-902E-8BF793967CF2}"/>
                  </a:ext>
                </a:extLst>
              </p:cNvPr>
              <p:cNvSpPr/>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0" name="Freeform: Shape 239">
                <a:extLst>
                  <a:ext uri="{FF2B5EF4-FFF2-40B4-BE49-F238E27FC236}">
                    <a16:creationId xmlns:a16="http://schemas.microsoft.com/office/drawing/2014/main" id="{CDF6FF28-FCCB-4FD3-B5EC-8F9E3F4A1F0B}"/>
                  </a:ext>
                </a:extLst>
              </p:cNvPr>
              <p:cNvSpPr/>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1" name="Freeform: Shape 240">
                <a:extLst>
                  <a:ext uri="{FF2B5EF4-FFF2-40B4-BE49-F238E27FC236}">
                    <a16:creationId xmlns:a16="http://schemas.microsoft.com/office/drawing/2014/main" id="{36634934-EC58-49CF-8AF5-0D1AD757663A}"/>
                  </a:ext>
                </a:extLst>
              </p:cNvPr>
              <p:cNvSpPr/>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2" name="Freeform: Shape 241">
                <a:extLst>
                  <a:ext uri="{FF2B5EF4-FFF2-40B4-BE49-F238E27FC236}">
                    <a16:creationId xmlns:a16="http://schemas.microsoft.com/office/drawing/2014/main" id="{2A938075-EEBB-426F-AAEF-8DB877F1BF9F}"/>
                  </a:ext>
                </a:extLst>
              </p:cNvPr>
              <p:cNvSpPr/>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3" name="Freeform: Shape 242">
                <a:extLst>
                  <a:ext uri="{FF2B5EF4-FFF2-40B4-BE49-F238E27FC236}">
                    <a16:creationId xmlns:a16="http://schemas.microsoft.com/office/drawing/2014/main" id="{9CF2395A-C8FA-4CE0-BADE-AD9620DCAC97}"/>
                  </a:ext>
                </a:extLst>
              </p:cNvPr>
              <p:cNvSpPr/>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4" name="Freeform: Shape 243">
                <a:extLst>
                  <a:ext uri="{FF2B5EF4-FFF2-40B4-BE49-F238E27FC236}">
                    <a16:creationId xmlns:a16="http://schemas.microsoft.com/office/drawing/2014/main" id="{724C8CBB-AE30-4BDE-9609-6AD9DC4F1A8E}"/>
                  </a:ext>
                </a:extLst>
              </p:cNvPr>
              <p:cNvSpPr/>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5" name="Freeform: Shape 244">
                <a:extLst>
                  <a:ext uri="{FF2B5EF4-FFF2-40B4-BE49-F238E27FC236}">
                    <a16:creationId xmlns:a16="http://schemas.microsoft.com/office/drawing/2014/main" id="{75077D00-21A4-4EA4-A836-2E6F377DC283}"/>
                  </a:ext>
                </a:extLst>
              </p:cNvPr>
              <p:cNvSpPr/>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6" name="Freeform: Shape 245">
                <a:extLst>
                  <a:ext uri="{FF2B5EF4-FFF2-40B4-BE49-F238E27FC236}">
                    <a16:creationId xmlns:a16="http://schemas.microsoft.com/office/drawing/2014/main" id="{BFE1D84B-3E9B-4355-AB70-29BD0813469B}"/>
                  </a:ext>
                </a:extLst>
              </p:cNvPr>
              <p:cNvSpPr/>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7" name="Freeform: Shape 246">
                <a:extLst>
                  <a:ext uri="{FF2B5EF4-FFF2-40B4-BE49-F238E27FC236}">
                    <a16:creationId xmlns:a16="http://schemas.microsoft.com/office/drawing/2014/main" id="{7E91096F-72A7-40D5-8D94-E473A526218C}"/>
                  </a:ext>
                </a:extLst>
              </p:cNvPr>
              <p:cNvSpPr/>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8" name="Freeform: Shape 247">
                <a:extLst>
                  <a:ext uri="{FF2B5EF4-FFF2-40B4-BE49-F238E27FC236}">
                    <a16:creationId xmlns:a16="http://schemas.microsoft.com/office/drawing/2014/main" id="{0EB75445-3187-4401-86FD-A85FA620C85F}"/>
                  </a:ext>
                </a:extLst>
              </p:cNvPr>
              <p:cNvSpPr/>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9" name="Freeform: Shape 248">
                <a:extLst>
                  <a:ext uri="{FF2B5EF4-FFF2-40B4-BE49-F238E27FC236}">
                    <a16:creationId xmlns:a16="http://schemas.microsoft.com/office/drawing/2014/main" id="{1D95CA2E-E941-4D26-B91B-7CDAE8112AC0}"/>
                  </a:ext>
                </a:extLst>
              </p:cNvPr>
              <p:cNvSpPr/>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0" name="Freeform: Shape 249">
                <a:extLst>
                  <a:ext uri="{FF2B5EF4-FFF2-40B4-BE49-F238E27FC236}">
                    <a16:creationId xmlns:a16="http://schemas.microsoft.com/office/drawing/2014/main" id="{8A8CFFAC-749B-484A-8C17-634131D9C095}"/>
                  </a:ext>
                </a:extLst>
              </p:cNvPr>
              <p:cNvSpPr/>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1" name="Freeform: Shape 250">
                <a:extLst>
                  <a:ext uri="{FF2B5EF4-FFF2-40B4-BE49-F238E27FC236}">
                    <a16:creationId xmlns:a16="http://schemas.microsoft.com/office/drawing/2014/main" id="{3125F4A7-EAFB-49D2-848F-8D0C044BE27B}"/>
                  </a:ext>
                </a:extLst>
              </p:cNvPr>
              <p:cNvSpPr/>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2" name="Freeform: Shape 251">
                <a:extLst>
                  <a:ext uri="{FF2B5EF4-FFF2-40B4-BE49-F238E27FC236}">
                    <a16:creationId xmlns:a16="http://schemas.microsoft.com/office/drawing/2014/main" id="{B9B9B3BB-4B8E-4C75-96EA-4C2048C6F232}"/>
                  </a:ext>
                </a:extLst>
              </p:cNvPr>
              <p:cNvSpPr/>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3" name="Freeform: Shape 252">
                <a:extLst>
                  <a:ext uri="{FF2B5EF4-FFF2-40B4-BE49-F238E27FC236}">
                    <a16:creationId xmlns:a16="http://schemas.microsoft.com/office/drawing/2014/main" id="{9017FF82-4E07-4642-AD9E-BB96D42BD639}"/>
                  </a:ext>
                </a:extLst>
              </p:cNvPr>
              <p:cNvSpPr/>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4" name="Freeform: Shape 253">
                <a:extLst>
                  <a:ext uri="{FF2B5EF4-FFF2-40B4-BE49-F238E27FC236}">
                    <a16:creationId xmlns:a16="http://schemas.microsoft.com/office/drawing/2014/main" id="{6B1971AE-14DC-4045-882C-6B2E0CE3B16B}"/>
                  </a:ext>
                </a:extLst>
              </p:cNvPr>
              <p:cNvSpPr/>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5" name="Freeform: Shape 254">
                <a:extLst>
                  <a:ext uri="{FF2B5EF4-FFF2-40B4-BE49-F238E27FC236}">
                    <a16:creationId xmlns:a16="http://schemas.microsoft.com/office/drawing/2014/main" id="{AA8CD457-0651-4ECC-81C7-C21EE779EDDA}"/>
                  </a:ext>
                </a:extLst>
              </p:cNvPr>
              <p:cNvSpPr/>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6" name="Freeform: Shape 255">
                <a:extLst>
                  <a:ext uri="{FF2B5EF4-FFF2-40B4-BE49-F238E27FC236}">
                    <a16:creationId xmlns:a16="http://schemas.microsoft.com/office/drawing/2014/main" id="{65833210-69A5-47FF-8EA9-99D9E28B8D6D}"/>
                  </a:ext>
                </a:extLst>
              </p:cNvPr>
              <p:cNvSpPr/>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7" name="Freeform: Shape 256">
                <a:extLst>
                  <a:ext uri="{FF2B5EF4-FFF2-40B4-BE49-F238E27FC236}">
                    <a16:creationId xmlns:a16="http://schemas.microsoft.com/office/drawing/2014/main" id="{C04C7A32-9FAA-4F63-9C56-4924343522E5}"/>
                  </a:ext>
                </a:extLst>
              </p:cNvPr>
              <p:cNvSpPr/>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8" name="Freeform: Shape 257">
                <a:extLst>
                  <a:ext uri="{FF2B5EF4-FFF2-40B4-BE49-F238E27FC236}">
                    <a16:creationId xmlns:a16="http://schemas.microsoft.com/office/drawing/2014/main" id="{49DC777D-C77C-4470-B4AF-C884887B0C9C}"/>
                  </a:ext>
                </a:extLst>
              </p:cNvPr>
              <p:cNvSpPr/>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9" name="Freeform: Shape 258">
                <a:extLst>
                  <a:ext uri="{FF2B5EF4-FFF2-40B4-BE49-F238E27FC236}">
                    <a16:creationId xmlns:a16="http://schemas.microsoft.com/office/drawing/2014/main" id="{158BF1D0-C876-400E-A139-5CE34D9B7581}"/>
                  </a:ext>
                </a:extLst>
              </p:cNvPr>
              <p:cNvSpPr/>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0" name="Freeform: Shape 259">
                <a:extLst>
                  <a:ext uri="{FF2B5EF4-FFF2-40B4-BE49-F238E27FC236}">
                    <a16:creationId xmlns:a16="http://schemas.microsoft.com/office/drawing/2014/main" id="{12B92D7A-51EB-488C-8B4A-2DA48105CA0C}"/>
                  </a:ext>
                </a:extLst>
              </p:cNvPr>
              <p:cNvSpPr/>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1" name="Freeform: Shape 260">
                <a:extLst>
                  <a:ext uri="{FF2B5EF4-FFF2-40B4-BE49-F238E27FC236}">
                    <a16:creationId xmlns:a16="http://schemas.microsoft.com/office/drawing/2014/main" id="{36F35362-EC6C-4B99-8EA0-B2E5F7E57544}"/>
                  </a:ext>
                </a:extLst>
              </p:cNvPr>
              <p:cNvSpPr/>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2" name="Freeform: Shape 261">
                <a:extLst>
                  <a:ext uri="{FF2B5EF4-FFF2-40B4-BE49-F238E27FC236}">
                    <a16:creationId xmlns:a16="http://schemas.microsoft.com/office/drawing/2014/main" id="{E198CDFA-E8E4-4AB8-8152-70D0A9901701}"/>
                  </a:ext>
                </a:extLst>
              </p:cNvPr>
              <p:cNvSpPr/>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3" name="Freeform: Shape 262">
                <a:extLst>
                  <a:ext uri="{FF2B5EF4-FFF2-40B4-BE49-F238E27FC236}">
                    <a16:creationId xmlns:a16="http://schemas.microsoft.com/office/drawing/2014/main" id="{0A6E867E-E4D5-4962-B1E3-40C1EBAD4540}"/>
                  </a:ext>
                </a:extLst>
              </p:cNvPr>
              <p:cNvSpPr/>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4" name="Freeform: Shape 263">
                <a:extLst>
                  <a:ext uri="{FF2B5EF4-FFF2-40B4-BE49-F238E27FC236}">
                    <a16:creationId xmlns:a16="http://schemas.microsoft.com/office/drawing/2014/main" id="{80E476FD-96DE-446C-867F-9D329645237F}"/>
                  </a:ext>
                </a:extLst>
              </p:cNvPr>
              <p:cNvSpPr/>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5" name="Freeform: Shape 264">
                <a:extLst>
                  <a:ext uri="{FF2B5EF4-FFF2-40B4-BE49-F238E27FC236}">
                    <a16:creationId xmlns:a16="http://schemas.microsoft.com/office/drawing/2014/main" id="{2A4B1DEE-9DE5-44FA-999C-35FC48FFD87B}"/>
                  </a:ext>
                </a:extLst>
              </p:cNvPr>
              <p:cNvSpPr/>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6" name="Freeform: Shape 265">
                <a:extLst>
                  <a:ext uri="{FF2B5EF4-FFF2-40B4-BE49-F238E27FC236}">
                    <a16:creationId xmlns:a16="http://schemas.microsoft.com/office/drawing/2014/main" id="{B0466F5E-3E96-4F81-8A0D-03BE09971D09}"/>
                  </a:ext>
                </a:extLst>
              </p:cNvPr>
              <p:cNvSpPr/>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7" name="Freeform: Shape 266">
                <a:extLst>
                  <a:ext uri="{FF2B5EF4-FFF2-40B4-BE49-F238E27FC236}">
                    <a16:creationId xmlns:a16="http://schemas.microsoft.com/office/drawing/2014/main" id="{7F10273E-D499-4A93-806B-29552CFEAB94}"/>
                  </a:ext>
                </a:extLst>
              </p:cNvPr>
              <p:cNvSpPr/>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8" name="Freeform: Shape 267">
                <a:extLst>
                  <a:ext uri="{FF2B5EF4-FFF2-40B4-BE49-F238E27FC236}">
                    <a16:creationId xmlns:a16="http://schemas.microsoft.com/office/drawing/2014/main" id="{9F109E66-58F5-49F9-A8FA-C2C6B9D3314D}"/>
                  </a:ext>
                </a:extLst>
              </p:cNvPr>
              <p:cNvSpPr/>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9" name="Freeform: Shape 268">
                <a:extLst>
                  <a:ext uri="{FF2B5EF4-FFF2-40B4-BE49-F238E27FC236}">
                    <a16:creationId xmlns:a16="http://schemas.microsoft.com/office/drawing/2014/main" id="{BEFEAFE3-481D-4BD8-8E0E-FD2D65147594}"/>
                  </a:ext>
                </a:extLst>
              </p:cNvPr>
              <p:cNvSpPr/>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0" name="Freeform: Shape 269">
                <a:extLst>
                  <a:ext uri="{FF2B5EF4-FFF2-40B4-BE49-F238E27FC236}">
                    <a16:creationId xmlns:a16="http://schemas.microsoft.com/office/drawing/2014/main" id="{4D9F94D2-04D5-4055-ABB3-12E2D54D9168}"/>
                  </a:ext>
                </a:extLst>
              </p:cNvPr>
              <p:cNvSpPr/>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1" name="Freeform: Shape 270">
                <a:extLst>
                  <a:ext uri="{FF2B5EF4-FFF2-40B4-BE49-F238E27FC236}">
                    <a16:creationId xmlns:a16="http://schemas.microsoft.com/office/drawing/2014/main" id="{8DF12218-DA8B-4C9D-AC25-6E4EB9E5157A}"/>
                  </a:ext>
                </a:extLst>
              </p:cNvPr>
              <p:cNvSpPr/>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2" name="Freeform: Shape 271">
                <a:extLst>
                  <a:ext uri="{FF2B5EF4-FFF2-40B4-BE49-F238E27FC236}">
                    <a16:creationId xmlns:a16="http://schemas.microsoft.com/office/drawing/2014/main" id="{0EBFC3D4-98BB-45EA-B787-42AD1392C199}"/>
                  </a:ext>
                </a:extLst>
              </p:cNvPr>
              <p:cNvSpPr/>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3" name="Freeform: Shape 272">
                <a:extLst>
                  <a:ext uri="{FF2B5EF4-FFF2-40B4-BE49-F238E27FC236}">
                    <a16:creationId xmlns:a16="http://schemas.microsoft.com/office/drawing/2014/main" id="{B012490F-C6CB-4B2B-ACEE-164410E430AA}"/>
                  </a:ext>
                </a:extLst>
              </p:cNvPr>
              <p:cNvSpPr/>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4" name="Freeform: Shape 273">
                <a:extLst>
                  <a:ext uri="{FF2B5EF4-FFF2-40B4-BE49-F238E27FC236}">
                    <a16:creationId xmlns:a16="http://schemas.microsoft.com/office/drawing/2014/main" id="{C8A0CEBF-7017-4AE8-B110-4FB98A0931A1}"/>
                  </a:ext>
                </a:extLst>
              </p:cNvPr>
              <p:cNvSpPr/>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5" name="Freeform: Shape 274">
                <a:extLst>
                  <a:ext uri="{FF2B5EF4-FFF2-40B4-BE49-F238E27FC236}">
                    <a16:creationId xmlns:a16="http://schemas.microsoft.com/office/drawing/2014/main" id="{BFB90B3C-B2E2-41FC-852F-20935BD58D3F}"/>
                  </a:ext>
                </a:extLst>
              </p:cNvPr>
              <p:cNvSpPr/>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6" name="Freeform: Shape 275">
                <a:extLst>
                  <a:ext uri="{FF2B5EF4-FFF2-40B4-BE49-F238E27FC236}">
                    <a16:creationId xmlns:a16="http://schemas.microsoft.com/office/drawing/2014/main" id="{AD216D02-05DA-4573-8119-B89DD39D163C}"/>
                  </a:ext>
                </a:extLst>
              </p:cNvPr>
              <p:cNvSpPr/>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7" name="Freeform: Shape 276">
                <a:extLst>
                  <a:ext uri="{FF2B5EF4-FFF2-40B4-BE49-F238E27FC236}">
                    <a16:creationId xmlns:a16="http://schemas.microsoft.com/office/drawing/2014/main" id="{4AD95CA3-812D-4706-A483-37C60CEFCF96}"/>
                  </a:ext>
                </a:extLst>
              </p:cNvPr>
              <p:cNvSpPr/>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8" name="Freeform: Shape 277">
                <a:extLst>
                  <a:ext uri="{FF2B5EF4-FFF2-40B4-BE49-F238E27FC236}">
                    <a16:creationId xmlns:a16="http://schemas.microsoft.com/office/drawing/2014/main" id="{ED7350CE-E616-42AC-8E07-41E9A7A07CA9}"/>
                  </a:ext>
                </a:extLst>
              </p:cNvPr>
              <p:cNvSpPr/>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9" name="Freeform: Shape 278">
                <a:extLst>
                  <a:ext uri="{FF2B5EF4-FFF2-40B4-BE49-F238E27FC236}">
                    <a16:creationId xmlns:a16="http://schemas.microsoft.com/office/drawing/2014/main" id="{87A359AE-1FD7-4EC0-9759-55B2173A6EFD}"/>
                  </a:ext>
                </a:extLst>
              </p:cNvPr>
              <p:cNvSpPr/>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0" name="Freeform: Shape 279">
                <a:extLst>
                  <a:ext uri="{FF2B5EF4-FFF2-40B4-BE49-F238E27FC236}">
                    <a16:creationId xmlns:a16="http://schemas.microsoft.com/office/drawing/2014/main" id="{97A88E14-719D-4D47-A0A1-80D6780E8EED}"/>
                  </a:ext>
                </a:extLst>
              </p:cNvPr>
              <p:cNvSpPr/>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1" name="Freeform: Shape 280">
                <a:extLst>
                  <a:ext uri="{FF2B5EF4-FFF2-40B4-BE49-F238E27FC236}">
                    <a16:creationId xmlns:a16="http://schemas.microsoft.com/office/drawing/2014/main" id="{D16E2313-CE29-4A31-AC81-790178F4746A}"/>
                  </a:ext>
                </a:extLst>
              </p:cNvPr>
              <p:cNvSpPr/>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2" name="Freeform: Shape 281">
                <a:extLst>
                  <a:ext uri="{FF2B5EF4-FFF2-40B4-BE49-F238E27FC236}">
                    <a16:creationId xmlns:a16="http://schemas.microsoft.com/office/drawing/2014/main" id="{1D1C4F29-D833-4964-B939-3B727AE1EA41}"/>
                  </a:ext>
                </a:extLst>
              </p:cNvPr>
              <p:cNvSpPr/>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3" name="Freeform: Shape 282">
                <a:extLst>
                  <a:ext uri="{FF2B5EF4-FFF2-40B4-BE49-F238E27FC236}">
                    <a16:creationId xmlns:a16="http://schemas.microsoft.com/office/drawing/2014/main" id="{4AAC2964-5640-4A4F-AF95-C44533263206}"/>
                  </a:ext>
                </a:extLst>
              </p:cNvPr>
              <p:cNvSpPr/>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4" name="Freeform: Shape 283">
                <a:extLst>
                  <a:ext uri="{FF2B5EF4-FFF2-40B4-BE49-F238E27FC236}">
                    <a16:creationId xmlns:a16="http://schemas.microsoft.com/office/drawing/2014/main" id="{234E3EAE-3024-4122-B3C9-D19EF89411B2}"/>
                  </a:ext>
                </a:extLst>
              </p:cNvPr>
              <p:cNvSpPr/>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5" name="Freeform: Shape 284">
                <a:extLst>
                  <a:ext uri="{FF2B5EF4-FFF2-40B4-BE49-F238E27FC236}">
                    <a16:creationId xmlns:a16="http://schemas.microsoft.com/office/drawing/2014/main" id="{28FD952A-B49E-4AFD-BE46-A826C893BA2B}"/>
                  </a:ext>
                </a:extLst>
              </p:cNvPr>
              <p:cNvSpPr/>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6" name="Freeform: Shape 285">
                <a:extLst>
                  <a:ext uri="{FF2B5EF4-FFF2-40B4-BE49-F238E27FC236}">
                    <a16:creationId xmlns:a16="http://schemas.microsoft.com/office/drawing/2014/main" id="{A8F11D09-106F-4800-8537-1511F52735A8}"/>
                  </a:ext>
                </a:extLst>
              </p:cNvPr>
              <p:cNvSpPr/>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7" name="Freeform: Shape 286">
                <a:extLst>
                  <a:ext uri="{FF2B5EF4-FFF2-40B4-BE49-F238E27FC236}">
                    <a16:creationId xmlns:a16="http://schemas.microsoft.com/office/drawing/2014/main" id="{628B2A9C-BF81-4C2A-A82F-094822D91962}"/>
                  </a:ext>
                </a:extLst>
              </p:cNvPr>
              <p:cNvSpPr/>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8" name="Freeform: Shape 287">
                <a:extLst>
                  <a:ext uri="{FF2B5EF4-FFF2-40B4-BE49-F238E27FC236}">
                    <a16:creationId xmlns:a16="http://schemas.microsoft.com/office/drawing/2014/main" id="{67DB4930-228B-47AF-AAF7-1BF8F1B48A13}"/>
                  </a:ext>
                </a:extLst>
              </p:cNvPr>
              <p:cNvSpPr/>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9" name="Freeform: Shape 288">
                <a:extLst>
                  <a:ext uri="{FF2B5EF4-FFF2-40B4-BE49-F238E27FC236}">
                    <a16:creationId xmlns:a16="http://schemas.microsoft.com/office/drawing/2014/main" id="{5C000D14-C33C-4ABC-8859-916548DDFFB4}"/>
                  </a:ext>
                </a:extLst>
              </p:cNvPr>
              <p:cNvSpPr/>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0" name="Freeform: Shape 289">
                <a:extLst>
                  <a:ext uri="{FF2B5EF4-FFF2-40B4-BE49-F238E27FC236}">
                    <a16:creationId xmlns:a16="http://schemas.microsoft.com/office/drawing/2014/main" id="{EFD3C8C8-BB59-449C-B55E-01F014FF2BD1}"/>
                  </a:ext>
                </a:extLst>
              </p:cNvPr>
              <p:cNvSpPr/>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1" name="Freeform: Shape 290">
                <a:extLst>
                  <a:ext uri="{FF2B5EF4-FFF2-40B4-BE49-F238E27FC236}">
                    <a16:creationId xmlns:a16="http://schemas.microsoft.com/office/drawing/2014/main" id="{F67091D2-B1F6-4D9C-BE4A-EE3988A464AF}"/>
                  </a:ext>
                </a:extLst>
              </p:cNvPr>
              <p:cNvSpPr/>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2" name="Freeform: Shape 291">
                <a:extLst>
                  <a:ext uri="{FF2B5EF4-FFF2-40B4-BE49-F238E27FC236}">
                    <a16:creationId xmlns:a16="http://schemas.microsoft.com/office/drawing/2014/main" id="{E696DB2D-BF32-49CF-A3D0-B5BCFFFC3A7C}"/>
                  </a:ext>
                </a:extLst>
              </p:cNvPr>
              <p:cNvSpPr/>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3" name="Freeform: Shape 292">
                <a:extLst>
                  <a:ext uri="{FF2B5EF4-FFF2-40B4-BE49-F238E27FC236}">
                    <a16:creationId xmlns:a16="http://schemas.microsoft.com/office/drawing/2014/main" id="{DA9DFC77-4503-4E27-81F8-4EC423EE7F26}"/>
                  </a:ext>
                </a:extLst>
              </p:cNvPr>
              <p:cNvSpPr/>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4" name="Freeform: Shape 293">
                <a:extLst>
                  <a:ext uri="{FF2B5EF4-FFF2-40B4-BE49-F238E27FC236}">
                    <a16:creationId xmlns:a16="http://schemas.microsoft.com/office/drawing/2014/main" id="{C9750606-8257-49A8-BAC6-8AF5245F225F}"/>
                  </a:ext>
                </a:extLst>
              </p:cNvPr>
              <p:cNvSpPr/>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5" name="Freeform: Shape 294">
                <a:extLst>
                  <a:ext uri="{FF2B5EF4-FFF2-40B4-BE49-F238E27FC236}">
                    <a16:creationId xmlns:a16="http://schemas.microsoft.com/office/drawing/2014/main" id="{1FAF9961-6FEB-4F37-AA12-4123C2F348CF}"/>
                  </a:ext>
                </a:extLst>
              </p:cNvPr>
              <p:cNvSpPr/>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6" name="Freeform: Shape 295">
                <a:extLst>
                  <a:ext uri="{FF2B5EF4-FFF2-40B4-BE49-F238E27FC236}">
                    <a16:creationId xmlns:a16="http://schemas.microsoft.com/office/drawing/2014/main" id="{ECEB85EF-07A3-4915-972B-41652BD77A0A}"/>
                  </a:ext>
                </a:extLst>
              </p:cNvPr>
              <p:cNvSpPr/>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7" name="Freeform: Shape 296">
                <a:extLst>
                  <a:ext uri="{FF2B5EF4-FFF2-40B4-BE49-F238E27FC236}">
                    <a16:creationId xmlns:a16="http://schemas.microsoft.com/office/drawing/2014/main" id="{70E3C169-E198-408B-8C0B-6D107638EEA4}"/>
                  </a:ext>
                </a:extLst>
              </p:cNvPr>
              <p:cNvSpPr/>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8" name="Freeform: Shape 297">
                <a:extLst>
                  <a:ext uri="{FF2B5EF4-FFF2-40B4-BE49-F238E27FC236}">
                    <a16:creationId xmlns:a16="http://schemas.microsoft.com/office/drawing/2014/main" id="{F55D2648-69AF-4F06-B4E2-ED7EB64562C0}"/>
                  </a:ext>
                </a:extLst>
              </p:cNvPr>
              <p:cNvSpPr/>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9" name="Freeform: Shape 298">
                <a:extLst>
                  <a:ext uri="{FF2B5EF4-FFF2-40B4-BE49-F238E27FC236}">
                    <a16:creationId xmlns:a16="http://schemas.microsoft.com/office/drawing/2014/main" id="{808EE613-DBD4-40A5-B2FC-FFE52B379596}"/>
                  </a:ext>
                </a:extLst>
              </p:cNvPr>
              <p:cNvSpPr/>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0" name="Freeform: Shape 299">
                <a:extLst>
                  <a:ext uri="{FF2B5EF4-FFF2-40B4-BE49-F238E27FC236}">
                    <a16:creationId xmlns:a16="http://schemas.microsoft.com/office/drawing/2014/main" id="{5CF13D94-C51E-4F0C-93ED-89C74D5967D4}"/>
                  </a:ext>
                </a:extLst>
              </p:cNvPr>
              <p:cNvSpPr/>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1" name="Freeform: Shape 300">
                <a:extLst>
                  <a:ext uri="{FF2B5EF4-FFF2-40B4-BE49-F238E27FC236}">
                    <a16:creationId xmlns:a16="http://schemas.microsoft.com/office/drawing/2014/main" id="{D02372BC-9E3F-430B-9E13-B750B7548287}"/>
                  </a:ext>
                </a:extLst>
              </p:cNvPr>
              <p:cNvSpPr/>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2" name="Freeform: Shape 301">
                <a:extLst>
                  <a:ext uri="{FF2B5EF4-FFF2-40B4-BE49-F238E27FC236}">
                    <a16:creationId xmlns:a16="http://schemas.microsoft.com/office/drawing/2014/main" id="{5CC5A4DF-827D-4F25-A560-89C50AFC96F9}"/>
                  </a:ext>
                </a:extLst>
              </p:cNvPr>
              <p:cNvSpPr/>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3" name="Freeform: Shape 302">
                <a:extLst>
                  <a:ext uri="{FF2B5EF4-FFF2-40B4-BE49-F238E27FC236}">
                    <a16:creationId xmlns:a16="http://schemas.microsoft.com/office/drawing/2014/main" id="{C664ED74-3F99-4CD6-9B08-8C66D3C2384C}"/>
                  </a:ext>
                </a:extLst>
              </p:cNvPr>
              <p:cNvSpPr/>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4" name="Freeform: Shape 303">
                <a:extLst>
                  <a:ext uri="{FF2B5EF4-FFF2-40B4-BE49-F238E27FC236}">
                    <a16:creationId xmlns:a16="http://schemas.microsoft.com/office/drawing/2014/main" id="{A366A050-ABC8-404E-9D19-88C1BFD746AD}"/>
                  </a:ext>
                </a:extLst>
              </p:cNvPr>
              <p:cNvSpPr/>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5" name="Freeform: Shape 304">
                <a:extLst>
                  <a:ext uri="{FF2B5EF4-FFF2-40B4-BE49-F238E27FC236}">
                    <a16:creationId xmlns:a16="http://schemas.microsoft.com/office/drawing/2014/main" id="{E54F9189-EFA8-450C-9A79-2642C2815DC1}"/>
                  </a:ext>
                </a:extLst>
              </p:cNvPr>
              <p:cNvSpPr/>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6" name="Freeform: Shape 305">
                <a:extLst>
                  <a:ext uri="{FF2B5EF4-FFF2-40B4-BE49-F238E27FC236}">
                    <a16:creationId xmlns:a16="http://schemas.microsoft.com/office/drawing/2014/main" id="{83474EF4-3910-4D27-8CE9-6B0571690FB0}"/>
                  </a:ext>
                </a:extLst>
              </p:cNvPr>
              <p:cNvSpPr/>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7" name="Freeform: Shape 306">
                <a:extLst>
                  <a:ext uri="{FF2B5EF4-FFF2-40B4-BE49-F238E27FC236}">
                    <a16:creationId xmlns:a16="http://schemas.microsoft.com/office/drawing/2014/main" id="{07AF992F-ECBF-4DC7-AAD7-C89A905F51C3}"/>
                  </a:ext>
                </a:extLst>
              </p:cNvPr>
              <p:cNvSpPr/>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8" name="Freeform: Shape 307">
                <a:extLst>
                  <a:ext uri="{FF2B5EF4-FFF2-40B4-BE49-F238E27FC236}">
                    <a16:creationId xmlns:a16="http://schemas.microsoft.com/office/drawing/2014/main" id="{8DF44771-0BBE-4ABF-A1A0-4F21168E9496}"/>
                  </a:ext>
                </a:extLst>
              </p:cNvPr>
              <p:cNvSpPr/>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9" name="Freeform: Shape 308">
                <a:extLst>
                  <a:ext uri="{FF2B5EF4-FFF2-40B4-BE49-F238E27FC236}">
                    <a16:creationId xmlns:a16="http://schemas.microsoft.com/office/drawing/2014/main" id="{A83A06AC-4FF7-4E63-8018-3EC97686E21C}"/>
                  </a:ext>
                </a:extLst>
              </p:cNvPr>
              <p:cNvSpPr/>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0" name="Freeform: Shape 309">
                <a:extLst>
                  <a:ext uri="{FF2B5EF4-FFF2-40B4-BE49-F238E27FC236}">
                    <a16:creationId xmlns:a16="http://schemas.microsoft.com/office/drawing/2014/main" id="{CF2D1DA8-92C8-41E9-B8CA-AA39868CBF09}"/>
                  </a:ext>
                </a:extLst>
              </p:cNvPr>
              <p:cNvSpPr/>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1" name="Freeform: Shape 310">
                <a:extLst>
                  <a:ext uri="{FF2B5EF4-FFF2-40B4-BE49-F238E27FC236}">
                    <a16:creationId xmlns:a16="http://schemas.microsoft.com/office/drawing/2014/main" id="{CE7EB8CC-07A4-47A7-928A-8984C4706850}"/>
                  </a:ext>
                </a:extLst>
              </p:cNvPr>
              <p:cNvSpPr/>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2" name="Freeform: Shape 311">
                <a:extLst>
                  <a:ext uri="{FF2B5EF4-FFF2-40B4-BE49-F238E27FC236}">
                    <a16:creationId xmlns:a16="http://schemas.microsoft.com/office/drawing/2014/main" id="{DD8F57F4-0054-4907-A5A4-FEA9B509AD36}"/>
                  </a:ext>
                </a:extLst>
              </p:cNvPr>
              <p:cNvSpPr/>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3" name="Freeform: Shape 312">
                <a:extLst>
                  <a:ext uri="{FF2B5EF4-FFF2-40B4-BE49-F238E27FC236}">
                    <a16:creationId xmlns:a16="http://schemas.microsoft.com/office/drawing/2014/main" id="{60ED5BA9-E036-40AE-A6CC-0DECB39D5A46}"/>
                  </a:ext>
                </a:extLst>
              </p:cNvPr>
              <p:cNvSpPr/>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4" name="Freeform: Shape 313">
                <a:extLst>
                  <a:ext uri="{FF2B5EF4-FFF2-40B4-BE49-F238E27FC236}">
                    <a16:creationId xmlns:a16="http://schemas.microsoft.com/office/drawing/2014/main" id="{0FD10507-E725-4668-A9B2-F1C23A57A161}"/>
                  </a:ext>
                </a:extLst>
              </p:cNvPr>
              <p:cNvSpPr/>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5" name="Freeform: Shape 314">
                <a:extLst>
                  <a:ext uri="{FF2B5EF4-FFF2-40B4-BE49-F238E27FC236}">
                    <a16:creationId xmlns:a16="http://schemas.microsoft.com/office/drawing/2014/main" id="{D1C0A19B-7E91-4068-9AA4-14FA512E22BD}"/>
                  </a:ext>
                </a:extLst>
              </p:cNvPr>
              <p:cNvSpPr/>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6" name="Freeform: Shape 315">
                <a:extLst>
                  <a:ext uri="{FF2B5EF4-FFF2-40B4-BE49-F238E27FC236}">
                    <a16:creationId xmlns:a16="http://schemas.microsoft.com/office/drawing/2014/main" id="{280850D2-6E89-4131-9FB7-A009F965BDEB}"/>
                  </a:ext>
                </a:extLst>
              </p:cNvPr>
              <p:cNvSpPr/>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7" name="Freeform: Shape 316">
                <a:extLst>
                  <a:ext uri="{FF2B5EF4-FFF2-40B4-BE49-F238E27FC236}">
                    <a16:creationId xmlns:a16="http://schemas.microsoft.com/office/drawing/2014/main" id="{9FE1F233-525B-490D-92CE-E84B86136916}"/>
                  </a:ext>
                </a:extLst>
              </p:cNvPr>
              <p:cNvSpPr/>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8" name="Freeform: Shape 317">
                <a:extLst>
                  <a:ext uri="{FF2B5EF4-FFF2-40B4-BE49-F238E27FC236}">
                    <a16:creationId xmlns:a16="http://schemas.microsoft.com/office/drawing/2014/main" id="{7181D01C-96B5-44C1-A386-30CE0F738E0D}"/>
                  </a:ext>
                </a:extLst>
              </p:cNvPr>
              <p:cNvSpPr/>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9" name="Freeform: Shape 318">
                <a:extLst>
                  <a:ext uri="{FF2B5EF4-FFF2-40B4-BE49-F238E27FC236}">
                    <a16:creationId xmlns:a16="http://schemas.microsoft.com/office/drawing/2014/main" id="{E2B633A1-C30D-4403-AC8F-43AC6B9B7EA1}"/>
                  </a:ext>
                </a:extLst>
              </p:cNvPr>
              <p:cNvSpPr/>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0" name="Freeform: Shape 319">
                <a:extLst>
                  <a:ext uri="{FF2B5EF4-FFF2-40B4-BE49-F238E27FC236}">
                    <a16:creationId xmlns:a16="http://schemas.microsoft.com/office/drawing/2014/main" id="{6A8ADFAF-7B99-4AF5-8AD0-6F6396B1E2AC}"/>
                  </a:ext>
                </a:extLst>
              </p:cNvPr>
              <p:cNvSpPr/>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1" name="Freeform: Shape 320">
                <a:extLst>
                  <a:ext uri="{FF2B5EF4-FFF2-40B4-BE49-F238E27FC236}">
                    <a16:creationId xmlns:a16="http://schemas.microsoft.com/office/drawing/2014/main" id="{BF24EED6-9FF6-4D3B-B888-7C128BA748FD}"/>
                  </a:ext>
                </a:extLst>
              </p:cNvPr>
              <p:cNvSpPr/>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2" name="Freeform: Shape 321">
                <a:extLst>
                  <a:ext uri="{FF2B5EF4-FFF2-40B4-BE49-F238E27FC236}">
                    <a16:creationId xmlns:a16="http://schemas.microsoft.com/office/drawing/2014/main" id="{6120BD91-6B39-4427-90EE-7F3AA46700A4}"/>
                  </a:ext>
                </a:extLst>
              </p:cNvPr>
              <p:cNvSpPr/>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3" name="Freeform: Shape 322">
                <a:extLst>
                  <a:ext uri="{FF2B5EF4-FFF2-40B4-BE49-F238E27FC236}">
                    <a16:creationId xmlns:a16="http://schemas.microsoft.com/office/drawing/2014/main" id="{99BA16F9-242B-4140-BC3F-17E348414733}"/>
                  </a:ext>
                </a:extLst>
              </p:cNvPr>
              <p:cNvSpPr/>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4" name="Freeform: Shape 323">
                <a:extLst>
                  <a:ext uri="{FF2B5EF4-FFF2-40B4-BE49-F238E27FC236}">
                    <a16:creationId xmlns:a16="http://schemas.microsoft.com/office/drawing/2014/main" id="{814ACF54-DEC1-429C-85FA-022FE7302222}"/>
                  </a:ext>
                </a:extLst>
              </p:cNvPr>
              <p:cNvSpPr/>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5" name="Freeform: Shape 324">
                <a:extLst>
                  <a:ext uri="{FF2B5EF4-FFF2-40B4-BE49-F238E27FC236}">
                    <a16:creationId xmlns:a16="http://schemas.microsoft.com/office/drawing/2014/main" id="{8E30803D-601A-44AA-8D2C-F89DB4ADF487}"/>
                  </a:ext>
                </a:extLst>
              </p:cNvPr>
              <p:cNvSpPr/>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6" name="Freeform: Shape 325">
                <a:extLst>
                  <a:ext uri="{FF2B5EF4-FFF2-40B4-BE49-F238E27FC236}">
                    <a16:creationId xmlns:a16="http://schemas.microsoft.com/office/drawing/2014/main" id="{4E6EEE87-0C42-4413-8EA5-706C464D32B5}"/>
                  </a:ext>
                </a:extLst>
              </p:cNvPr>
              <p:cNvSpPr/>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7" name="Freeform: Shape 326">
                <a:extLst>
                  <a:ext uri="{FF2B5EF4-FFF2-40B4-BE49-F238E27FC236}">
                    <a16:creationId xmlns:a16="http://schemas.microsoft.com/office/drawing/2014/main" id="{0832DF18-6AAF-4499-8D30-5A79B18EC003}"/>
                  </a:ext>
                </a:extLst>
              </p:cNvPr>
              <p:cNvSpPr/>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8" name="Freeform: Shape 327">
                <a:extLst>
                  <a:ext uri="{FF2B5EF4-FFF2-40B4-BE49-F238E27FC236}">
                    <a16:creationId xmlns:a16="http://schemas.microsoft.com/office/drawing/2014/main" id="{4AD66F08-011B-4A20-B1E5-D3A9A35AA4EB}"/>
                  </a:ext>
                </a:extLst>
              </p:cNvPr>
              <p:cNvSpPr/>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9" name="Freeform: Shape 328">
                <a:extLst>
                  <a:ext uri="{FF2B5EF4-FFF2-40B4-BE49-F238E27FC236}">
                    <a16:creationId xmlns:a16="http://schemas.microsoft.com/office/drawing/2014/main" id="{BBD23BB3-08F2-47BC-B141-4E6ED9492AA2}"/>
                  </a:ext>
                </a:extLst>
              </p:cNvPr>
              <p:cNvSpPr/>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0" name="Freeform: Shape 329">
                <a:extLst>
                  <a:ext uri="{FF2B5EF4-FFF2-40B4-BE49-F238E27FC236}">
                    <a16:creationId xmlns:a16="http://schemas.microsoft.com/office/drawing/2014/main" id="{B3CE711A-2069-42C1-98C4-4508B5943F6A}"/>
                  </a:ext>
                </a:extLst>
              </p:cNvPr>
              <p:cNvSpPr/>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1" name="Freeform: Shape 330">
                <a:extLst>
                  <a:ext uri="{FF2B5EF4-FFF2-40B4-BE49-F238E27FC236}">
                    <a16:creationId xmlns:a16="http://schemas.microsoft.com/office/drawing/2014/main" id="{26B8F21B-C222-4784-8D4C-7D5D24EA1F38}"/>
                  </a:ext>
                </a:extLst>
              </p:cNvPr>
              <p:cNvSpPr/>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2" name="Freeform: Shape 331">
                <a:extLst>
                  <a:ext uri="{FF2B5EF4-FFF2-40B4-BE49-F238E27FC236}">
                    <a16:creationId xmlns:a16="http://schemas.microsoft.com/office/drawing/2014/main" id="{58C4C653-04CF-45EA-92F4-3B76B0AA9719}"/>
                  </a:ext>
                </a:extLst>
              </p:cNvPr>
              <p:cNvSpPr/>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3" name="Freeform: Shape 332">
                <a:extLst>
                  <a:ext uri="{FF2B5EF4-FFF2-40B4-BE49-F238E27FC236}">
                    <a16:creationId xmlns:a16="http://schemas.microsoft.com/office/drawing/2014/main" id="{755FD61D-1008-46FD-86B1-4F633814A453}"/>
                  </a:ext>
                </a:extLst>
              </p:cNvPr>
              <p:cNvSpPr/>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4" name="Freeform: Shape 333">
                <a:extLst>
                  <a:ext uri="{FF2B5EF4-FFF2-40B4-BE49-F238E27FC236}">
                    <a16:creationId xmlns:a16="http://schemas.microsoft.com/office/drawing/2014/main" id="{A3DBC891-2610-4AC1-B1D3-806E504EF435}"/>
                  </a:ext>
                </a:extLst>
              </p:cNvPr>
              <p:cNvSpPr/>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5" name="Freeform: Shape 334">
                <a:extLst>
                  <a:ext uri="{FF2B5EF4-FFF2-40B4-BE49-F238E27FC236}">
                    <a16:creationId xmlns:a16="http://schemas.microsoft.com/office/drawing/2014/main" id="{4D9F77CB-AC06-45E2-B791-BA0A7FC6A6C5}"/>
                  </a:ext>
                </a:extLst>
              </p:cNvPr>
              <p:cNvSpPr/>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6" name="Freeform: Shape 335">
                <a:extLst>
                  <a:ext uri="{FF2B5EF4-FFF2-40B4-BE49-F238E27FC236}">
                    <a16:creationId xmlns:a16="http://schemas.microsoft.com/office/drawing/2014/main" id="{9006458F-4478-468F-ADDA-3A1A260F2798}"/>
                  </a:ext>
                </a:extLst>
              </p:cNvPr>
              <p:cNvSpPr/>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7" name="Freeform: Shape 336">
                <a:extLst>
                  <a:ext uri="{FF2B5EF4-FFF2-40B4-BE49-F238E27FC236}">
                    <a16:creationId xmlns:a16="http://schemas.microsoft.com/office/drawing/2014/main" id="{366818E9-6C2E-4220-8542-BD64F8B7EE81}"/>
                  </a:ext>
                </a:extLst>
              </p:cNvPr>
              <p:cNvSpPr/>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8" name="Freeform: Shape 337">
                <a:extLst>
                  <a:ext uri="{FF2B5EF4-FFF2-40B4-BE49-F238E27FC236}">
                    <a16:creationId xmlns:a16="http://schemas.microsoft.com/office/drawing/2014/main" id="{BD7BF3C8-FAD3-44BA-A91A-7FCE6DCE83E9}"/>
                  </a:ext>
                </a:extLst>
              </p:cNvPr>
              <p:cNvSpPr/>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9" name="Freeform: Shape 338">
                <a:extLst>
                  <a:ext uri="{FF2B5EF4-FFF2-40B4-BE49-F238E27FC236}">
                    <a16:creationId xmlns:a16="http://schemas.microsoft.com/office/drawing/2014/main" id="{A675950D-FE3F-4100-8304-02525FC59CA4}"/>
                  </a:ext>
                </a:extLst>
              </p:cNvPr>
              <p:cNvSpPr/>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0" name="Freeform: Shape 339">
                <a:extLst>
                  <a:ext uri="{FF2B5EF4-FFF2-40B4-BE49-F238E27FC236}">
                    <a16:creationId xmlns:a16="http://schemas.microsoft.com/office/drawing/2014/main" id="{67959628-A9E4-4868-B5C4-02A208D9EABC}"/>
                  </a:ext>
                </a:extLst>
              </p:cNvPr>
              <p:cNvSpPr/>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1" name="Freeform: Shape 340">
                <a:extLst>
                  <a:ext uri="{FF2B5EF4-FFF2-40B4-BE49-F238E27FC236}">
                    <a16:creationId xmlns:a16="http://schemas.microsoft.com/office/drawing/2014/main" id="{ADECC7F1-0F45-486A-A990-EB276BB3384F}"/>
                  </a:ext>
                </a:extLst>
              </p:cNvPr>
              <p:cNvSpPr/>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2" name="Freeform: Shape 341">
                <a:extLst>
                  <a:ext uri="{FF2B5EF4-FFF2-40B4-BE49-F238E27FC236}">
                    <a16:creationId xmlns:a16="http://schemas.microsoft.com/office/drawing/2014/main" id="{1245F143-DC77-4399-A4A7-A1F3B3918032}"/>
                  </a:ext>
                </a:extLst>
              </p:cNvPr>
              <p:cNvSpPr/>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3" name="Freeform: Shape 342">
                <a:extLst>
                  <a:ext uri="{FF2B5EF4-FFF2-40B4-BE49-F238E27FC236}">
                    <a16:creationId xmlns:a16="http://schemas.microsoft.com/office/drawing/2014/main" id="{475F08F8-55E9-4206-9AAE-E916FC31406E}"/>
                  </a:ext>
                </a:extLst>
              </p:cNvPr>
              <p:cNvSpPr/>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4" name="Freeform: Shape 343">
                <a:extLst>
                  <a:ext uri="{FF2B5EF4-FFF2-40B4-BE49-F238E27FC236}">
                    <a16:creationId xmlns:a16="http://schemas.microsoft.com/office/drawing/2014/main" id="{B161936D-1B88-4DE0-9773-06D8E71E803C}"/>
                  </a:ext>
                </a:extLst>
              </p:cNvPr>
              <p:cNvSpPr/>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5" name="Freeform: Shape 344">
                <a:extLst>
                  <a:ext uri="{FF2B5EF4-FFF2-40B4-BE49-F238E27FC236}">
                    <a16:creationId xmlns:a16="http://schemas.microsoft.com/office/drawing/2014/main" id="{D9EA60CC-AC1F-49D4-94B1-48FD127B43A7}"/>
                  </a:ext>
                </a:extLst>
              </p:cNvPr>
              <p:cNvSpPr/>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6" name="Freeform: Shape 345">
                <a:extLst>
                  <a:ext uri="{FF2B5EF4-FFF2-40B4-BE49-F238E27FC236}">
                    <a16:creationId xmlns:a16="http://schemas.microsoft.com/office/drawing/2014/main" id="{56AE36DF-ED72-4751-A123-9AD7BA0CEEE0}"/>
                  </a:ext>
                </a:extLst>
              </p:cNvPr>
              <p:cNvSpPr/>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7" name="Freeform: Shape 346">
                <a:extLst>
                  <a:ext uri="{FF2B5EF4-FFF2-40B4-BE49-F238E27FC236}">
                    <a16:creationId xmlns:a16="http://schemas.microsoft.com/office/drawing/2014/main" id="{856DA2E5-CBAE-4B4F-A30B-DFC1EE9B592C}"/>
                  </a:ext>
                </a:extLst>
              </p:cNvPr>
              <p:cNvSpPr/>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8" name="Freeform: Shape 347">
                <a:extLst>
                  <a:ext uri="{FF2B5EF4-FFF2-40B4-BE49-F238E27FC236}">
                    <a16:creationId xmlns:a16="http://schemas.microsoft.com/office/drawing/2014/main" id="{5E60101A-81EF-48E2-B67D-EB8847278D98}"/>
                  </a:ext>
                </a:extLst>
              </p:cNvPr>
              <p:cNvSpPr/>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9" name="Freeform: Shape 348">
                <a:extLst>
                  <a:ext uri="{FF2B5EF4-FFF2-40B4-BE49-F238E27FC236}">
                    <a16:creationId xmlns:a16="http://schemas.microsoft.com/office/drawing/2014/main" id="{623BF631-A52C-4AAD-B012-1FD678A1F657}"/>
                  </a:ext>
                </a:extLst>
              </p:cNvPr>
              <p:cNvSpPr/>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0" name="Freeform: Shape 349">
                <a:extLst>
                  <a:ext uri="{FF2B5EF4-FFF2-40B4-BE49-F238E27FC236}">
                    <a16:creationId xmlns:a16="http://schemas.microsoft.com/office/drawing/2014/main" id="{3BA8C092-E3E4-4EA7-A73A-3BB13B493E2D}"/>
                  </a:ext>
                </a:extLst>
              </p:cNvPr>
              <p:cNvSpPr/>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1" name="Freeform: Shape 350">
                <a:extLst>
                  <a:ext uri="{FF2B5EF4-FFF2-40B4-BE49-F238E27FC236}">
                    <a16:creationId xmlns:a16="http://schemas.microsoft.com/office/drawing/2014/main" id="{E4D5F4C5-FFAD-41D1-9E66-8DEA9AE3C68A}"/>
                  </a:ext>
                </a:extLst>
              </p:cNvPr>
              <p:cNvSpPr/>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2" name="Freeform: Shape 351">
                <a:extLst>
                  <a:ext uri="{FF2B5EF4-FFF2-40B4-BE49-F238E27FC236}">
                    <a16:creationId xmlns:a16="http://schemas.microsoft.com/office/drawing/2014/main" id="{1B80E2AD-D598-4076-9A70-3FF60D761AAE}"/>
                  </a:ext>
                </a:extLst>
              </p:cNvPr>
              <p:cNvSpPr/>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3" name="Freeform: Shape 352">
                <a:extLst>
                  <a:ext uri="{FF2B5EF4-FFF2-40B4-BE49-F238E27FC236}">
                    <a16:creationId xmlns:a16="http://schemas.microsoft.com/office/drawing/2014/main" id="{1E139F40-06E7-4E2F-A479-392BC2D27152}"/>
                  </a:ext>
                </a:extLst>
              </p:cNvPr>
              <p:cNvSpPr/>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4" name="Freeform: Shape 353">
                <a:extLst>
                  <a:ext uri="{FF2B5EF4-FFF2-40B4-BE49-F238E27FC236}">
                    <a16:creationId xmlns:a16="http://schemas.microsoft.com/office/drawing/2014/main" id="{57B33B74-723F-44E4-8CF7-F68B6BBEE243}"/>
                  </a:ext>
                </a:extLst>
              </p:cNvPr>
              <p:cNvSpPr/>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5" name="Freeform: Shape 354">
                <a:extLst>
                  <a:ext uri="{FF2B5EF4-FFF2-40B4-BE49-F238E27FC236}">
                    <a16:creationId xmlns:a16="http://schemas.microsoft.com/office/drawing/2014/main" id="{3300C380-880A-440E-AD73-941A859A69BF}"/>
                  </a:ext>
                </a:extLst>
              </p:cNvPr>
              <p:cNvSpPr/>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6" name="Freeform: Shape 355">
                <a:extLst>
                  <a:ext uri="{FF2B5EF4-FFF2-40B4-BE49-F238E27FC236}">
                    <a16:creationId xmlns:a16="http://schemas.microsoft.com/office/drawing/2014/main" id="{8649CE7C-4F6C-4C19-9A37-881B022144B8}"/>
                  </a:ext>
                </a:extLst>
              </p:cNvPr>
              <p:cNvSpPr/>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7" name="Freeform: Shape 356">
                <a:extLst>
                  <a:ext uri="{FF2B5EF4-FFF2-40B4-BE49-F238E27FC236}">
                    <a16:creationId xmlns:a16="http://schemas.microsoft.com/office/drawing/2014/main" id="{88A320C2-A1D9-4FC0-89CA-B951E12B32C0}"/>
                  </a:ext>
                </a:extLst>
              </p:cNvPr>
              <p:cNvSpPr/>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ource Sans Pro"/>
                  <a:ea typeface="+mn-ea"/>
                  <a:cs typeface="+mn-cs"/>
                </a:endParaRPr>
              </a:p>
            </p:txBody>
          </p:sp>
        </p:grpSp>
        <p:grpSp>
          <p:nvGrpSpPr>
            <p:cNvPr id="19" name="Elemento gráfico 4">
              <a:extLst>
                <a:ext uri="{FF2B5EF4-FFF2-40B4-BE49-F238E27FC236}">
                  <a16:creationId xmlns:a16="http://schemas.microsoft.com/office/drawing/2014/main" id="{723EE676-95B0-40B5-BB3B-183555D2F1A1}"/>
                </a:ext>
              </a:extLst>
            </p:cNvPr>
            <p:cNvGrpSpPr/>
            <p:nvPr/>
          </p:nvGrpSpPr>
          <p:grpSpPr>
            <a:xfrm>
              <a:off x="10154386" y="4452483"/>
              <a:ext cx="1443404" cy="1443418"/>
              <a:chOff x="5734037" y="3067039"/>
              <a:chExt cx="724483" cy="724489"/>
            </a:xfrm>
            <a:grpFill/>
          </p:grpSpPr>
          <p:sp>
            <p:nvSpPr>
              <p:cNvPr id="20" name="Freeform: Shape 19">
                <a:extLst>
                  <a:ext uri="{FF2B5EF4-FFF2-40B4-BE49-F238E27FC236}">
                    <a16:creationId xmlns:a16="http://schemas.microsoft.com/office/drawing/2014/main" id="{13EE9E24-328D-4967-A7D6-9AD696D5C918}"/>
                  </a:ext>
                </a:extLst>
              </p:cNvPr>
              <p:cNvSpPr/>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 name="Freeform: Shape 20">
                <a:extLst>
                  <a:ext uri="{FF2B5EF4-FFF2-40B4-BE49-F238E27FC236}">
                    <a16:creationId xmlns:a16="http://schemas.microsoft.com/office/drawing/2014/main" id="{7F066982-3E06-46AC-8C85-3AA30F5EFDB9}"/>
                  </a:ext>
                </a:extLst>
              </p:cNvPr>
              <p:cNvSpPr/>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 name="Freeform: Shape 21">
                <a:extLst>
                  <a:ext uri="{FF2B5EF4-FFF2-40B4-BE49-F238E27FC236}">
                    <a16:creationId xmlns:a16="http://schemas.microsoft.com/office/drawing/2014/main" id="{E699AAE6-74C2-4138-8B31-465764562509}"/>
                  </a:ext>
                </a:extLst>
              </p:cNvPr>
              <p:cNvSpPr/>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 name="Freeform: Shape 22">
                <a:extLst>
                  <a:ext uri="{FF2B5EF4-FFF2-40B4-BE49-F238E27FC236}">
                    <a16:creationId xmlns:a16="http://schemas.microsoft.com/office/drawing/2014/main" id="{2FB875D4-122F-435D-8C34-5FA4B0BBE089}"/>
                  </a:ext>
                </a:extLst>
              </p:cNvPr>
              <p:cNvSpPr/>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 name="Freeform: Shape 23">
                <a:extLst>
                  <a:ext uri="{FF2B5EF4-FFF2-40B4-BE49-F238E27FC236}">
                    <a16:creationId xmlns:a16="http://schemas.microsoft.com/office/drawing/2014/main" id="{A1E1023F-42A9-42FC-86FB-4730DD3158D0}"/>
                  </a:ext>
                </a:extLst>
              </p:cNvPr>
              <p:cNvSpPr/>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 name="Freeform: Shape 24">
                <a:extLst>
                  <a:ext uri="{FF2B5EF4-FFF2-40B4-BE49-F238E27FC236}">
                    <a16:creationId xmlns:a16="http://schemas.microsoft.com/office/drawing/2014/main" id="{219FA068-A7DA-424C-81C0-CCA59AFF2910}"/>
                  </a:ext>
                </a:extLst>
              </p:cNvPr>
              <p:cNvSpPr/>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 name="Freeform: Shape 25">
                <a:extLst>
                  <a:ext uri="{FF2B5EF4-FFF2-40B4-BE49-F238E27FC236}">
                    <a16:creationId xmlns:a16="http://schemas.microsoft.com/office/drawing/2014/main" id="{76050C48-FA99-47E4-9729-B386AD54EA47}"/>
                  </a:ext>
                </a:extLst>
              </p:cNvPr>
              <p:cNvSpPr/>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 name="Freeform: Shape 26">
                <a:extLst>
                  <a:ext uri="{FF2B5EF4-FFF2-40B4-BE49-F238E27FC236}">
                    <a16:creationId xmlns:a16="http://schemas.microsoft.com/office/drawing/2014/main" id="{A327ECE9-CE51-4C29-9AFB-D740BC96774A}"/>
                  </a:ext>
                </a:extLst>
              </p:cNvPr>
              <p:cNvSpPr/>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 name="Freeform: Shape 27">
                <a:extLst>
                  <a:ext uri="{FF2B5EF4-FFF2-40B4-BE49-F238E27FC236}">
                    <a16:creationId xmlns:a16="http://schemas.microsoft.com/office/drawing/2014/main" id="{3314F941-FE16-4684-AD11-40031407E28F}"/>
                  </a:ext>
                </a:extLst>
              </p:cNvPr>
              <p:cNvSpPr/>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 name="Freeform: Shape 28">
                <a:extLst>
                  <a:ext uri="{FF2B5EF4-FFF2-40B4-BE49-F238E27FC236}">
                    <a16:creationId xmlns:a16="http://schemas.microsoft.com/office/drawing/2014/main" id="{A12ED5B2-85E7-4C0F-911D-84166633F6CF}"/>
                  </a:ext>
                </a:extLst>
              </p:cNvPr>
              <p:cNvSpPr/>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 name="Freeform: Shape 29">
                <a:extLst>
                  <a:ext uri="{FF2B5EF4-FFF2-40B4-BE49-F238E27FC236}">
                    <a16:creationId xmlns:a16="http://schemas.microsoft.com/office/drawing/2014/main" id="{E16B5A61-8CFF-4FDF-9B21-09C8297A4DAB}"/>
                  </a:ext>
                </a:extLst>
              </p:cNvPr>
              <p:cNvSpPr/>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 name="Freeform: Shape 30">
                <a:extLst>
                  <a:ext uri="{FF2B5EF4-FFF2-40B4-BE49-F238E27FC236}">
                    <a16:creationId xmlns:a16="http://schemas.microsoft.com/office/drawing/2014/main" id="{CE0A8595-93E1-4499-86A8-9B43B07C11D1}"/>
                  </a:ext>
                </a:extLst>
              </p:cNvPr>
              <p:cNvSpPr/>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 name="Freeform: Shape 31">
                <a:extLst>
                  <a:ext uri="{FF2B5EF4-FFF2-40B4-BE49-F238E27FC236}">
                    <a16:creationId xmlns:a16="http://schemas.microsoft.com/office/drawing/2014/main" id="{2C380735-19C3-47FA-978D-3E9904679374}"/>
                  </a:ext>
                </a:extLst>
              </p:cNvPr>
              <p:cNvSpPr/>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 name="Freeform: Shape 32">
                <a:extLst>
                  <a:ext uri="{FF2B5EF4-FFF2-40B4-BE49-F238E27FC236}">
                    <a16:creationId xmlns:a16="http://schemas.microsoft.com/office/drawing/2014/main" id="{CA6B2F2B-1750-4093-AD58-D2AA9CF8266F}"/>
                  </a:ext>
                </a:extLst>
              </p:cNvPr>
              <p:cNvSpPr/>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 name="Freeform: Shape 33">
                <a:extLst>
                  <a:ext uri="{FF2B5EF4-FFF2-40B4-BE49-F238E27FC236}">
                    <a16:creationId xmlns:a16="http://schemas.microsoft.com/office/drawing/2014/main" id="{AB32A52B-3F30-43A0-88FD-9AB3DD78B034}"/>
                  </a:ext>
                </a:extLst>
              </p:cNvPr>
              <p:cNvSpPr/>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 name="Freeform: Shape 34">
                <a:extLst>
                  <a:ext uri="{FF2B5EF4-FFF2-40B4-BE49-F238E27FC236}">
                    <a16:creationId xmlns:a16="http://schemas.microsoft.com/office/drawing/2014/main" id="{C94B2563-F4BE-4780-ABE8-8359DBB2371F}"/>
                  </a:ext>
                </a:extLst>
              </p:cNvPr>
              <p:cNvSpPr/>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6" name="Freeform: Shape 35">
                <a:extLst>
                  <a:ext uri="{FF2B5EF4-FFF2-40B4-BE49-F238E27FC236}">
                    <a16:creationId xmlns:a16="http://schemas.microsoft.com/office/drawing/2014/main" id="{372DFDDB-1231-49CA-84CA-E4BE438A3182}"/>
                  </a:ext>
                </a:extLst>
              </p:cNvPr>
              <p:cNvSpPr/>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7" name="Freeform: Shape 36">
                <a:extLst>
                  <a:ext uri="{FF2B5EF4-FFF2-40B4-BE49-F238E27FC236}">
                    <a16:creationId xmlns:a16="http://schemas.microsoft.com/office/drawing/2014/main" id="{930DEA24-357A-4CE2-A894-9CC59149E6BB}"/>
                  </a:ext>
                </a:extLst>
              </p:cNvPr>
              <p:cNvSpPr/>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8" name="Freeform: Shape 37">
                <a:extLst>
                  <a:ext uri="{FF2B5EF4-FFF2-40B4-BE49-F238E27FC236}">
                    <a16:creationId xmlns:a16="http://schemas.microsoft.com/office/drawing/2014/main" id="{5334C62D-A806-464B-86FF-63BA4B4B7DB0}"/>
                  </a:ext>
                </a:extLst>
              </p:cNvPr>
              <p:cNvSpPr/>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9" name="Freeform: Shape 38">
                <a:extLst>
                  <a:ext uri="{FF2B5EF4-FFF2-40B4-BE49-F238E27FC236}">
                    <a16:creationId xmlns:a16="http://schemas.microsoft.com/office/drawing/2014/main" id="{DC0AE61D-5513-4496-AF95-4F1FA2D368B3}"/>
                  </a:ext>
                </a:extLst>
              </p:cNvPr>
              <p:cNvSpPr/>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0" name="Freeform: Shape 39">
                <a:extLst>
                  <a:ext uri="{FF2B5EF4-FFF2-40B4-BE49-F238E27FC236}">
                    <a16:creationId xmlns:a16="http://schemas.microsoft.com/office/drawing/2014/main" id="{7D604D00-5107-4CA5-8461-DBF2520C1636}"/>
                  </a:ext>
                </a:extLst>
              </p:cNvPr>
              <p:cNvSpPr/>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1" name="Freeform: Shape 40">
                <a:extLst>
                  <a:ext uri="{FF2B5EF4-FFF2-40B4-BE49-F238E27FC236}">
                    <a16:creationId xmlns:a16="http://schemas.microsoft.com/office/drawing/2014/main" id="{ABF1B949-6E40-46C3-BCE9-DA2A24C5D2AF}"/>
                  </a:ext>
                </a:extLst>
              </p:cNvPr>
              <p:cNvSpPr/>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2" name="Freeform: Shape 41">
                <a:extLst>
                  <a:ext uri="{FF2B5EF4-FFF2-40B4-BE49-F238E27FC236}">
                    <a16:creationId xmlns:a16="http://schemas.microsoft.com/office/drawing/2014/main" id="{9C0D9DE4-3D59-4B4F-8054-99080988D424}"/>
                  </a:ext>
                </a:extLst>
              </p:cNvPr>
              <p:cNvSpPr/>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3" name="Freeform: Shape 42">
                <a:extLst>
                  <a:ext uri="{FF2B5EF4-FFF2-40B4-BE49-F238E27FC236}">
                    <a16:creationId xmlns:a16="http://schemas.microsoft.com/office/drawing/2014/main" id="{DF2EC95B-927F-4B94-B878-CD68D0DC4E24}"/>
                  </a:ext>
                </a:extLst>
              </p:cNvPr>
              <p:cNvSpPr/>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4" name="Freeform: Shape 43">
                <a:extLst>
                  <a:ext uri="{FF2B5EF4-FFF2-40B4-BE49-F238E27FC236}">
                    <a16:creationId xmlns:a16="http://schemas.microsoft.com/office/drawing/2014/main" id="{7001FEFB-AE24-4CF7-8EEF-084BCD466D81}"/>
                  </a:ext>
                </a:extLst>
              </p:cNvPr>
              <p:cNvSpPr/>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5" name="Freeform: Shape 44">
                <a:extLst>
                  <a:ext uri="{FF2B5EF4-FFF2-40B4-BE49-F238E27FC236}">
                    <a16:creationId xmlns:a16="http://schemas.microsoft.com/office/drawing/2014/main" id="{459BD4F3-A5E1-4F7D-A7AB-EF6BED5BE889}"/>
                  </a:ext>
                </a:extLst>
              </p:cNvPr>
              <p:cNvSpPr/>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6" name="Freeform: Shape 45">
                <a:extLst>
                  <a:ext uri="{FF2B5EF4-FFF2-40B4-BE49-F238E27FC236}">
                    <a16:creationId xmlns:a16="http://schemas.microsoft.com/office/drawing/2014/main" id="{F1687F6E-4940-4782-A3A7-5C9C1552BF4B}"/>
                  </a:ext>
                </a:extLst>
              </p:cNvPr>
              <p:cNvSpPr/>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7" name="Freeform: Shape 46">
                <a:extLst>
                  <a:ext uri="{FF2B5EF4-FFF2-40B4-BE49-F238E27FC236}">
                    <a16:creationId xmlns:a16="http://schemas.microsoft.com/office/drawing/2014/main" id="{BEC7FFDC-A904-44D2-8F0B-91A5C76CC514}"/>
                  </a:ext>
                </a:extLst>
              </p:cNvPr>
              <p:cNvSpPr/>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8" name="Freeform: Shape 47">
                <a:extLst>
                  <a:ext uri="{FF2B5EF4-FFF2-40B4-BE49-F238E27FC236}">
                    <a16:creationId xmlns:a16="http://schemas.microsoft.com/office/drawing/2014/main" id="{EA15C8BC-5975-40E1-A988-EB34FBCF078A}"/>
                  </a:ext>
                </a:extLst>
              </p:cNvPr>
              <p:cNvSpPr/>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9" name="Freeform: Shape 48">
                <a:extLst>
                  <a:ext uri="{FF2B5EF4-FFF2-40B4-BE49-F238E27FC236}">
                    <a16:creationId xmlns:a16="http://schemas.microsoft.com/office/drawing/2014/main" id="{371BAC0D-2BF9-4781-A7BB-06AA16D0E6C2}"/>
                  </a:ext>
                </a:extLst>
              </p:cNvPr>
              <p:cNvSpPr/>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0" name="Freeform: Shape 49">
                <a:extLst>
                  <a:ext uri="{FF2B5EF4-FFF2-40B4-BE49-F238E27FC236}">
                    <a16:creationId xmlns:a16="http://schemas.microsoft.com/office/drawing/2014/main" id="{8FD04182-650D-498F-A066-FE4C0FA6DA1E}"/>
                  </a:ext>
                </a:extLst>
              </p:cNvPr>
              <p:cNvSpPr/>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1" name="Freeform: Shape 50">
                <a:extLst>
                  <a:ext uri="{FF2B5EF4-FFF2-40B4-BE49-F238E27FC236}">
                    <a16:creationId xmlns:a16="http://schemas.microsoft.com/office/drawing/2014/main" id="{6E839DFF-01B4-4B5E-9910-024EC8FE1DA7}"/>
                  </a:ext>
                </a:extLst>
              </p:cNvPr>
              <p:cNvSpPr/>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2" name="Freeform: Shape 51">
                <a:extLst>
                  <a:ext uri="{FF2B5EF4-FFF2-40B4-BE49-F238E27FC236}">
                    <a16:creationId xmlns:a16="http://schemas.microsoft.com/office/drawing/2014/main" id="{0C100C3D-5A4C-4D50-AAEC-07A4457548DE}"/>
                  </a:ext>
                </a:extLst>
              </p:cNvPr>
              <p:cNvSpPr/>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3" name="Freeform: Shape 52">
                <a:extLst>
                  <a:ext uri="{FF2B5EF4-FFF2-40B4-BE49-F238E27FC236}">
                    <a16:creationId xmlns:a16="http://schemas.microsoft.com/office/drawing/2014/main" id="{C8647050-08AF-4BD8-87C4-CA230312901B}"/>
                  </a:ext>
                </a:extLst>
              </p:cNvPr>
              <p:cNvSpPr/>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4" name="Freeform: Shape 53">
                <a:extLst>
                  <a:ext uri="{FF2B5EF4-FFF2-40B4-BE49-F238E27FC236}">
                    <a16:creationId xmlns:a16="http://schemas.microsoft.com/office/drawing/2014/main" id="{9A0F33E0-AADA-44E2-A5AC-31DF5EE3D381}"/>
                  </a:ext>
                </a:extLst>
              </p:cNvPr>
              <p:cNvSpPr/>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5" name="Freeform: Shape 54">
                <a:extLst>
                  <a:ext uri="{FF2B5EF4-FFF2-40B4-BE49-F238E27FC236}">
                    <a16:creationId xmlns:a16="http://schemas.microsoft.com/office/drawing/2014/main" id="{32C8FA1D-A02A-4388-9886-69EBC58C077E}"/>
                  </a:ext>
                </a:extLst>
              </p:cNvPr>
              <p:cNvSpPr/>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6" name="Freeform: Shape 55">
                <a:extLst>
                  <a:ext uri="{FF2B5EF4-FFF2-40B4-BE49-F238E27FC236}">
                    <a16:creationId xmlns:a16="http://schemas.microsoft.com/office/drawing/2014/main" id="{99421FD3-355A-4629-BFAD-527ECD82EE07}"/>
                  </a:ext>
                </a:extLst>
              </p:cNvPr>
              <p:cNvSpPr/>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7" name="Freeform: Shape 56">
                <a:extLst>
                  <a:ext uri="{FF2B5EF4-FFF2-40B4-BE49-F238E27FC236}">
                    <a16:creationId xmlns:a16="http://schemas.microsoft.com/office/drawing/2014/main" id="{2AB71DCF-EB57-4B33-9FF7-11CA0CB96573}"/>
                  </a:ext>
                </a:extLst>
              </p:cNvPr>
              <p:cNvSpPr/>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8" name="Freeform: Shape 57">
                <a:extLst>
                  <a:ext uri="{FF2B5EF4-FFF2-40B4-BE49-F238E27FC236}">
                    <a16:creationId xmlns:a16="http://schemas.microsoft.com/office/drawing/2014/main" id="{CE86AA54-A444-4823-A6DC-491E77E34B4A}"/>
                  </a:ext>
                </a:extLst>
              </p:cNvPr>
              <p:cNvSpPr/>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9" name="Freeform: Shape 58">
                <a:extLst>
                  <a:ext uri="{FF2B5EF4-FFF2-40B4-BE49-F238E27FC236}">
                    <a16:creationId xmlns:a16="http://schemas.microsoft.com/office/drawing/2014/main" id="{750E2DF6-23A6-4192-BD64-7997AABE595B}"/>
                  </a:ext>
                </a:extLst>
              </p:cNvPr>
              <p:cNvSpPr/>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0" name="Freeform: Shape 59">
                <a:extLst>
                  <a:ext uri="{FF2B5EF4-FFF2-40B4-BE49-F238E27FC236}">
                    <a16:creationId xmlns:a16="http://schemas.microsoft.com/office/drawing/2014/main" id="{DC3D9758-1EA4-43A6-8375-DDED592A9AB6}"/>
                  </a:ext>
                </a:extLst>
              </p:cNvPr>
              <p:cNvSpPr/>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1" name="Freeform: Shape 60">
                <a:extLst>
                  <a:ext uri="{FF2B5EF4-FFF2-40B4-BE49-F238E27FC236}">
                    <a16:creationId xmlns:a16="http://schemas.microsoft.com/office/drawing/2014/main" id="{1DFC1416-C64A-4C0B-8898-ABAABA0FCBC2}"/>
                  </a:ext>
                </a:extLst>
              </p:cNvPr>
              <p:cNvSpPr/>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2" name="Freeform: Shape 61">
                <a:extLst>
                  <a:ext uri="{FF2B5EF4-FFF2-40B4-BE49-F238E27FC236}">
                    <a16:creationId xmlns:a16="http://schemas.microsoft.com/office/drawing/2014/main" id="{D2A221D1-7EAA-4907-A58E-8E81E7BA4748}"/>
                  </a:ext>
                </a:extLst>
              </p:cNvPr>
              <p:cNvSpPr/>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3" name="Freeform: Shape 62">
                <a:extLst>
                  <a:ext uri="{FF2B5EF4-FFF2-40B4-BE49-F238E27FC236}">
                    <a16:creationId xmlns:a16="http://schemas.microsoft.com/office/drawing/2014/main" id="{AAC899B4-B060-44A9-9E5E-60A775CE2D41}"/>
                  </a:ext>
                </a:extLst>
              </p:cNvPr>
              <p:cNvSpPr/>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4" name="Freeform: Shape 63">
                <a:extLst>
                  <a:ext uri="{FF2B5EF4-FFF2-40B4-BE49-F238E27FC236}">
                    <a16:creationId xmlns:a16="http://schemas.microsoft.com/office/drawing/2014/main" id="{F68A0E9C-6E97-4889-8C4E-1771D6465B4D}"/>
                  </a:ext>
                </a:extLst>
              </p:cNvPr>
              <p:cNvSpPr/>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5" name="Freeform: Shape 64">
                <a:extLst>
                  <a:ext uri="{FF2B5EF4-FFF2-40B4-BE49-F238E27FC236}">
                    <a16:creationId xmlns:a16="http://schemas.microsoft.com/office/drawing/2014/main" id="{D705A29F-351D-4D7D-AB5F-B6A24011D559}"/>
                  </a:ext>
                </a:extLst>
              </p:cNvPr>
              <p:cNvSpPr/>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6" name="Freeform: Shape 65">
                <a:extLst>
                  <a:ext uri="{FF2B5EF4-FFF2-40B4-BE49-F238E27FC236}">
                    <a16:creationId xmlns:a16="http://schemas.microsoft.com/office/drawing/2014/main" id="{EC0BB292-2828-40AB-A869-CF6D114F0630}"/>
                  </a:ext>
                </a:extLst>
              </p:cNvPr>
              <p:cNvSpPr/>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7" name="Freeform: Shape 66">
                <a:extLst>
                  <a:ext uri="{FF2B5EF4-FFF2-40B4-BE49-F238E27FC236}">
                    <a16:creationId xmlns:a16="http://schemas.microsoft.com/office/drawing/2014/main" id="{78EEFC2A-B463-4C2F-8D33-BA746EEC561E}"/>
                  </a:ext>
                </a:extLst>
              </p:cNvPr>
              <p:cNvSpPr/>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8" name="Freeform: Shape 67">
                <a:extLst>
                  <a:ext uri="{FF2B5EF4-FFF2-40B4-BE49-F238E27FC236}">
                    <a16:creationId xmlns:a16="http://schemas.microsoft.com/office/drawing/2014/main" id="{669784EC-901F-43E1-9785-CA274A2E37AE}"/>
                  </a:ext>
                </a:extLst>
              </p:cNvPr>
              <p:cNvSpPr/>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9" name="Freeform: Shape 68">
                <a:extLst>
                  <a:ext uri="{FF2B5EF4-FFF2-40B4-BE49-F238E27FC236}">
                    <a16:creationId xmlns:a16="http://schemas.microsoft.com/office/drawing/2014/main" id="{EA79E5A7-5CA0-40FF-86F1-17C44CDA5EE3}"/>
                  </a:ext>
                </a:extLst>
              </p:cNvPr>
              <p:cNvSpPr/>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0" name="Freeform: Shape 69">
                <a:extLst>
                  <a:ext uri="{FF2B5EF4-FFF2-40B4-BE49-F238E27FC236}">
                    <a16:creationId xmlns:a16="http://schemas.microsoft.com/office/drawing/2014/main" id="{CA733E24-831B-4F88-B794-2CBF062D1F34}"/>
                  </a:ext>
                </a:extLst>
              </p:cNvPr>
              <p:cNvSpPr/>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1" name="Freeform: Shape 70">
                <a:extLst>
                  <a:ext uri="{FF2B5EF4-FFF2-40B4-BE49-F238E27FC236}">
                    <a16:creationId xmlns:a16="http://schemas.microsoft.com/office/drawing/2014/main" id="{6C529298-268D-4F6A-8278-B794C72F612D}"/>
                  </a:ext>
                </a:extLst>
              </p:cNvPr>
              <p:cNvSpPr/>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2" name="Freeform: Shape 71">
                <a:extLst>
                  <a:ext uri="{FF2B5EF4-FFF2-40B4-BE49-F238E27FC236}">
                    <a16:creationId xmlns:a16="http://schemas.microsoft.com/office/drawing/2014/main" id="{9025A9CB-F748-49F6-BD88-DACA23F6D574}"/>
                  </a:ext>
                </a:extLst>
              </p:cNvPr>
              <p:cNvSpPr/>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3" name="Freeform: Shape 72">
                <a:extLst>
                  <a:ext uri="{FF2B5EF4-FFF2-40B4-BE49-F238E27FC236}">
                    <a16:creationId xmlns:a16="http://schemas.microsoft.com/office/drawing/2014/main" id="{54D26918-0834-40FF-888A-16AB573AB42D}"/>
                  </a:ext>
                </a:extLst>
              </p:cNvPr>
              <p:cNvSpPr/>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4" name="Freeform: Shape 73">
                <a:extLst>
                  <a:ext uri="{FF2B5EF4-FFF2-40B4-BE49-F238E27FC236}">
                    <a16:creationId xmlns:a16="http://schemas.microsoft.com/office/drawing/2014/main" id="{3BA0D0AD-9F3E-4A88-AD9A-027E61780550}"/>
                  </a:ext>
                </a:extLst>
              </p:cNvPr>
              <p:cNvSpPr/>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5" name="Freeform: Shape 74">
                <a:extLst>
                  <a:ext uri="{FF2B5EF4-FFF2-40B4-BE49-F238E27FC236}">
                    <a16:creationId xmlns:a16="http://schemas.microsoft.com/office/drawing/2014/main" id="{C89DCC43-513D-49FC-AF25-83BBD29B7661}"/>
                  </a:ext>
                </a:extLst>
              </p:cNvPr>
              <p:cNvSpPr/>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6" name="Freeform: Shape 75">
                <a:extLst>
                  <a:ext uri="{FF2B5EF4-FFF2-40B4-BE49-F238E27FC236}">
                    <a16:creationId xmlns:a16="http://schemas.microsoft.com/office/drawing/2014/main" id="{AFEAF63A-AFBF-4F67-88D7-ADA3D9E00FC4}"/>
                  </a:ext>
                </a:extLst>
              </p:cNvPr>
              <p:cNvSpPr/>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7" name="Freeform: Shape 76">
                <a:extLst>
                  <a:ext uri="{FF2B5EF4-FFF2-40B4-BE49-F238E27FC236}">
                    <a16:creationId xmlns:a16="http://schemas.microsoft.com/office/drawing/2014/main" id="{448DE51B-423E-482E-903E-5139E42BDD4C}"/>
                  </a:ext>
                </a:extLst>
              </p:cNvPr>
              <p:cNvSpPr/>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8" name="Freeform: Shape 77">
                <a:extLst>
                  <a:ext uri="{FF2B5EF4-FFF2-40B4-BE49-F238E27FC236}">
                    <a16:creationId xmlns:a16="http://schemas.microsoft.com/office/drawing/2014/main" id="{5449ADB8-318D-4965-814B-D6A13F780F1D}"/>
                  </a:ext>
                </a:extLst>
              </p:cNvPr>
              <p:cNvSpPr/>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9" name="Freeform: Shape 78">
                <a:extLst>
                  <a:ext uri="{FF2B5EF4-FFF2-40B4-BE49-F238E27FC236}">
                    <a16:creationId xmlns:a16="http://schemas.microsoft.com/office/drawing/2014/main" id="{FD514D12-AA49-408C-BEE1-BBCF4C036159}"/>
                  </a:ext>
                </a:extLst>
              </p:cNvPr>
              <p:cNvSpPr/>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0" name="Freeform: Shape 79">
                <a:extLst>
                  <a:ext uri="{FF2B5EF4-FFF2-40B4-BE49-F238E27FC236}">
                    <a16:creationId xmlns:a16="http://schemas.microsoft.com/office/drawing/2014/main" id="{05A785BE-E570-4DB4-8F7F-0AC9077116D8}"/>
                  </a:ext>
                </a:extLst>
              </p:cNvPr>
              <p:cNvSpPr/>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1" name="Freeform: Shape 80">
                <a:extLst>
                  <a:ext uri="{FF2B5EF4-FFF2-40B4-BE49-F238E27FC236}">
                    <a16:creationId xmlns:a16="http://schemas.microsoft.com/office/drawing/2014/main" id="{97E79511-3F2F-4B2E-8830-7B7F555DA83E}"/>
                  </a:ext>
                </a:extLst>
              </p:cNvPr>
              <p:cNvSpPr/>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2" name="Freeform: Shape 81">
                <a:extLst>
                  <a:ext uri="{FF2B5EF4-FFF2-40B4-BE49-F238E27FC236}">
                    <a16:creationId xmlns:a16="http://schemas.microsoft.com/office/drawing/2014/main" id="{DB7310B7-0080-4264-91E4-C548107F6D72}"/>
                  </a:ext>
                </a:extLst>
              </p:cNvPr>
              <p:cNvSpPr/>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3" name="Freeform: Shape 82">
                <a:extLst>
                  <a:ext uri="{FF2B5EF4-FFF2-40B4-BE49-F238E27FC236}">
                    <a16:creationId xmlns:a16="http://schemas.microsoft.com/office/drawing/2014/main" id="{45FF82DB-4737-404E-9ACA-B19B6A089EA8}"/>
                  </a:ext>
                </a:extLst>
              </p:cNvPr>
              <p:cNvSpPr/>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4" name="Freeform: Shape 83">
                <a:extLst>
                  <a:ext uri="{FF2B5EF4-FFF2-40B4-BE49-F238E27FC236}">
                    <a16:creationId xmlns:a16="http://schemas.microsoft.com/office/drawing/2014/main" id="{43A6BFE2-F1B0-4924-9302-9DA895CA44C3}"/>
                  </a:ext>
                </a:extLst>
              </p:cNvPr>
              <p:cNvSpPr/>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5" name="Freeform: Shape 84">
                <a:extLst>
                  <a:ext uri="{FF2B5EF4-FFF2-40B4-BE49-F238E27FC236}">
                    <a16:creationId xmlns:a16="http://schemas.microsoft.com/office/drawing/2014/main" id="{9CDDEDDC-F6C4-4D85-8B8D-DA09731DAC62}"/>
                  </a:ext>
                </a:extLst>
              </p:cNvPr>
              <p:cNvSpPr/>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6" name="Freeform: Shape 85">
                <a:extLst>
                  <a:ext uri="{FF2B5EF4-FFF2-40B4-BE49-F238E27FC236}">
                    <a16:creationId xmlns:a16="http://schemas.microsoft.com/office/drawing/2014/main" id="{DA23F74A-EE1B-414F-A58F-CB49D8A32924}"/>
                  </a:ext>
                </a:extLst>
              </p:cNvPr>
              <p:cNvSpPr/>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7" name="Freeform: Shape 86">
                <a:extLst>
                  <a:ext uri="{FF2B5EF4-FFF2-40B4-BE49-F238E27FC236}">
                    <a16:creationId xmlns:a16="http://schemas.microsoft.com/office/drawing/2014/main" id="{56AFD036-E68B-45F9-9B76-E4B3A4B50800}"/>
                  </a:ext>
                </a:extLst>
              </p:cNvPr>
              <p:cNvSpPr/>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8" name="Freeform: Shape 87">
                <a:extLst>
                  <a:ext uri="{FF2B5EF4-FFF2-40B4-BE49-F238E27FC236}">
                    <a16:creationId xmlns:a16="http://schemas.microsoft.com/office/drawing/2014/main" id="{2ACC9D1B-CB8B-4193-B702-DA68B92DE9F9}"/>
                  </a:ext>
                </a:extLst>
              </p:cNvPr>
              <p:cNvSpPr/>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9" name="Freeform: Shape 88">
                <a:extLst>
                  <a:ext uri="{FF2B5EF4-FFF2-40B4-BE49-F238E27FC236}">
                    <a16:creationId xmlns:a16="http://schemas.microsoft.com/office/drawing/2014/main" id="{0FBC88AB-930A-4D32-8DB1-82563BFF0EAE}"/>
                  </a:ext>
                </a:extLst>
              </p:cNvPr>
              <p:cNvSpPr/>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0" name="Freeform: Shape 89">
                <a:extLst>
                  <a:ext uri="{FF2B5EF4-FFF2-40B4-BE49-F238E27FC236}">
                    <a16:creationId xmlns:a16="http://schemas.microsoft.com/office/drawing/2014/main" id="{74274EB1-FC6D-4C4D-965D-DEBA45892216}"/>
                  </a:ext>
                </a:extLst>
              </p:cNvPr>
              <p:cNvSpPr/>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1" name="Freeform: Shape 90">
                <a:extLst>
                  <a:ext uri="{FF2B5EF4-FFF2-40B4-BE49-F238E27FC236}">
                    <a16:creationId xmlns:a16="http://schemas.microsoft.com/office/drawing/2014/main" id="{FE4E35D8-7704-40DC-A190-5B4E8BE44974}"/>
                  </a:ext>
                </a:extLst>
              </p:cNvPr>
              <p:cNvSpPr/>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2" name="Freeform: Shape 91">
                <a:extLst>
                  <a:ext uri="{FF2B5EF4-FFF2-40B4-BE49-F238E27FC236}">
                    <a16:creationId xmlns:a16="http://schemas.microsoft.com/office/drawing/2014/main" id="{EDB1E803-1D4D-4912-BA76-9EF947E19AF0}"/>
                  </a:ext>
                </a:extLst>
              </p:cNvPr>
              <p:cNvSpPr/>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3" name="Freeform: Shape 92">
                <a:extLst>
                  <a:ext uri="{FF2B5EF4-FFF2-40B4-BE49-F238E27FC236}">
                    <a16:creationId xmlns:a16="http://schemas.microsoft.com/office/drawing/2014/main" id="{7E241842-A248-438B-B3B4-37A05240BCBE}"/>
                  </a:ext>
                </a:extLst>
              </p:cNvPr>
              <p:cNvSpPr/>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4" name="Freeform: Shape 93">
                <a:extLst>
                  <a:ext uri="{FF2B5EF4-FFF2-40B4-BE49-F238E27FC236}">
                    <a16:creationId xmlns:a16="http://schemas.microsoft.com/office/drawing/2014/main" id="{C6E092F6-1BFE-4656-9029-9A2EEE8F79FD}"/>
                  </a:ext>
                </a:extLst>
              </p:cNvPr>
              <p:cNvSpPr/>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5" name="Freeform: Shape 94">
                <a:extLst>
                  <a:ext uri="{FF2B5EF4-FFF2-40B4-BE49-F238E27FC236}">
                    <a16:creationId xmlns:a16="http://schemas.microsoft.com/office/drawing/2014/main" id="{F4A890A0-353B-4CBB-8FD1-059BE94011AD}"/>
                  </a:ext>
                </a:extLst>
              </p:cNvPr>
              <p:cNvSpPr/>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6" name="Freeform: Shape 95">
                <a:extLst>
                  <a:ext uri="{FF2B5EF4-FFF2-40B4-BE49-F238E27FC236}">
                    <a16:creationId xmlns:a16="http://schemas.microsoft.com/office/drawing/2014/main" id="{6EFA174A-A4E5-4264-BD07-007305986AAF}"/>
                  </a:ext>
                </a:extLst>
              </p:cNvPr>
              <p:cNvSpPr/>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7" name="Freeform: Shape 96">
                <a:extLst>
                  <a:ext uri="{FF2B5EF4-FFF2-40B4-BE49-F238E27FC236}">
                    <a16:creationId xmlns:a16="http://schemas.microsoft.com/office/drawing/2014/main" id="{3FBAD25F-2FFC-4CEC-9B8A-5ED34707E666}"/>
                  </a:ext>
                </a:extLst>
              </p:cNvPr>
              <p:cNvSpPr/>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8" name="Freeform: Shape 97">
                <a:extLst>
                  <a:ext uri="{FF2B5EF4-FFF2-40B4-BE49-F238E27FC236}">
                    <a16:creationId xmlns:a16="http://schemas.microsoft.com/office/drawing/2014/main" id="{342EF4A1-21C1-45D4-B700-6EA4BF21BE00}"/>
                  </a:ext>
                </a:extLst>
              </p:cNvPr>
              <p:cNvSpPr/>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9" name="Freeform: Shape 98">
                <a:extLst>
                  <a:ext uri="{FF2B5EF4-FFF2-40B4-BE49-F238E27FC236}">
                    <a16:creationId xmlns:a16="http://schemas.microsoft.com/office/drawing/2014/main" id="{B2CCF840-70EA-4C9C-848E-B27B79A75DB1}"/>
                  </a:ext>
                </a:extLst>
              </p:cNvPr>
              <p:cNvSpPr/>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0" name="Freeform: Shape 99">
                <a:extLst>
                  <a:ext uri="{FF2B5EF4-FFF2-40B4-BE49-F238E27FC236}">
                    <a16:creationId xmlns:a16="http://schemas.microsoft.com/office/drawing/2014/main" id="{8E311D1C-5934-4C97-809E-E996B3845BA4}"/>
                  </a:ext>
                </a:extLst>
              </p:cNvPr>
              <p:cNvSpPr/>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1" name="Freeform: Shape 100">
                <a:extLst>
                  <a:ext uri="{FF2B5EF4-FFF2-40B4-BE49-F238E27FC236}">
                    <a16:creationId xmlns:a16="http://schemas.microsoft.com/office/drawing/2014/main" id="{B13F883A-929B-46F7-A9A8-547ACE9C0471}"/>
                  </a:ext>
                </a:extLst>
              </p:cNvPr>
              <p:cNvSpPr/>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2" name="Freeform: Shape 101">
                <a:extLst>
                  <a:ext uri="{FF2B5EF4-FFF2-40B4-BE49-F238E27FC236}">
                    <a16:creationId xmlns:a16="http://schemas.microsoft.com/office/drawing/2014/main" id="{16D72D9D-260C-42C4-B864-6AFFB236A12B}"/>
                  </a:ext>
                </a:extLst>
              </p:cNvPr>
              <p:cNvSpPr/>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3" name="Freeform: Shape 102">
                <a:extLst>
                  <a:ext uri="{FF2B5EF4-FFF2-40B4-BE49-F238E27FC236}">
                    <a16:creationId xmlns:a16="http://schemas.microsoft.com/office/drawing/2014/main" id="{57F62680-33C3-4510-A3B0-40F179FCEF84}"/>
                  </a:ext>
                </a:extLst>
              </p:cNvPr>
              <p:cNvSpPr/>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4" name="Freeform: Shape 103">
                <a:extLst>
                  <a:ext uri="{FF2B5EF4-FFF2-40B4-BE49-F238E27FC236}">
                    <a16:creationId xmlns:a16="http://schemas.microsoft.com/office/drawing/2014/main" id="{8C3F6DBC-3B3A-429F-A49A-485EF9960069}"/>
                  </a:ext>
                </a:extLst>
              </p:cNvPr>
              <p:cNvSpPr/>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5" name="Freeform: Shape 104">
                <a:extLst>
                  <a:ext uri="{FF2B5EF4-FFF2-40B4-BE49-F238E27FC236}">
                    <a16:creationId xmlns:a16="http://schemas.microsoft.com/office/drawing/2014/main" id="{09CFDDBA-E518-4324-B18A-EF6E4B50B845}"/>
                  </a:ext>
                </a:extLst>
              </p:cNvPr>
              <p:cNvSpPr/>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6" name="Freeform: Shape 105">
                <a:extLst>
                  <a:ext uri="{FF2B5EF4-FFF2-40B4-BE49-F238E27FC236}">
                    <a16:creationId xmlns:a16="http://schemas.microsoft.com/office/drawing/2014/main" id="{C8579CBC-E6AF-4829-AA1D-7B277821341A}"/>
                  </a:ext>
                </a:extLst>
              </p:cNvPr>
              <p:cNvSpPr/>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7" name="Freeform: Shape 106">
                <a:extLst>
                  <a:ext uri="{FF2B5EF4-FFF2-40B4-BE49-F238E27FC236}">
                    <a16:creationId xmlns:a16="http://schemas.microsoft.com/office/drawing/2014/main" id="{F4F87C77-9949-468A-9B86-3D4A3CB1D080}"/>
                  </a:ext>
                </a:extLst>
              </p:cNvPr>
              <p:cNvSpPr/>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8" name="Freeform: Shape 107">
                <a:extLst>
                  <a:ext uri="{FF2B5EF4-FFF2-40B4-BE49-F238E27FC236}">
                    <a16:creationId xmlns:a16="http://schemas.microsoft.com/office/drawing/2014/main" id="{C0DAD71F-08D6-41FB-93B2-448EB15BCB30}"/>
                  </a:ext>
                </a:extLst>
              </p:cNvPr>
              <p:cNvSpPr/>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9" name="Freeform: Shape 108">
                <a:extLst>
                  <a:ext uri="{FF2B5EF4-FFF2-40B4-BE49-F238E27FC236}">
                    <a16:creationId xmlns:a16="http://schemas.microsoft.com/office/drawing/2014/main" id="{BFE5B582-FC98-4E72-9AFF-067166B79359}"/>
                  </a:ext>
                </a:extLst>
              </p:cNvPr>
              <p:cNvSpPr/>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0" name="Freeform: Shape 109">
                <a:extLst>
                  <a:ext uri="{FF2B5EF4-FFF2-40B4-BE49-F238E27FC236}">
                    <a16:creationId xmlns:a16="http://schemas.microsoft.com/office/drawing/2014/main" id="{AA87FE08-67A7-40C4-BA28-5C87D875EB1A}"/>
                  </a:ext>
                </a:extLst>
              </p:cNvPr>
              <p:cNvSpPr/>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1" name="Freeform: Shape 110">
                <a:extLst>
                  <a:ext uri="{FF2B5EF4-FFF2-40B4-BE49-F238E27FC236}">
                    <a16:creationId xmlns:a16="http://schemas.microsoft.com/office/drawing/2014/main" id="{601F8489-E1AB-4730-8A77-EFF164E47BCC}"/>
                  </a:ext>
                </a:extLst>
              </p:cNvPr>
              <p:cNvSpPr/>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2" name="Freeform: Shape 111">
                <a:extLst>
                  <a:ext uri="{FF2B5EF4-FFF2-40B4-BE49-F238E27FC236}">
                    <a16:creationId xmlns:a16="http://schemas.microsoft.com/office/drawing/2014/main" id="{D3E2442A-D936-4EBA-A666-6E82DB2DA28A}"/>
                  </a:ext>
                </a:extLst>
              </p:cNvPr>
              <p:cNvSpPr/>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3" name="Freeform: Shape 112">
                <a:extLst>
                  <a:ext uri="{FF2B5EF4-FFF2-40B4-BE49-F238E27FC236}">
                    <a16:creationId xmlns:a16="http://schemas.microsoft.com/office/drawing/2014/main" id="{2E891E37-78A2-43D1-99C0-5F53AC4AD9D4}"/>
                  </a:ext>
                </a:extLst>
              </p:cNvPr>
              <p:cNvSpPr/>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4" name="Freeform: Shape 113">
                <a:extLst>
                  <a:ext uri="{FF2B5EF4-FFF2-40B4-BE49-F238E27FC236}">
                    <a16:creationId xmlns:a16="http://schemas.microsoft.com/office/drawing/2014/main" id="{FF5FE9C1-0A9F-4E0A-8F9E-3EF3223F9E09}"/>
                  </a:ext>
                </a:extLst>
              </p:cNvPr>
              <p:cNvSpPr/>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5" name="Freeform: Shape 114">
                <a:extLst>
                  <a:ext uri="{FF2B5EF4-FFF2-40B4-BE49-F238E27FC236}">
                    <a16:creationId xmlns:a16="http://schemas.microsoft.com/office/drawing/2014/main" id="{57C2FED7-F344-47E5-BB1E-E7CB26B335F8}"/>
                  </a:ext>
                </a:extLst>
              </p:cNvPr>
              <p:cNvSpPr/>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6" name="Freeform: Shape 115">
                <a:extLst>
                  <a:ext uri="{FF2B5EF4-FFF2-40B4-BE49-F238E27FC236}">
                    <a16:creationId xmlns:a16="http://schemas.microsoft.com/office/drawing/2014/main" id="{C95DD38F-B4B9-40A1-B7BD-EDF00AFD64F9}"/>
                  </a:ext>
                </a:extLst>
              </p:cNvPr>
              <p:cNvSpPr/>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7" name="Freeform: Shape 116">
                <a:extLst>
                  <a:ext uri="{FF2B5EF4-FFF2-40B4-BE49-F238E27FC236}">
                    <a16:creationId xmlns:a16="http://schemas.microsoft.com/office/drawing/2014/main" id="{B1334E03-6B96-4D5A-8314-2AAB15396089}"/>
                  </a:ext>
                </a:extLst>
              </p:cNvPr>
              <p:cNvSpPr/>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8" name="Freeform: Shape 117">
                <a:extLst>
                  <a:ext uri="{FF2B5EF4-FFF2-40B4-BE49-F238E27FC236}">
                    <a16:creationId xmlns:a16="http://schemas.microsoft.com/office/drawing/2014/main" id="{59EFDAF0-6330-4D40-B4E4-57C5891A998C}"/>
                  </a:ext>
                </a:extLst>
              </p:cNvPr>
              <p:cNvSpPr/>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9" name="Freeform: Shape 118">
                <a:extLst>
                  <a:ext uri="{FF2B5EF4-FFF2-40B4-BE49-F238E27FC236}">
                    <a16:creationId xmlns:a16="http://schemas.microsoft.com/office/drawing/2014/main" id="{6EDDC210-93CC-4464-BDA2-3CC18C0C693B}"/>
                  </a:ext>
                </a:extLst>
              </p:cNvPr>
              <p:cNvSpPr/>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0" name="Freeform: Shape 119">
                <a:extLst>
                  <a:ext uri="{FF2B5EF4-FFF2-40B4-BE49-F238E27FC236}">
                    <a16:creationId xmlns:a16="http://schemas.microsoft.com/office/drawing/2014/main" id="{9E521203-1A0B-470B-B729-1B8B0AFF5A39}"/>
                  </a:ext>
                </a:extLst>
              </p:cNvPr>
              <p:cNvSpPr/>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1" name="Freeform: Shape 120">
                <a:extLst>
                  <a:ext uri="{FF2B5EF4-FFF2-40B4-BE49-F238E27FC236}">
                    <a16:creationId xmlns:a16="http://schemas.microsoft.com/office/drawing/2014/main" id="{091C18AB-4BE0-4C09-ABC6-05334DF7826F}"/>
                  </a:ext>
                </a:extLst>
              </p:cNvPr>
              <p:cNvSpPr/>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2" name="Freeform: Shape 121">
                <a:extLst>
                  <a:ext uri="{FF2B5EF4-FFF2-40B4-BE49-F238E27FC236}">
                    <a16:creationId xmlns:a16="http://schemas.microsoft.com/office/drawing/2014/main" id="{4EA1AE17-D725-411E-AFAC-60B5A959DF4E}"/>
                  </a:ext>
                </a:extLst>
              </p:cNvPr>
              <p:cNvSpPr/>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3" name="Freeform: Shape 122">
                <a:extLst>
                  <a:ext uri="{FF2B5EF4-FFF2-40B4-BE49-F238E27FC236}">
                    <a16:creationId xmlns:a16="http://schemas.microsoft.com/office/drawing/2014/main" id="{6D6D2AB0-DEA8-4510-96C2-B8547E8A7DD6}"/>
                  </a:ext>
                </a:extLst>
              </p:cNvPr>
              <p:cNvSpPr/>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4" name="Freeform: Shape 123">
                <a:extLst>
                  <a:ext uri="{FF2B5EF4-FFF2-40B4-BE49-F238E27FC236}">
                    <a16:creationId xmlns:a16="http://schemas.microsoft.com/office/drawing/2014/main" id="{5D2C70B9-3A29-4A3F-B9E2-02A556FB509F}"/>
                  </a:ext>
                </a:extLst>
              </p:cNvPr>
              <p:cNvSpPr/>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5" name="Freeform: Shape 124">
                <a:extLst>
                  <a:ext uri="{FF2B5EF4-FFF2-40B4-BE49-F238E27FC236}">
                    <a16:creationId xmlns:a16="http://schemas.microsoft.com/office/drawing/2014/main" id="{B7B5EA85-B9B6-47B1-9156-980D6B0EE597}"/>
                  </a:ext>
                </a:extLst>
              </p:cNvPr>
              <p:cNvSpPr/>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6" name="Freeform: Shape 125">
                <a:extLst>
                  <a:ext uri="{FF2B5EF4-FFF2-40B4-BE49-F238E27FC236}">
                    <a16:creationId xmlns:a16="http://schemas.microsoft.com/office/drawing/2014/main" id="{2C8DB9BF-A31E-45AC-8271-73868A63504C}"/>
                  </a:ext>
                </a:extLst>
              </p:cNvPr>
              <p:cNvSpPr/>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7" name="Freeform: Shape 126">
                <a:extLst>
                  <a:ext uri="{FF2B5EF4-FFF2-40B4-BE49-F238E27FC236}">
                    <a16:creationId xmlns:a16="http://schemas.microsoft.com/office/drawing/2014/main" id="{3F5BC346-9C8F-4FC2-884E-BC40B09E9461}"/>
                  </a:ext>
                </a:extLst>
              </p:cNvPr>
              <p:cNvSpPr/>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8" name="Freeform: Shape 127">
                <a:extLst>
                  <a:ext uri="{FF2B5EF4-FFF2-40B4-BE49-F238E27FC236}">
                    <a16:creationId xmlns:a16="http://schemas.microsoft.com/office/drawing/2014/main" id="{4E18F1FE-B933-45C8-9F4F-53DCCC1FA2CA}"/>
                  </a:ext>
                </a:extLst>
              </p:cNvPr>
              <p:cNvSpPr/>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9" name="Freeform: Shape 128">
                <a:extLst>
                  <a:ext uri="{FF2B5EF4-FFF2-40B4-BE49-F238E27FC236}">
                    <a16:creationId xmlns:a16="http://schemas.microsoft.com/office/drawing/2014/main" id="{8CF9F0AF-3E92-4593-88F2-0A9691F8FEA5}"/>
                  </a:ext>
                </a:extLst>
              </p:cNvPr>
              <p:cNvSpPr/>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0" name="Freeform: Shape 129">
                <a:extLst>
                  <a:ext uri="{FF2B5EF4-FFF2-40B4-BE49-F238E27FC236}">
                    <a16:creationId xmlns:a16="http://schemas.microsoft.com/office/drawing/2014/main" id="{5F8E407F-7C3D-4C6D-A845-CE6C18A4E19E}"/>
                  </a:ext>
                </a:extLst>
              </p:cNvPr>
              <p:cNvSpPr/>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1" name="Freeform: Shape 130">
                <a:extLst>
                  <a:ext uri="{FF2B5EF4-FFF2-40B4-BE49-F238E27FC236}">
                    <a16:creationId xmlns:a16="http://schemas.microsoft.com/office/drawing/2014/main" id="{65B86F18-3F82-406B-A6B8-73508323F5B1}"/>
                  </a:ext>
                </a:extLst>
              </p:cNvPr>
              <p:cNvSpPr/>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2" name="Freeform: Shape 131">
                <a:extLst>
                  <a:ext uri="{FF2B5EF4-FFF2-40B4-BE49-F238E27FC236}">
                    <a16:creationId xmlns:a16="http://schemas.microsoft.com/office/drawing/2014/main" id="{282DBE01-A20A-44FA-B824-6B6AE5B47541}"/>
                  </a:ext>
                </a:extLst>
              </p:cNvPr>
              <p:cNvSpPr/>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3" name="Freeform: Shape 132">
                <a:extLst>
                  <a:ext uri="{FF2B5EF4-FFF2-40B4-BE49-F238E27FC236}">
                    <a16:creationId xmlns:a16="http://schemas.microsoft.com/office/drawing/2014/main" id="{525BA03A-821A-451C-974A-5BC54F600152}"/>
                  </a:ext>
                </a:extLst>
              </p:cNvPr>
              <p:cNvSpPr/>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4" name="Freeform: Shape 133">
                <a:extLst>
                  <a:ext uri="{FF2B5EF4-FFF2-40B4-BE49-F238E27FC236}">
                    <a16:creationId xmlns:a16="http://schemas.microsoft.com/office/drawing/2014/main" id="{C4A1A8AE-42A8-458F-9647-2B1E0080C328}"/>
                  </a:ext>
                </a:extLst>
              </p:cNvPr>
              <p:cNvSpPr/>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5" name="Freeform: Shape 134">
                <a:extLst>
                  <a:ext uri="{FF2B5EF4-FFF2-40B4-BE49-F238E27FC236}">
                    <a16:creationId xmlns:a16="http://schemas.microsoft.com/office/drawing/2014/main" id="{1061C57A-74C4-42DF-837D-4BD2480F5637}"/>
                  </a:ext>
                </a:extLst>
              </p:cNvPr>
              <p:cNvSpPr/>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6" name="Freeform: Shape 135">
                <a:extLst>
                  <a:ext uri="{FF2B5EF4-FFF2-40B4-BE49-F238E27FC236}">
                    <a16:creationId xmlns:a16="http://schemas.microsoft.com/office/drawing/2014/main" id="{2E72CD8D-308B-4DA6-A9E9-29C5289A64AF}"/>
                  </a:ext>
                </a:extLst>
              </p:cNvPr>
              <p:cNvSpPr/>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7" name="Freeform: Shape 136">
                <a:extLst>
                  <a:ext uri="{FF2B5EF4-FFF2-40B4-BE49-F238E27FC236}">
                    <a16:creationId xmlns:a16="http://schemas.microsoft.com/office/drawing/2014/main" id="{67DA1353-3400-4417-AE74-101830D91305}"/>
                  </a:ext>
                </a:extLst>
              </p:cNvPr>
              <p:cNvSpPr/>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8" name="Freeform: Shape 137">
                <a:extLst>
                  <a:ext uri="{FF2B5EF4-FFF2-40B4-BE49-F238E27FC236}">
                    <a16:creationId xmlns:a16="http://schemas.microsoft.com/office/drawing/2014/main" id="{780402F0-99E7-4BC1-8B33-8C28B061254B}"/>
                  </a:ext>
                </a:extLst>
              </p:cNvPr>
              <p:cNvSpPr/>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9" name="Freeform: Shape 138">
                <a:extLst>
                  <a:ext uri="{FF2B5EF4-FFF2-40B4-BE49-F238E27FC236}">
                    <a16:creationId xmlns:a16="http://schemas.microsoft.com/office/drawing/2014/main" id="{D8F0B222-EDEC-4F73-BFBF-EEF77FCEFE6D}"/>
                  </a:ext>
                </a:extLst>
              </p:cNvPr>
              <p:cNvSpPr/>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0" name="Freeform: Shape 139">
                <a:extLst>
                  <a:ext uri="{FF2B5EF4-FFF2-40B4-BE49-F238E27FC236}">
                    <a16:creationId xmlns:a16="http://schemas.microsoft.com/office/drawing/2014/main" id="{99DFF4C5-2EF0-4C23-99F5-6FBA3C2FDECA}"/>
                  </a:ext>
                </a:extLst>
              </p:cNvPr>
              <p:cNvSpPr/>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1" name="Freeform: Shape 140">
                <a:extLst>
                  <a:ext uri="{FF2B5EF4-FFF2-40B4-BE49-F238E27FC236}">
                    <a16:creationId xmlns:a16="http://schemas.microsoft.com/office/drawing/2014/main" id="{42099B1E-BE83-48FA-A883-6B86E3781583}"/>
                  </a:ext>
                </a:extLst>
              </p:cNvPr>
              <p:cNvSpPr/>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2" name="Freeform: Shape 141">
                <a:extLst>
                  <a:ext uri="{FF2B5EF4-FFF2-40B4-BE49-F238E27FC236}">
                    <a16:creationId xmlns:a16="http://schemas.microsoft.com/office/drawing/2014/main" id="{0642570B-F261-403D-8AE5-755725C5C683}"/>
                  </a:ext>
                </a:extLst>
              </p:cNvPr>
              <p:cNvSpPr/>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3" name="Freeform: Shape 142">
                <a:extLst>
                  <a:ext uri="{FF2B5EF4-FFF2-40B4-BE49-F238E27FC236}">
                    <a16:creationId xmlns:a16="http://schemas.microsoft.com/office/drawing/2014/main" id="{0289D3E0-1FCD-421F-B82C-57D48531197C}"/>
                  </a:ext>
                </a:extLst>
              </p:cNvPr>
              <p:cNvSpPr/>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4" name="Freeform: Shape 143">
                <a:extLst>
                  <a:ext uri="{FF2B5EF4-FFF2-40B4-BE49-F238E27FC236}">
                    <a16:creationId xmlns:a16="http://schemas.microsoft.com/office/drawing/2014/main" id="{B0CDB835-A9B8-4DD1-8E4A-94CB352EBA4C}"/>
                  </a:ext>
                </a:extLst>
              </p:cNvPr>
              <p:cNvSpPr/>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5" name="Freeform: Shape 144">
                <a:extLst>
                  <a:ext uri="{FF2B5EF4-FFF2-40B4-BE49-F238E27FC236}">
                    <a16:creationId xmlns:a16="http://schemas.microsoft.com/office/drawing/2014/main" id="{A959ACD8-7B03-425E-A568-DD933FE53D29}"/>
                  </a:ext>
                </a:extLst>
              </p:cNvPr>
              <p:cNvSpPr/>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6" name="Freeform: Shape 145">
                <a:extLst>
                  <a:ext uri="{FF2B5EF4-FFF2-40B4-BE49-F238E27FC236}">
                    <a16:creationId xmlns:a16="http://schemas.microsoft.com/office/drawing/2014/main" id="{C1417EAD-6931-45DD-A71C-649A3A1E1742}"/>
                  </a:ext>
                </a:extLst>
              </p:cNvPr>
              <p:cNvSpPr/>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7" name="Freeform: Shape 146">
                <a:extLst>
                  <a:ext uri="{FF2B5EF4-FFF2-40B4-BE49-F238E27FC236}">
                    <a16:creationId xmlns:a16="http://schemas.microsoft.com/office/drawing/2014/main" id="{3F8F5897-91C8-4949-B3E2-08E8C4D10561}"/>
                  </a:ext>
                </a:extLst>
              </p:cNvPr>
              <p:cNvSpPr/>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8" name="Freeform: Shape 147">
                <a:extLst>
                  <a:ext uri="{FF2B5EF4-FFF2-40B4-BE49-F238E27FC236}">
                    <a16:creationId xmlns:a16="http://schemas.microsoft.com/office/drawing/2014/main" id="{818AF2B2-848E-432A-853D-4171DB436AB9}"/>
                  </a:ext>
                </a:extLst>
              </p:cNvPr>
              <p:cNvSpPr/>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9" name="Freeform: Shape 148">
                <a:extLst>
                  <a:ext uri="{FF2B5EF4-FFF2-40B4-BE49-F238E27FC236}">
                    <a16:creationId xmlns:a16="http://schemas.microsoft.com/office/drawing/2014/main" id="{A95D8E15-C401-4021-A442-B2B29505E22D}"/>
                  </a:ext>
                </a:extLst>
              </p:cNvPr>
              <p:cNvSpPr/>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0" name="Freeform: Shape 149">
                <a:extLst>
                  <a:ext uri="{FF2B5EF4-FFF2-40B4-BE49-F238E27FC236}">
                    <a16:creationId xmlns:a16="http://schemas.microsoft.com/office/drawing/2014/main" id="{91B6E7C4-CA47-4FE7-84A9-629E655725F3}"/>
                  </a:ext>
                </a:extLst>
              </p:cNvPr>
              <p:cNvSpPr/>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1" name="Freeform: Shape 150">
                <a:extLst>
                  <a:ext uri="{FF2B5EF4-FFF2-40B4-BE49-F238E27FC236}">
                    <a16:creationId xmlns:a16="http://schemas.microsoft.com/office/drawing/2014/main" id="{AD49B82B-2837-42BA-9DE4-DF33E912C8C5}"/>
                  </a:ext>
                </a:extLst>
              </p:cNvPr>
              <p:cNvSpPr/>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2" name="Freeform: Shape 151">
                <a:extLst>
                  <a:ext uri="{FF2B5EF4-FFF2-40B4-BE49-F238E27FC236}">
                    <a16:creationId xmlns:a16="http://schemas.microsoft.com/office/drawing/2014/main" id="{173AEBBC-7300-434A-90D2-797E21B1434C}"/>
                  </a:ext>
                </a:extLst>
              </p:cNvPr>
              <p:cNvSpPr/>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3" name="Freeform: Shape 152">
                <a:extLst>
                  <a:ext uri="{FF2B5EF4-FFF2-40B4-BE49-F238E27FC236}">
                    <a16:creationId xmlns:a16="http://schemas.microsoft.com/office/drawing/2014/main" id="{079F400B-1FBB-4723-AE19-B242DD4F5F4D}"/>
                  </a:ext>
                </a:extLst>
              </p:cNvPr>
              <p:cNvSpPr/>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4" name="Freeform: Shape 153">
                <a:extLst>
                  <a:ext uri="{FF2B5EF4-FFF2-40B4-BE49-F238E27FC236}">
                    <a16:creationId xmlns:a16="http://schemas.microsoft.com/office/drawing/2014/main" id="{F3220893-28AF-4796-89C4-497A3E0F7375}"/>
                  </a:ext>
                </a:extLst>
              </p:cNvPr>
              <p:cNvSpPr/>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5" name="Freeform: Shape 154">
                <a:extLst>
                  <a:ext uri="{FF2B5EF4-FFF2-40B4-BE49-F238E27FC236}">
                    <a16:creationId xmlns:a16="http://schemas.microsoft.com/office/drawing/2014/main" id="{E37B6154-8BF3-4B1F-8CE6-4E1F92E2A756}"/>
                  </a:ext>
                </a:extLst>
              </p:cNvPr>
              <p:cNvSpPr/>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6" name="Freeform: Shape 155">
                <a:extLst>
                  <a:ext uri="{FF2B5EF4-FFF2-40B4-BE49-F238E27FC236}">
                    <a16:creationId xmlns:a16="http://schemas.microsoft.com/office/drawing/2014/main" id="{AF054118-31C5-405F-98FD-C52552668115}"/>
                  </a:ext>
                </a:extLst>
              </p:cNvPr>
              <p:cNvSpPr/>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7" name="Freeform: Shape 156">
                <a:extLst>
                  <a:ext uri="{FF2B5EF4-FFF2-40B4-BE49-F238E27FC236}">
                    <a16:creationId xmlns:a16="http://schemas.microsoft.com/office/drawing/2014/main" id="{BC580ECA-94B5-4EEE-8B3E-D13068010A85}"/>
                  </a:ext>
                </a:extLst>
              </p:cNvPr>
              <p:cNvSpPr/>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8" name="Freeform: Shape 157">
                <a:extLst>
                  <a:ext uri="{FF2B5EF4-FFF2-40B4-BE49-F238E27FC236}">
                    <a16:creationId xmlns:a16="http://schemas.microsoft.com/office/drawing/2014/main" id="{B5EC5FD6-0D19-498D-BDFC-1C65B1405374}"/>
                  </a:ext>
                </a:extLst>
              </p:cNvPr>
              <p:cNvSpPr/>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9" name="Freeform: Shape 158">
                <a:extLst>
                  <a:ext uri="{FF2B5EF4-FFF2-40B4-BE49-F238E27FC236}">
                    <a16:creationId xmlns:a16="http://schemas.microsoft.com/office/drawing/2014/main" id="{1F47A1FC-F8D5-4DF4-B1D1-0B0F9CD2BD6C}"/>
                  </a:ext>
                </a:extLst>
              </p:cNvPr>
              <p:cNvSpPr/>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0" name="Freeform: Shape 159">
                <a:extLst>
                  <a:ext uri="{FF2B5EF4-FFF2-40B4-BE49-F238E27FC236}">
                    <a16:creationId xmlns:a16="http://schemas.microsoft.com/office/drawing/2014/main" id="{503D5622-B726-487F-B57C-23162F37592D}"/>
                  </a:ext>
                </a:extLst>
              </p:cNvPr>
              <p:cNvSpPr/>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1" name="Freeform: Shape 160">
                <a:extLst>
                  <a:ext uri="{FF2B5EF4-FFF2-40B4-BE49-F238E27FC236}">
                    <a16:creationId xmlns:a16="http://schemas.microsoft.com/office/drawing/2014/main" id="{25E5A90C-2EF7-4B6F-A358-5BB4E600DD66}"/>
                  </a:ext>
                </a:extLst>
              </p:cNvPr>
              <p:cNvSpPr/>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2" name="Freeform: Shape 161">
                <a:extLst>
                  <a:ext uri="{FF2B5EF4-FFF2-40B4-BE49-F238E27FC236}">
                    <a16:creationId xmlns:a16="http://schemas.microsoft.com/office/drawing/2014/main" id="{302D610A-8A29-4084-9D8E-4D2CC0453FA3}"/>
                  </a:ext>
                </a:extLst>
              </p:cNvPr>
              <p:cNvSpPr/>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3" name="Freeform: Shape 162">
                <a:extLst>
                  <a:ext uri="{FF2B5EF4-FFF2-40B4-BE49-F238E27FC236}">
                    <a16:creationId xmlns:a16="http://schemas.microsoft.com/office/drawing/2014/main" id="{4512BE54-08BA-409A-9F16-0B3A63534F25}"/>
                  </a:ext>
                </a:extLst>
              </p:cNvPr>
              <p:cNvSpPr/>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4" name="Freeform: Shape 163">
                <a:extLst>
                  <a:ext uri="{FF2B5EF4-FFF2-40B4-BE49-F238E27FC236}">
                    <a16:creationId xmlns:a16="http://schemas.microsoft.com/office/drawing/2014/main" id="{21517A1B-623C-4FB6-A8DE-C70DE126139A}"/>
                  </a:ext>
                </a:extLst>
              </p:cNvPr>
              <p:cNvSpPr/>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5" name="Freeform: Shape 164">
                <a:extLst>
                  <a:ext uri="{FF2B5EF4-FFF2-40B4-BE49-F238E27FC236}">
                    <a16:creationId xmlns:a16="http://schemas.microsoft.com/office/drawing/2014/main" id="{8F788AA1-211E-4C56-B36D-9863A62BC9E9}"/>
                  </a:ext>
                </a:extLst>
              </p:cNvPr>
              <p:cNvSpPr/>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6" name="Freeform: Shape 165">
                <a:extLst>
                  <a:ext uri="{FF2B5EF4-FFF2-40B4-BE49-F238E27FC236}">
                    <a16:creationId xmlns:a16="http://schemas.microsoft.com/office/drawing/2014/main" id="{8B12D240-C258-4FE9-A423-E46A6773F17B}"/>
                  </a:ext>
                </a:extLst>
              </p:cNvPr>
              <p:cNvSpPr/>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7" name="Freeform: Shape 166">
                <a:extLst>
                  <a:ext uri="{FF2B5EF4-FFF2-40B4-BE49-F238E27FC236}">
                    <a16:creationId xmlns:a16="http://schemas.microsoft.com/office/drawing/2014/main" id="{1A0AAA9A-6C12-4257-AC9C-FBFA0F0EEE0F}"/>
                  </a:ext>
                </a:extLst>
              </p:cNvPr>
              <p:cNvSpPr/>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8" name="Freeform: Shape 167">
                <a:extLst>
                  <a:ext uri="{FF2B5EF4-FFF2-40B4-BE49-F238E27FC236}">
                    <a16:creationId xmlns:a16="http://schemas.microsoft.com/office/drawing/2014/main" id="{61819836-2D65-4DA6-B1B2-20437FAD689A}"/>
                  </a:ext>
                </a:extLst>
              </p:cNvPr>
              <p:cNvSpPr/>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9" name="Freeform: Shape 168">
                <a:extLst>
                  <a:ext uri="{FF2B5EF4-FFF2-40B4-BE49-F238E27FC236}">
                    <a16:creationId xmlns:a16="http://schemas.microsoft.com/office/drawing/2014/main" id="{F89C4CF7-D75F-44C1-BC4D-DE7AA1E0D642}"/>
                  </a:ext>
                </a:extLst>
              </p:cNvPr>
              <p:cNvSpPr/>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0" name="Freeform: Shape 169">
                <a:extLst>
                  <a:ext uri="{FF2B5EF4-FFF2-40B4-BE49-F238E27FC236}">
                    <a16:creationId xmlns:a16="http://schemas.microsoft.com/office/drawing/2014/main" id="{A00CB392-768D-49BF-BA72-092945C55ACD}"/>
                  </a:ext>
                </a:extLst>
              </p:cNvPr>
              <p:cNvSpPr/>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1" name="Freeform: Shape 170">
                <a:extLst>
                  <a:ext uri="{FF2B5EF4-FFF2-40B4-BE49-F238E27FC236}">
                    <a16:creationId xmlns:a16="http://schemas.microsoft.com/office/drawing/2014/main" id="{CF276FAA-41F5-4B48-9482-8481D80FD916}"/>
                  </a:ext>
                </a:extLst>
              </p:cNvPr>
              <p:cNvSpPr/>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2" name="Freeform: Shape 171">
                <a:extLst>
                  <a:ext uri="{FF2B5EF4-FFF2-40B4-BE49-F238E27FC236}">
                    <a16:creationId xmlns:a16="http://schemas.microsoft.com/office/drawing/2014/main" id="{B023AAE1-1E09-438C-94E4-1AA2E1261749}"/>
                  </a:ext>
                </a:extLst>
              </p:cNvPr>
              <p:cNvSpPr/>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3" name="Freeform: Shape 172">
                <a:extLst>
                  <a:ext uri="{FF2B5EF4-FFF2-40B4-BE49-F238E27FC236}">
                    <a16:creationId xmlns:a16="http://schemas.microsoft.com/office/drawing/2014/main" id="{6AF45571-CE43-461D-A8D7-2B47BADAC7A2}"/>
                  </a:ext>
                </a:extLst>
              </p:cNvPr>
              <p:cNvSpPr/>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4" name="Freeform: Shape 173">
                <a:extLst>
                  <a:ext uri="{FF2B5EF4-FFF2-40B4-BE49-F238E27FC236}">
                    <a16:creationId xmlns:a16="http://schemas.microsoft.com/office/drawing/2014/main" id="{D5EB8CB6-6D13-433E-A200-C3F33606CBA0}"/>
                  </a:ext>
                </a:extLst>
              </p:cNvPr>
              <p:cNvSpPr/>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5" name="Freeform: Shape 174">
                <a:extLst>
                  <a:ext uri="{FF2B5EF4-FFF2-40B4-BE49-F238E27FC236}">
                    <a16:creationId xmlns:a16="http://schemas.microsoft.com/office/drawing/2014/main" id="{F97E0D79-0FE9-4E61-B180-D44663AE43FB}"/>
                  </a:ext>
                </a:extLst>
              </p:cNvPr>
              <p:cNvSpPr/>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6" name="Freeform: Shape 175">
                <a:extLst>
                  <a:ext uri="{FF2B5EF4-FFF2-40B4-BE49-F238E27FC236}">
                    <a16:creationId xmlns:a16="http://schemas.microsoft.com/office/drawing/2014/main" id="{0E7A30CB-3A49-440A-8BFF-DDECDE64AFB9}"/>
                  </a:ext>
                </a:extLst>
              </p:cNvPr>
              <p:cNvSpPr/>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7" name="Freeform: Shape 176">
                <a:extLst>
                  <a:ext uri="{FF2B5EF4-FFF2-40B4-BE49-F238E27FC236}">
                    <a16:creationId xmlns:a16="http://schemas.microsoft.com/office/drawing/2014/main" id="{2C9C1DFA-72DD-49AD-8233-893910818926}"/>
                  </a:ext>
                </a:extLst>
              </p:cNvPr>
              <p:cNvSpPr/>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8" name="Freeform: Shape 177">
                <a:extLst>
                  <a:ext uri="{FF2B5EF4-FFF2-40B4-BE49-F238E27FC236}">
                    <a16:creationId xmlns:a16="http://schemas.microsoft.com/office/drawing/2014/main" id="{01E06A40-B44B-42D2-8166-86EA71277133}"/>
                  </a:ext>
                </a:extLst>
              </p:cNvPr>
              <p:cNvSpPr/>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9" name="Freeform: Shape 178">
                <a:extLst>
                  <a:ext uri="{FF2B5EF4-FFF2-40B4-BE49-F238E27FC236}">
                    <a16:creationId xmlns:a16="http://schemas.microsoft.com/office/drawing/2014/main" id="{AAD1390C-B164-4DA1-8585-4920E900C857}"/>
                  </a:ext>
                </a:extLst>
              </p:cNvPr>
              <p:cNvSpPr/>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0" name="Freeform: Shape 179">
                <a:extLst>
                  <a:ext uri="{FF2B5EF4-FFF2-40B4-BE49-F238E27FC236}">
                    <a16:creationId xmlns:a16="http://schemas.microsoft.com/office/drawing/2014/main" id="{6E37C65D-A0AE-4C3D-871A-FC32207011DF}"/>
                  </a:ext>
                </a:extLst>
              </p:cNvPr>
              <p:cNvSpPr/>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1" name="Freeform: Shape 180">
                <a:extLst>
                  <a:ext uri="{FF2B5EF4-FFF2-40B4-BE49-F238E27FC236}">
                    <a16:creationId xmlns:a16="http://schemas.microsoft.com/office/drawing/2014/main" id="{0F946D8A-AA88-4AD8-8CFC-060E4352D7C7}"/>
                  </a:ext>
                </a:extLst>
              </p:cNvPr>
              <p:cNvSpPr/>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2" name="Freeform: Shape 181">
                <a:extLst>
                  <a:ext uri="{FF2B5EF4-FFF2-40B4-BE49-F238E27FC236}">
                    <a16:creationId xmlns:a16="http://schemas.microsoft.com/office/drawing/2014/main" id="{26C69E7E-139D-4304-9A47-E443E0325007}"/>
                  </a:ext>
                </a:extLst>
              </p:cNvPr>
              <p:cNvSpPr/>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3" name="Freeform: Shape 182">
                <a:extLst>
                  <a:ext uri="{FF2B5EF4-FFF2-40B4-BE49-F238E27FC236}">
                    <a16:creationId xmlns:a16="http://schemas.microsoft.com/office/drawing/2014/main" id="{643619BB-998A-4688-9EA8-E1A29493B652}"/>
                  </a:ext>
                </a:extLst>
              </p:cNvPr>
              <p:cNvSpPr/>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4" name="Freeform: Shape 183">
                <a:extLst>
                  <a:ext uri="{FF2B5EF4-FFF2-40B4-BE49-F238E27FC236}">
                    <a16:creationId xmlns:a16="http://schemas.microsoft.com/office/drawing/2014/main" id="{CA567F32-881E-43C4-BBB0-CDDAFDD276A3}"/>
                  </a:ext>
                </a:extLst>
              </p:cNvPr>
              <p:cNvSpPr/>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5" name="Freeform: Shape 184">
                <a:extLst>
                  <a:ext uri="{FF2B5EF4-FFF2-40B4-BE49-F238E27FC236}">
                    <a16:creationId xmlns:a16="http://schemas.microsoft.com/office/drawing/2014/main" id="{D1E4C6D4-84CE-4DDC-AC0F-FEDBD9A4BC7B}"/>
                  </a:ext>
                </a:extLst>
              </p:cNvPr>
              <p:cNvSpPr/>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6" name="Freeform: Shape 185">
                <a:extLst>
                  <a:ext uri="{FF2B5EF4-FFF2-40B4-BE49-F238E27FC236}">
                    <a16:creationId xmlns:a16="http://schemas.microsoft.com/office/drawing/2014/main" id="{0A2F5831-8F83-4A7E-8185-CA727AF7CAA1}"/>
                  </a:ext>
                </a:extLst>
              </p:cNvPr>
              <p:cNvSpPr/>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7" name="Freeform: Shape 186">
                <a:extLst>
                  <a:ext uri="{FF2B5EF4-FFF2-40B4-BE49-F238E27FC236}">
                    <a16:creationId xmlns:a16="http://schemas.microsoft.com/office/drawing/2014/main" id="{33B1C91A-AFEE-4375-83C7-8C346ECB6CB6}"/>
                  </a:ext>
                </a:extLst>
              </p:cNvPr>
              <p:cNvSpPr/>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8" name="Freeform: Shape 187">
                <a:extLst>
                  <a:ext uri="{FF2B5EF4-FFF2-40B4-BE49-F238E27FC236}">
                    <a16:creationId xmlns:a16="http://schemas.microsoft.com/office/drawing/2014/main" id="{8F328456-0E85-48D3-820F-81CCF861C7C0}"/>
                  </a:ext>
                </a:extLst>
              </p:cNvPr>
              <p:cNvSpPr/>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ource Sans Pro"/>
                  <a:ea typeface="+mn-ea"/>
                  <a:cs typeface="+mn-cs"/>
                </a:endParaRPr>
              </a:p>
            </p:txBody>
          </p:sp>
        </p:grpSp>
      </p:grpSp>
    </p:spTree>
    <p:extLst>
      <p:ext uri="{BB962C8B-B14F-4D97-AF65-F5344CB8AC3E}">
        <p14:creationId xmlns:p14="http://schemas.microsoft.com/office/powerpoint/2010/main" val="305070525"/>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ebra de seção">
    <p:spTree>
      <p:nvGrpSpPr>
        <p:cNvPr id="1" name=""/>
        <p:cNvGrpSpPr/>
        <p:nvPr/>
      </p:nvGrpSpPr>
      <p:grpSpPr>
        <a:xfrm>
          <a:off x="0" y="0"/>
          <a:ext cx="0" cy="0"/>
          <a:chOff x="0" y="0"/>
          <a:chExt cx="0" cy="0"/>
        </a:xfrm>
      </p:grpSpPr>
      <p:sp>
        <p:nvSpPr>
          <p:cNvPr id="37" name="Forma Livre: Forma 36">
            <a:extLst>
              <a:ext uri="{FF2B5EF4-FFF2-40B4-BE49-F238E27FC236}">
                <a16:creationId xmlns:a16="http://schemas.microsoft.com/office/drawing/2014/main" id="{9B6909CF-743B-4DF1-8060-7377C3B0EC96}"/>
              </a:ext>
              <a:ext uri="{C183D7F6-B498-43B3-948B-1728B52AA6E4}">
                <adec:decorative xmlns:adec="http://schemas.microsoft.com/office/drawing/2017/decorative" val="1"/>
              </a:ext>
            </a:extLst>
          </p:cNvPr>
          <p:cNvSpPr/>
          <p:nvPr userDrawn="1"/>
        </p:nvSpPr>
        <p:spPr>
          <a:xfrm>
            <a:off x="1408103" y="-15159"/>
            <a:ext cx="4902679" cy="4616801"/>
          </a:xfrm>
          <a:custGeom>
            <a:avLst/>
            <a:gdLst>
              <a:gd name="connsiteX0" fmla="*/ 1825048 w 6355652"/>
              <a:gd name="connsiteY0" fmla="*/ 0 h 6050127"/>
              <a:gd name="connsiteX1" fmla="*/ 4530604 w 6355652"/>
              <a:gd name="connsiteY1" fmla="*/ 0 h 6050127"/>
              <a:gd name="connsiteX2" fmla="*/ 4692567 w 6355652"/>
              <a:gd name="connsiteY2" fmla="*/ 78022 h 6050127"/>
              <a:gd name="connsiteX3" fmla="*/ 6355652 w 6355652"/>
              <a:gd name="connsiteY3" fmla="*/ 2872301 h 6050127"/>
              <a:gd name="connsiteX4" fmla="*/ 3177826 w 6355652"/>
              <a:gd name="connsiteY4" fmla="*/ 6050127 h 6050127"/>
              <a:gd name="connsiteX5" fmla="*/ 0 w 6355652"/>
              <a:gd name="connsiteY5" fmla="*/ 2872301 h 6050127"/>
              <a:gd name="connsiteX6" fmla="*/ 1663086 w 6355652"/>
              <a:gd name="connsiteY6" fmla="*/ 78022 h 60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6050127">
                <a:moveTo>
                  <a:pt x="1825048" y="0"/>
                </a:moveTo>
                <a:lnTo>
                  <a:pt x="4530604" y="0"/>
                </a:lnTo>
                <a:lnTo>
                  <a:pt x="4692567" y="78022"/>
                </a:lnTo>
                <a:cubicBezTo>
                  <a:pt x="5683175" y="616152"/>
                  <a:pt x="6355652" y="1665694"/>
                  <a:pt x="6355652" y="2872301"/>
                </a:cubicBezTo>
                <a:cubicBezTo>
                  <a:pt x="6355652" y="4627366"/>
                  <a:pt x="4932891" y="6050127"/>
                  <a:pt x="3177826" y="6050127"/>
                </a:cubicBezTo>
                <a:cubicBezTo>
                  <a:pt x="1422761" y="6050127"/>
                  <a:pt x="0" y="4627366"/>
                  <a:pt x="0" y="2872301"/>
                </a:cubicBezTo>
                <a:cubicBezTo>
                  <a:pt x="0" y="1665694"/>
                  <a:pt x="672477" y="616152"/>
                  <a:pt x="1663086" y="78022"/>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nvGrpSpPr>
          <p:cNvPr id="38" name="Grupo 37">
            <a:extLst>
              <a:ext uri="{FF2B5EF4-FFF2-40B4-BE49-F238E27FC236}">
                <a16:creationId xmlns:a16="http://schemas.microsoft.com/office/drawing/2014/main" id="{5525794F-443C-40B3-AC9C-14F574B044C9}"/>
              </a:ext>
              <a:ext uri="{C183D7F6-B498-43B3-948B-1728B52AA6E4}">
                <adec:decorative xmlns:adec="http://schemas.microsoft.com/office/drawing/2017/decorative" val="1"/>
              </a:ext>
            </a:extLst>
          </p:cNvPr>
          <p:cNvGrpSpPr/>
          <p:nvPr userDrawn="1"/>
        </p:nvGrpSpPr>
        <p:grpSpPr>
          <a:xfrm>
            <a:off x="0" y="1479558"/>
            <a:ext cx="1861854" cy="717514"/>
            <a:chOff x="0" y="1479558"/>
            <a:chExt cx="1861854" cy="717514"/>
          </a:xfrm>
          <a:solidFill>
            <a:schemeClr val="tx1"/>
          </a:solidFill>
        </p:grpSpPr>
        <p:sp>
          <p:nvSpPr>
            <p:cNvPr id="39" name="Forma livre: Forma 38">
              <a:extLst>
                <a:ext uri="{FF2B5EF4-FFF2-40B4-BE49-F238E27FC236}">
                  <a16:creationId xmlns:a16="http://schemas.microsoft.com/office/drawing/2014/main" id="{D60C3E59-61BE-442E-9897-D92166F40D31}"/>
                </a:ext>
              </a:extLst>
            </p:cNvPr>
            <p:cNvSpPr/>
            <p:nvPr/>
          </p:nvSpPr>
          <p:spPr>
            <a:xfrm>
              <a:off x="0" y="147955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0" name="Forma livre: Forma 39">
              <a:extLst>
                <a:ext uri="{FF2B5EF4-FFF2-40B4-BE49-F238E27FC236}">
                  <a16:creationId xmlns:a16="http://schemas.microsoft.com/office/drawing/2014/main" id="{12C7B4DA-5162-484A-9B4D-A784EF13976B}"/>
                </a:ext>
              </a:extLst>
            </p:cNvPr>
            <p:cNvSpPr/>
            <p:nvPr/>
          </p:nvSpPr>
          <p:spPr>
            <a:xfrm>
              <a:off x="0" y="19192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41" name="Forma Livre: Forma 40">
            <a:extLst>
              <a:ext uri="{FF2B5EF4-FFF2-40B4-BE49-F238E27FC236}">
                <a16:creationId xmlns:a16="http://schemas.microsoft.com/office/drawing/2014/main" id="{1E3F66BB-BDA3-4747-BDE0-3D814CBE5AF5}"/>
              </a:ext>
              <a:ext uri="{C183D7F6-B498-43B3-948B-1728B52AA6E4}">
                <adec:decorative xmlns:adec="http://schemas.microsoft.com/office/drawing/2017/decorative" val="1"/>
              </a:ext>
            </a:extLst>
          </p:cNvPr>
          <p:cNvSpPr/>
          <p:nvPr userDrawn="1"/>
        </p:nvSpPr>
        <p:spPr>
          <a:xfrm>
            <a:off x="1417246" y="-12193"/>
            <a:ext cx="4902679" cy="4616801"/>
          </a:xfrm>
          <a:custGeom>
            <a:avLst/>
            <a:gdLst>
              <a:gd name="connsiteX0" fmla="*/ 1825048 w 6355652"/>
              <a:gd name="connsiteY0" fmla="*/ 0 h 6050127"/>
              <a:gd name="connsiteX1" fmla="*/ 4530604 w 6355652"/>
              <a:gd name="connsiteY1" fmla="*/ 0 h 6050127"/>
              <a:gd name="connsiteX2" fmla="*/ 4692567 w 6355652"/>
              <a:gd name="connsiteY2" fmla="*/ 78022 h 6050127"/>
              <a:gd name="connsiteX3" fmla="*/ 6355652 w 6355652"/>
              <a:gd name="connsiteY3" fmla="*/ 2872301 h 6050127"/>
              <a:gd name="connsiteX4" fmla="*/ 3177826 w 6355652"/>
              <a:gd name="connsiteY4" fmla="*/ 6050127 h 6050127"/>
              <a:gd name="connsiteX5" fmla="*/ 0 w 6355652"/>
              <a:gd name="connsiteY5" fmla="*/ 2872301 h 6050127"/>
              <a:gd name="connsiteX6" fmla="*/ 1663086 w 6355652"/>
              <a:gd name="connsiteY6" fmla="*/ 78022 h 60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6050127">
                <a:moveTo>
                  <a:pt x="1825048" y="0"/>
                </a:moveTo>
                <a:lnTo>
                  <a:pt x="4530604" y="0"/>
                </a:lnTo>
                <a:lnTo>
                  <a:pt x="4692567" y="78022"/>
                </a:lnTo>
                <a:cubicBezTo>
                  <a:pt x="5683175" y="616152"/>
                  <a:pt x="6355652" y="1665694"/>
                  <a:pt x="6355652" y="2872301"/>
                </a:cubicBezTo>
                <a:cubicBezTo>
                  <a:pt x="6355652" y="4627366"/>
                  <a:pt x="4932891" y="6050127"/>
                  <a:pt x="3177826" y="6050127"/>
                </a:cubicBezTo>
                <a:cubicBezTo>
                  <a:pt x="1422761" y="6050127"/>
                  <a:pt x="0" y="4627366"/>
                  <a:pt x="0" y="2872301"/>
                </a:cubicBezTo>
                <a:cubicBezTo>
                  <a:pt x="0" y="1665694"/>
                  <a:pt x="672477" y="616152"/>
                  <a:pt x="1663086" y="78022"/>
                </a:cubicBezTo>
                <a:close/>
              </a:path>
            </a:pathLst>
          </a:cu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useBgFill="1">
        <p:nvSpPr>
          <p:cNvPr id="42" name="Forma livre: Forma 41">
            <a:extLst>
              <a:ext uri="{FF2B5EF4-FFF2-40B4-BE49-F238E27FC236}">
                <a16:creationId xmlns:a16="http://schemas.microsoft.com/office/drawing/2014/main" id="{FA21FCC9-56C2-419C-BADF-9C928DDAD289}"/>
              </a:ext>
              <a:ext uri="{C183D7F6-B498-43B3-948B-1728B52AA6E4}">
                <adec:decorative xmlns:adec="http://schemas.microsoft.com/office/drawing/2017/decorative" val="1"/>
              </a:ext>
            </a:extLst>
          </p:cNvPr>
          <p:cNvSpPr/>
          <p:nvPr userDrawn="1"/>
        </p:nvSpPr>
        <p:spPr>
          <a:xfrm>
            <a:off x="1305243" y="-12192"/>
            <a:ext cx="4902678" cy="4544235"/>
          </a:xfrm>
          <a:custGeom>
            <a:avLst/>
            <a:gdLst>
              <a:gd name="connsiteX0" fmla="*/ 1529549 w 6355652"/>
              <a:gd name="connsiteY0" fmla="*/ 0 h 5890980"/>
              <a:gd name="connsiteX1" fmla="*/ 4826104 w 6355652"/>
              <a:gd name="connsiteY1" fmla="*/ 0 h 5890980"/>
              <a:gd name="connsiteX2" fmla="*/ 4954579 w 6355652"/>
              <a:gd name="connsiteY2" fmla="*/ 78051 h 5890980"/>
              <a:gd name="connsiteX3" fmla="*/ 6355652 w 6355652"/>
              <a:gd name="connsiteY3" fmla="*/ 2713154 h 5890980"/>
              <a:gd name="connsiteX4" fmla="*/ 3177826 w 6355652"/>
              <a:gd name="connsiteY4" fmla="*/ 5890980 h 5890980"/>
              <a:gd name="connsiteX5" fmla="*/ 0 w 6355652"/>
              <a:gd name="connsiteY5" fmla="*/ 2713154 h 5890980"/>
              <a:gd name="connsiteX6" fmla="*/ 1401073 w 6355652"/>
              <a:gd name="connsiteY6" fmla="*/ 78051 h 5890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5890980">
                <a:moveTo>
                  <a:pt x="1529549" y="0"/>
                </a:moveTo>
                <a:lnTo>
                  <a:pt x="4826104" y="0"/>
                </a:lnTo>
                <a:lnTo>
                  <a:pt x="4954579" y="78051"/>
                </a:lnTo>
                <a:cubicBezTo>
                  <a:pt x="5799886" y="649129"/>
                  <a:pt x="6355652" y="1616239"/>
                  <a:pt x="6355652" y="2713154"/>
                </a:cubicBezTo>
                <a:cubicBezTo>
                  <a:pt x="6355652" y="4468219"/>
                  <a:pt x="4932891" y="5890980"/>
                  <a:pt x="3177826" y="5890980"/>
                </a:cubicBezTo>
                <a:cubicBezTo>
                  <a:pt x="1422761" y="5890980"/>
                  <a:pt x="0" y="4468219"/>
                  <a:pt x="0" y="2713154"/>
                </a:cubicBezTo>
                <a:cubicBezTo>
                  <a:pt x="0" y="1616239"/>
                  <a:pt x="555766" y="649129"/>
                  <a:pt x="1401073" y="78051"/>
                </a:cubicBezTo>
                <a:close/>
              </a:path>
            </a:pathLst>
          </a:cu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43" name="Título 1">
            <a:extLst>
              <a:ext uri="{FF2B5EF4-FFF2-40B4-BE49-F238E27FC236}">
                <a16:creationId xmlns:a16="http://schemas.microsoft.com/office/drawing/2014/main" id="{464FCAEB-7D76-4806-B8EA-F97A887CED73}"/>
              </a:ext>
            </a:extLst>
          </p:cNvPr>
          <p:cNvSpPr>
            <a:spLocks noGrp="1"/>
          </p:cNvSpPr>
          <p:nvPr>
            <p:ph type="ctrTitle" hasCustomPrompt="1"/>
          </p:nvPr>
        </p:nvSpPr>
        <p:spPr>
          <a:xfrm>
            <a:off x="1760765" y="324937"/>
            <a:ext cx="4024032" cy="2885715"/>
          </a:xfrm>
        </p:spPr>
        <p:txBody>
          <a:bodyPr rtlCol="0"/>
          <a:lstStyle>
            <a:lvl1pPr algn="ctr">
              <a:defRPr sz="6000" b="1" spc="1500" baseline="0"/>
            </a:lvl1pPr>
          </a:lstStyle>
          <a:p>
            <a:pPr rtl="0"/>
            <a:r>
              <a:rPr lang="pt-br"/>
              <a:t>CLIQUE</a:t>
            </a:r>
            <a:br>
              <a:rPr lang="en-US" dirty="0"/>
            </a:br>
            <a:r>
              <a:rPr lang="pt-br"/>
              <a:t>PARA ADICIONAR TÍTULO</a:t>
            </a:r>
          </a:p>
        </p:txBody>
      </p:sp>
      <p:sp>
        <p:nvSpPr>
          <p:cNvPr id="44" name="Subtítulo 2">
            <a:extLst>
              <a:ext uri="{FF2B5EF4-FFF2-40B4-BE49-F238E27FC236}">
                <a16:creationId xmlns:a16="http://schemas.microsoft.com/office/drawing/2014/main" id="{192D33E3-D5C6-4492-9AB0-13294FD469B1}"/>
              </a:ext>
            </a:extLst>
          </p:cNvPr>
          <p:cNvSpPr>
            <a:spLocks noGrp="1"/>
          </p:cNvSpPr>
          <p:nvPr>
            <p:ph type="subTitle" idx="1" hasCustomPrompt="1"/>
          </p:nvPr>
        </p:nvSpPr>
        <p:spPr>
          <a:xfrm>
            <a:off x="1760765" y="3166312"/>
            <a:ext cx="4024032" cy="771802"/>
          </a:xfrm>
        </p:spPr>
        <p:txBody>
          <a:bodyPr rtlCol="0"/>
          <a:lstStyle>
            <a:lvl1pPr algn="ctr">
              <a:buFontTx/>
              <a:buNone/>
              <a:defRPr sz="2400" spc="400" baseline="0"/>
            </a:lvl1pPr>
          </a:lstStyle>
          <a:p>
            <a:pPr rtl="0"/>
            <a:r>
              <a:rPr lang="pt-br"/>
              <a:t>CLIQUE PARA ADICIONAR UM SUBTÍTULO</a:t>
            </a:r>
          </a:p>
        </p:txBody>
      </p:sp>
      <p:sp>
        <p:nvSpPr>
          <p:cNvPr id="45" name="Elemento gráfico 212">
            <a:extLst>
              <a:ext uri="{FF2B5EF4-FFF2-40B4-BE49-F238E27FC236}">
                <a16:creationId xmlns:a16="http://schemas.microsoft.com/office/drawing/2014/main" id="{55253C8E-0DF4-4187-8CFA-8E892B59BEC2}"/>
              </a:ext>
              <a:ext uri="{C183D7F6-B498-43B3-948B-1728B52AA6E4}">
                <adec:decorative xmlns:adec="http://schemas.microsoft.com/office/drawing/2017/decorative" val="1"/>
              </a:ext>
            </a:extLst>
          </p:cNvPr>
          <p:cNvSpPr/>
          <p:nvPr userDrawn="1"/>
        </p:nvSpPr>
        <p:spPr>
          <a:xfrm>
            <a:off x="7649933" y="1550555"/>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46" name="Elemento gráfico 212">
            <a:extLst>
              <a:ext uri="{FF2B5EF4-FFF2-40B4-BE49-F238E27FC236}">
                <a16:creationId xmlns:a16="http://schemas.microsoft.com/office/drawing/2014/main" id="{3E81479D-EC31-42B5-A3A1-02155919F878}"/>
              </a:ext>
              <a:ext uri="{C183D7F6-B498-43B3-948B-1728B52AA6E4}">
                <adec:decorative xmlns:adec="http://schemas.microsoft.com/office/drawing/2017/decorative" val="1"/>
              </a:ext>
            </a:extLst>
          </p:cNvPr>
          <p:cNvSpPr/>
          <p:nvPr userDrawn="1"/>
        </p:nvSpPr>
        <p:spPr>
          <a:xfrm>
            <a:off x="7649933" y="1550555"/>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4" name="Oval 53">
            <a:extLst>
              <a:ext uri="{FF2B5EF4-FFF2-40B4-BE49-F238E27FC236}">
                <a16:creationId xmlns:a16="http://schemas.microsoft.com/office/drawing/2014/main" id="{95B72045-B7EA-46A3-BFC1-BED5E2661ABF}"/>
              </a:ext>
              <a:ext uri="{C183D7F6-B498-43B3-948B-1728B52AA6E4}">
                <adec:decorative xmlns:adec="http://schemas.microsoft.com/office/drawing/2017/decorative" val="1"/>
              </a:ext>
            </a:extLst>
          </p:cNvPr>
          <p:cNvSpPr/>
          <p:nvPr userDrawn="1"/>
        </p:nvSpPr>
        <p:spPr>
          <a:xfrm>
            <a:off x="4369124" y="5424608"/>
            <a:ext cx="319941" cy="319941"/>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5" name="Oval 54">
            <a:extLst>
              <a:ext uri="{FF2B5EF4-FFF2-40B4-BE49-F238E27FC236}">
                <a16:creationId xmlns:a16="http://schemas.microsoft.com/office/drawing/2014/main" id="{0F04D741-7B27-4605-B65D-7E8A12D22C5E}"/>
              </a:ext>
              <a:ext uri="{C183D7F6-B498-43B3-948B-1728B52AA6E4}">
                <adec:decorative xmlns:adec="http://schemas.microsoft.com/office/drawing/2017/decorative" val="1"/>
              </a:ext>
            </a:extLst>
          </p:cNvPr>
          <p:cNvSpPr/>
          <p:nvPr userDrawn="1"/>
        </p:nvSpPr>
        <p:spPr>
          <a:xfrm>
            <a:off x="4369124" y="5424608"/>
            <a:ext cx="319941" cy="319941"/>
          </a:xfrm>
          <a:prstGeom prst="ellipse">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61" name="Espaço Reservado para Imagem 60">
            <a:extLst>
              <a:ext uri="{FF2B5EF4-FFF2-40B4-BE49-F238E27FC236}">
                <a16:creationId xmlns:a16="http://schemas.microsoft.com/office/drawing/2014/main" id="{F0483D74-29C5-49E3-B816-46CBA8A93093}"/>
              </a:ext>
            </a:extLst>
          </p:cNvPr>
          <p:cNvSpPr>
            <a:spLocks noGrp="1"/>
          </p:cNvSpPr>
          <p:nvPr>
            <p:ph type="pic" sz="quarter" idx="13"/>
          </p:nvPr>
        </p:nvSpPr>
        <p:spPr>
          <a:xfrm>
            <a:off x="6601855" y="2313765"/>
            <a:ext cx="4773089" cy="4544235"/>
          </a:xfrm>
          <a:custGeom>
            <a:avLst/>
            <a:gdLst>
              <a:gd name="connsiteX0" fmla="*/ 2386544 w 4773089"/>
              <a:gd name="connsiteY0" fmla="*/ 0 h 4544235"/>
              <a:gd name="connsiteX1" fmla="*/ 4773089 w 4773089"/>
              <a:gd name="connsiteY1" fmla="*/ 2386545 h 4544235"/>
              <a:gd name="connsiteX2" fmla="*/ 3524113 w 4773089"/>
              <a:gd name="connsiteY2" fmla="*/ 4485046 h 4544235"/>
              <a:gd name="connsiteX3" fmla="*/ 3401244 w 4773089"/>
              <a:gd name="connsiteY3" fmla="*/ 4544235 h 4544235"/>
              <a:gd name="connsiteX4" fmla="*/ 1371845 w 4773089"/>
              <a:gd name="connsiteY4" fmla="*/ 4544235 h 4544235"/>
              <a:gd name="connsiteX5" fmla="*/ 1248976 w 4773089"/>
              <a:gd name="connsiteY5" fmla="*/ 4485046 h 4544235"/>
              <a:gd name="connsiteX6" fmla="*/ 0 w 4773089"/>
              <a:gd name="connsiteY6" fmla="*/ 2386545 h 4544235"/>
              <a:gd name="connsiteX7" fmla="*/ 2386544 w 4773089"/>
              <a:gd name="connsiteY7" fmla="*/ 0 h 4544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73089" h="4544235">
                <a:moveTo>
                  <a:pt x="2386544" y="0"/>
                </a:moveTo>
                <a:cubicBezTo>
                  <a:pt x="3704596" y="0"/>
                  <a:pt x="4773089" y="1068494"/>
                  <a:pt x="4773089" y="2386545"/>
                </a:cubicBezTo>
                <a:cubicBezTo>
                  <a:pt x="4773089" y="3292705"/>
                  <a:pt x="4268059" y="4080910"/>
                  <a:pt x="3524113" y="4485046"/>
                </a:cubicBezTo>
                <a:lnTo>
                  <a:pt x="3401244" y="4544235"/>
                </a:lnTo>
                <a:lnTo>
                  <a:pt x="1371845" y="4544235"/>
                </a:lnTo>
                <a:lnTo>
                  <a:pt x="1248976" y="4485046"/>
                </a:lnTo>
                <a:cubicBezTo>
                  <a:pt x="505030" y="4080910"/>
                  <a:pt x="0" y="3292705"/>
                  <a:pt x="0" y="2386545"/>
                </a:cubicBezTo>
                <a:cubicBezTo>
                  <a:pt x="0" y="1068494"/>
                  <a:pt x="1068494" y="0"/>
                  <a:pt x="2386544" y="0"/>
                </a:cubicBezTo>
                <a:close/>
              </a:path>
            </a:pathLst>
          </a:custGeom>
          <a:noFill/>
        </p:spPr>
        <p:txBody>
          <a:bodyPr wrap="square" rtlCol="0">
            <a:noAutofit/>
          </a:bodyPr>
          <a:lstStyle>
            <a:lvl1pPr algn="ctr">
              <a:buFontTx/>
              <a:buNone/>
              <a:defRPr/>
            </a:lvl1pPr>
          </a:lstStyle>
          <a:p>
            <a:pPr rtl="0"/>
            <a:endParaRPr lang="en-US" dirty="0"/>
          </a:p>
          <a:p>
            <a:pPr rtl="0"/>
            <a:endParaRPr lang="en-US" dirty="0"/>
          </a:p>
          <a:p>
            <a:pPr rtl="0"/>
            <a:endParaRPr lang="en-US" dirty="0"/>
          </a:p>
          <a:p>
            <a:pPr rtl="0"/>
            <a:r>
              <a:rPr lang="pt-br"/>
              <a:t>CLIQUE PARA ADICIONAR FOTO</a:t>
            </a:r>
          </a:p>
        </p:txBody>
      </p:sp>
      <p:grpSp>
        <p:nvGrpSpPr>
          <p:cNvPr id="15" name="Elemento gráfico 185">
            <a:extLst>
              <a:ext uri="{FF2B5EF4-FFF2-40B4-BE49-F238E27FC236}">
                <a16:creationId xmlns:a16="http://schemas.microsoft.com/office/drawing/2014/main" id="{9659A986-3E9F-4994-8D36-D1B503E2C7A1}"/>
              </a:ext>
              <a:ext uri="{C183D7F6-B498-43B3-948B-1728B52AA6E4}">
                <adec:decorative xmlns:adec="http://schemas.microsoft.com/office/drawing/2017/decorative" val="1"/>
              </a:ext>
            </a:extLst>
          </p:cNvPr>
          <p:cNvGrpSpPr/>
          <p:nvPr userDrawn="1"/>
        </p:nvGrpSpPr>
        <p:grpSpPr>
          <a:xfrm>
            <a:off x="10847710" y="6388311"/>
            <a:ext cx="1054467" cy="469689"/>
            <a:chOff x="9841624" y="4115729"/>
            <a:chExt cx="602170" cy="268223"/>
          </a:xfrm>
          <a:solidFill>
            <a:schemeClr val="tx1"/>
          </a:solidFill>
        </p:grpSpPr>
        <p:sp>
          <p:nvSpPr>
            <p:cNvPr id="16" name="Forma Livre: Forma 15">
              <a:extLst>
                <a:ext uri="{FF2B5EF4-FFF2-40B4-BE49-F238E27FC236}">
                  <a16:creationId xmlns:a16="http://schemas.microsoft.com/office/drawing/2014/main" id="{6F426D1A-9389-46FC-B066-C6E591C89C74}"/>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 name="Forma livre: Forma 16">
              <a:extLst>
                <a:ext uri="{FF2B5EF4-FFF2-40B4-BE49-F238E27FC236}">
                  <a16:creationId xmlns:a16="http://schemas.microsoft.com/office/drawing/2014/main" id="{67883ED4-0FCB-4F63-84F4-0C4F06DC1C24}"/>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 name="Forma livre: Forma 17">
              <a:extLst>
                <a:ext uri="{FF2B5EF4-FFF2-40B4-BE49-F238E27FC236}">
                  <a16:creationId xmlns:a16="http://schemas.microsoft.com/office/drawing/2014/main" id="{A9B6A69C-E38F-4A2E-8302-8744909FCD5D}"/>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 name="Forma livre: Forma 18">
              <a:extLst>
                <a:ext uri="{FF2B5EF4-FFF2-40B4-BE49-F238E27FC236}">
                  <a16:creationId xmlns:a16="http://schemas.microsoft.com/office/drawing/2014/main" id="{BE1B19A3-9111-4F40-98B6-8EEE7D1CE04E}"/>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 name="Forma livre: Forma 19">
              <a:extLst>
                <a:ext uri="{FF2B5EF4-FFF2-40B4-BE49-F238E27FC236}">
                  <a16:creationId xmlns:a16="http://schemas.microsoft.com/office/drawing/2014/main" id="{630653FA-2CEA-4F48-8C3D-AB750074BF33}"/>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ource Sans Pro"/>
                <a:ea typeface="+mn-ea"/>
                <a:cs typeface="+mn-cs"/>
              </a:endParaRPr>
            </a:p>
          </p:txBody>
        </p:sp>
      </p:grpSp>
    </p:spTree>
    <p:extLst>
      <p:ext uri="{BB962C8B-B14F-4D97-AF65-F5344CB8AC3E}">
        <p14:creationId xmlns:p14="http://schemas.microsoft.com/office/powerpoint/2010/main" val="3157303849"/>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ráfico">
    <p:spTree>
      <p:nvGrpSpPr>
        <p:cNvPr id="1" name=""/>
        <p:cNvGrpSpPr/>
        <p:nvPr/>
      </p:nvGrpSpPr>
      <p:grpSpPr>
        <a:xfrm>
          <a:off x="0" y="0"/>
          <a:ext cx="0" cy="0"/>
          <a:chOff x="0" y="0"/>
          <a:chExt cx="0" cy="0"/>
        </a:xfrm>
      </p:grpSpPr>
      <p:grpSp>
        <p:nvGrpSpPr>
          <p:cNvPr id="175" name="Grupo 174" hidden="1">
            <a:extLst>
              <a:ext uri="{FF2B5EF4-FFF2-40B4-BE49-F238E27FC236}">
                <a16:creationId xmlns:a16="http://schemas.microsoft.com/office/drawing/2014/main" id="{FAE6CF7E-C57A-4CC1-92F5-932C54C8D405}"/>
              </a:ext>
              <a:ext uri="{C183D7F6-B498-43B3-948B-1728B52AA6E4}">
                <adec:decorative xmlns:adec="http://schemas.microsoft.com/office/drawing/2017/decorative" val="1"/>
              </a:ext>
            </a:extLst>
          </p:cNvPr>
          <p:cNvGrpSpPr/>
          <p:nvPr userDrawn="1"/>
        </p:nvGrpSpPr>
        <p:grpSpPr>
          <a:xfrm>
            <a:off x="8553423" y="5619750"/>
            <a:ext cx="1295427" cy="1238250"/>
            <a:chOff x="3121343" y="4864099"/>
            <a:chExt cx="2085971" cy="1993901"/>
          </a:xfrm>
          <a:solidFill>
            <a:schemeClr val="accent3">
              <a:alpha val="20000"/>
            </a:schemeClr>
          </a:solidFill>
        </p:grpSpPr>
        <p:sp>
          <p:nvSpPr>
            <p:cNvPr id="176" name="Freeform: Shape 175">
              <a:extLst>
                <a:ext uri="{FF2B5EF4-FFF2-40B4-BE49-F238E27FC236}">
                  <a16:creationId xmlns:a16="http://schemas.microsoft.com/office/drawing/2014/main" id="{346635BB-0BF8-4643-9F1B-010FA1A03E12}"/>
                </a:ext>
              </a:extLst>
            </p:cNvPr>
            <p:cNvSpPr/>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77" name="Freeform: Shape 176">
              <a:extLst>
                <a:ext uri="{FF2B5EF4-FFF2-40B4-BE49-F238E27FC236}">
                  <a16:creationId xmlns:a16="http://schemas.microsoft.com/office/drawing/2014/main" id="{51262E8E-82E0-4624-AFB8-23B54281680A}"/>
                </a:ext>
              </a:extLst>
            </p:cNvPr>
            <p:cNvSpPr/>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78" name="Freeform: Shape 177">
              <a:extLst>
                <a:ext uri="{FF2B5EF4-FFF2-40B4-BE49-F238E27FC236}">
                  <a16:creationId xmlns:a16="http://schemas.microsoft.com/office/drawing/2014/main" id="{04EB1CCB-9D2B-433C-A6A6-31EF2FD52707}"/>
                </a:ext>
              </a:extLst>
            </p:cNvPr>
            <p:cNvSpPr/>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79" name="Freeform: Shape 178">
              <a:extLst>
                <a:ext uri="{FF2B5EF4-FFF2-40B4-BE49-F238E27FC236}">
                  <a16:creationId xmlns:a16="http://schemas.microsoft.com/office/drawing/2014/main" id="{2E32FBF0-95B3-491B-98C2-1FA51CB41D86}"/>
                </a:ext>
              </a:extLst>
            </p:cNvPr>
            <p:cNvSpPr/>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0" name="Freeform: Shape 179">
              <a:extLst>
                <a:ext uri="{FF2B5EF4-FFF2-40B4-BE49-F238E27FC236}">
                  <a16:creationId xmlns:a16="http://schemas.microsoft.com/office/drawing/2014/main" id="{175C8DFE-88AC-4A43-8617-6981B300741C}"/>
                </a:ext>
              </a:extLst>
            </p:cNvPr>
            <p:cNvSpPr/>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1" name="Freeform: Shape 180">
              <a:extLst>
                <a:ext uri="{FF2B5EF4-FFF2-40B4-BE49-F238E27FC236}">
                  <a16:creationId xmlns:a16="http://schemas.microsoft.com/office/drawing/2014/main" id="{5B21DC5C-19E3-4D2E-90AA-635A88E641CD}"/>
                </a:ext>
              </a:extLst>
            </p:cNvPr>
            <p:cNvSpPr/>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2" name="Freeform: Shape 181">
              <a:extLst>
                <a:ext uri="{FF2B5EF4-FFF2-40B4-BE49-F238E27FC236}">
                  <a16:creationId xmlns:a16="http://schemas.microsoft.com/office/drawing/2014/main" id="{C26FCF53-F438-4A58-8FD2-CAE3D52D4AE0}"/>
                </a:ext>
              </a:extLst>
            </p:cNvPr>
            <p:cNvSpPr/>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3" name="Freeform: Shape 182">
              <a:extLst>
                <a:ext uri="{FF2B5EF4-FFF2-40B4-BE49-F238E27FC236}">
                  <a16:creationId xmlns:a16="http://schemas.microsoft.com/office/drawing/2014/main" id="{C765ABAF-84C1-42E2-99D9-929B7EC508BF}"/>
                </a:ext>
              </a:extLst>
            </p:cNvPr>
            <p:cNvSpPr/>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4" name="Freeform: Shape 183">
              <a:extLst>
                <a:ext uri="{FF2B5EF4-FFF2-40B4-BE49-F238E27FC236}">
                  <a16:creationId xmlns:a16="http://schemas.microsoft.com/office/drawing/2014/main" id="{B42C9D2F-6284-4BD9-BCFF-5C32F7FDF984}"/>
                </a:ext>
              </a:extLst>
            </p:cNvPr>
            <p:cNvSpPr/>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5" name="Freeform: Shape 184">
              <a:extLst>
                <a:ext uri="{FF2B5EF4-FFF2-40B4-BE49-F238E27FC236}">
                  <a16:creationId xmlns:a16="http://schemas.microsoft.com/office/drawing/2014/main" id="{1C3E7263-685E-46D8-A7F6-E632D38676D9}"/>
                </a:ext>
              </a:extLst>
            </p:cNvPr>
            <p:cNvSpPr/>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6" name="Freeform: Shape 185">
              <a:extLst>
                <a:ext uri="{FF2B5EF4-FFF2-40B4-BE49-F238E27FC236}">
                  <a16:creationId xmlns:a16="http://schemas.microsoft.com/office/drawing/2014/main" id="{990B5B3D-13E1-4E49-8B22-2E4206621B28}"/>
                </a:ext>
              </a:extLst>
            </p:cNvPr>
            <p:cNvSpPr/>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7" name="Freeform: Shape 186">
              <a:extLst>
                <a:ext uri="{FF2B5EF4-FFF2-40B4-BE49-F238E27FC236}">
                  <a16:creationId xmlns:a16="http://schemas.microsoft.com/office/drawing/2014/main" id="{4670F691-09A7-4616-8803-51D0BF1D4994}"/>
                </a:ext>
              </a:extLst>
            </p:cNvPr>
            <p:cNvSpPr/>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8" name="Freeform: Shape 187">
              <a:extLst>
                <a:ext uri="{FF2B5EF4-FFF2-40B4-BE49-F238E27FC236}">
                  <a16:creationId xmlns:a16="http://schemas.microsoft.com/office/drawing/2014/main" id="{7E456B34-1D7D-46B7-9864-E6F3D5EEF702}"/>
                </a:ext>
              </a:extLst>
            </p:cNvPr>
            <p:cNvSpPr/>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2" name="Forma Livre: Forma 1">
            <a:extLst>
              <a:ext uri="{FF2B5EF4-FFF2-40B4-BE49-F238E27FC236}">
                <a16:creationId xmlns:a16="http://schemas.microsoft.com/office/drawing/2014/main" id="{88347124-F829-49F3-A411-9BDBF2A03C8A}"/>
              </a:ext>
              <a:ext uri="{C183D7F6-B498-43B3-948B-1728B52AA6E4}">
                <adec:decorative xmlns:adec="http://schemas.microsoft.com/office/drawing/2017/decorative" val="1"/>
              </a:ext>
            </a:extLst>
          </p:cNvPr>
          <p:cNvSpPr/>
          <p:nvPr userDrawn="1"/>
        </p:nvSpPr>
        <p:spPr>
          <a:xfrm rot="10800000">
            <a:off x="4221" y="-4221"/>
            <a:ext cx="1098147" cy="1053618"/>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grpSp>
        <p:nvGrpSpPr>
          <p:cNvPr id="23" name="Elemento gráfico 38">
            <a:extLst>
              <a:ext uri="{FF2B5EF4-FFF2-40B4-BE49-F238E27FC236}">
                <a16:creationId xmlns:a16="http://schemas.microsoft.com/office/drawing/2014/main" id="{9F14A5DD-2657-4346-AC8D-77FFFA0A1DB8}"/>
              </a:ext>
              <a:ext uri="{C183D7F6-B498-43B3-948B-1728B52AA6E4}">
                <adec:decorative xmlns:adec="http://schemas.microsoft.com/office/drawing/2017/decorative" val="1"/>
              </a:ext>
            </a:extLst>
          </p:cNvPr>
          <p:cNvGrpSpPr/>
          <p:nvPr userDrawn="1"/>
        </p:nvGrpSpPr>
        <p:grpSpPr>
          <a:xfrm>
            <a:off x="5983704" y="400019"/>
            <a:ext cx="1910252" cy="709661"/>
            <a:chOff x="2267504" y="2540250"/>
            <a:chExt cx="1990951" cy="739641"/>
          </a:xfrm>
          <a:solidFill>
            <a:schemeClr val="tx2"/>
          </a:solidFill>
        </p:grpSpPr>
        <p:sp>
          <p:nvSpPr>
            <p:cNvPr id="24" name="Forma Livre: Forma 23">
              <a:extLst>
                <a:ext uri="{FF2B5EF4-FFF2-40B4-BE49-F238E27FC236}">
                  <a16:creationId xmlns:a16="http://schemas.microsoft.com/office/drawing/2014/main" id="{0D472844-E6F3-47F6-B54F-5B2F665A6392}"/>
                </a:ext>
              </a:extLst>
            </p:cNvPr>
            <p:cNvSpPr/>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 name="Forma livre: Forma 24">
              <a:extLst>
                <a:ext uri="{FF2B5EF4-FFF2-40B4-BE49-F238E27FC236}">
                  <a16:creationId xmlns:a16="http://schemas.microsoft.com/office/drawing/2014/main" id="{7939D725-4408-4EAA-BD85-8B6A289020D8}"/>
                </a:ext>
              </a:extLst>
            </p:cNvPr>
            <p:cNvSpPr/>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28" name="Título 1">
            <a:extLst>
              <a:ext uri="{FF2B5EF4-FFF2-40B4-BE49-F238E27FC236}">
                <a16:creationId xmlns:a16="http://schemas.microsoft.com/office/drawing/2014/main" id="{7792A114-7099-4B73-8CFF-1CD310B6C293}"/>
              </a:ext>
            </a:extLst>
          </p:cNvPr>
          <p:cNvSpPr>
            <a:spLocks noGrp="1"/>
          </p:cNvSpPr>
          <p:nvPr>
            <p:ph type="title" hasCustomPrompt="1"/>
          </p:nvPr>
        </p:nvSpPr>
        <p:spPr>
          <a:xfrm>
            <a:off x="1292868" y="358614"/>
            <a:ext cx="4150804" cy="1431000"/>
          </a:xfrm>
        </p:spPr>
        <p:txBody>
          <a:bodyPr rtlCol="0" anchor="t"/>
          <a:lstStyle>
            <a:lvl1pPr>
              <a:defRPr/>
            </a:lvl1pPr>
          </a:lstStyle>
          <a:p>
            <a:pPr rtl="0"/>
            <a:r>
              <a:rPr lang="pt-br"/>
              <a:t>Clique para adicionar um título</a:t>
            </a:r>
          </a:p>
        </p:txBody>
      </p:sp>
      <p:sp>
        <p:nvSpPr>
          <p:cNvPr id="190" name="Espaço Reservado para Data 178">
            <a:extLst>
              <a:ext uri="{FF2B5EF4-FFF2-40B4-BE49-F238E27FC236}">
                <a16:creationId xmlns:a16="http://schemas.microsoft.com/office/drawing/2014/main" id="{D3ABC542-2E09-4DFF-BDC3-4E62CADE0205}"/>
              </a:ext>
            </a:extLst>
          </p:cNvPr>
          <p:cNvSpPr>
            <a:spLocks noGrp="1"/>
          </p:cNvSpPr>
          <p:nvPr>
            <p:ph type="dt" sz="half" idx="10"/>
          </p:nvPr>
        </p:nvSpPr>
        <p:spPr>
          <a:xfrm>
            <a:off x="838200" y="6356350"/>
            <a:ext cx="2743200" cy="365125"/>
          </a:xfrm>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19/02/2021</a:t>
            </a:r>
          </a:p>
        </p:txBody>
      </p:sp>
      <p:sp>
        <p:nvSpPr>
          <p:cNvPr id="191" name="Espaço Reservado para Rodapé 179">
            <a:extLst>
              <a:ext uri="{FF2B5EF4-FFF2-40B4-BE49-F238E27FC236}">
                <a16:creationId xmlns:a16="http://schemas.microsoft.com/office/drawing/2014/main" id="{EE59BB7C-0E79-4D99-98A2-6B6BB261A89C}"/>
              </a:ext>
            </a:extLst>
          </p:cNvPr>
          <p:cNvSpPr>
            <a:spLocks noGrp="1"/>
          </p:cNvSpPr>
          <p:nvPr>
            <p:ph type="ftr" sz="quarter" idx="11"/>
          </p:nvPr>
        </p:nvSpPr>
        <p:spPr>
          <a:xfrm>
            <a:off x="4038600" y="6356350"/>
            <a:ext cx="4114800" cy="365125"/>
          </a:xfrm>
        </p:spPr>
        <p:txBody>
          <a:bodyPr rtlCol="0"/>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200" b="1" i="0" u="none" strike="noStrike" kern="1200" cap="all" spc="100" normalizeH="0" noProof="0">
                <a:ln>
                  <a:noFill/>
                </a:ln>
                <a:solidFill>
                  <a:prstClr val="black">
                    <a:tint val="75000"/>
                  </a:prstClr>
                </a:solidFill>
                <a:effectLst/>
                <a:uLnTx/>
                <a:uFillTx/>
                <a:latin typeface="Source Sans Pro"/>
                <a:cs typeface="+mn-cs"/>
              </a:rPr>
              <a:t>TÍTULO DA APRESENTAÇÃO</a:t>
            </a:r>
          </a:p>
        </p:txBody>
      </p:sp>
      <p:sp>
        <p:nvSpPr>
          <p:cNvPr id="192" name="Espaço Reservado para o Número do Slide 180">
            <a:extLst>
              <a:ext uri="{FF2B5EF4-FFF2-40B4-BE49-F238E27FC236}">
                <a16:creationId xmlns:a16="http://schemas.microsoft.com/office/drawing/2014/main" id="{28A48916-E63A-42EF-B5F2-0212F4E255B0}"/>
              </a:ext>
            </a:extLst>
          </p:cNvPr>
          <p:cNvSpPr>
            <a:spLocks noGrp="1"/>
          </p:cNvSpPr>
          <p:nvPr>
            <p:ph type="sldNum" sz="quarter" idx="12"/>
          </p:nvPr>
        </p:nvSpPr>
        <p:spPr>
          <a:xfrm>
            <a:off x="8610600" y="6356350"/>
            <a:ext cx="2743200" cy="365125"/>
          </a:xfrm>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5EA792F7-1D9E-4C7E-A103-E8EDFDC2691E}"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Tree>
    <p:extLst>
      <p:ext uri="{BB962C8B-B14F-4D97-AF65-F5344CB8AC3E}">
        <p14:creationId xmlns:p14="http://schemas.microsoft.com/office/powerpoint/2010/main" val="547717774"/>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ela">
    <p:spTree>
      <p:nvGrpSpPr>
        <p:cNvPr id="1" name=""/>
        <p:cNvGrpSpPr/>
        <p:nvPr/>
      </p:nvGrpSpPr>
      <p:grpSpPr>
        <a:xfrm>
          <a:off x="0" y="0"/>
          <a:ext cx="0" cy="0"/>
          <a:chOff x="0" y="0"/>
          <a:chExt cx="0" cy="0"/>
        </a:xfrm>
      </p:grpSpPr>
      <p:grpSp>
        <p:nvGrpSpPr>
          <p:cNvPr id="23" name="Elemento gráfico 38">
            <a:extLst>
              <a:ext uri="{FF2B5EF4-FFF2-40B4-BE49-F238E27FC236}">
                <a16:creationId xmlns:a16="http://schemas.microsoft.com/office/drawing/2014/main" id="{3E8CD31A-1394-452A-9559-656ECA14585A}"/>
              </a:ext>
              <a:ext uri="{C183D7F6-B498-43B3-948B-1728B52AA6E4}">
                <adec:decorative xmlns:adec="http://schemas.microsoft.com/office/drawing/2017/decorative" val="1"/>
              </a:ext>
            </a:extLst>
          </p:cNvPr>
          <p:cNvGrpSpPr/>
          <p:nvPr userDrawn="1"/>
        </p:nvGrpSpPr>
        <p:grpSpPr>
          <a:xfrm>
            <a:off x="5983704" y="400019"/>
            <a:ext cx="1910252" cy="709661"/>
            <a:chOff x="2267504" y="2540250"/>
            <a:chExt cx="1990951" cy="739641"/>
          </a:xfrm>
          <a:solidFill>
            <a:schemeClr val="tx2"/>
          </a:solidFill>
        </p:grpSpPr>
        <p:sp>
          <p:nvSpPr>
            <p:cNvPr id="24" name="Forma Livre: Forma 23">
              <a:extLst>
                <a:ext uri="{FF2B5EF4-FFF2-40B4-BE49-F238E27FC236}">
                  <a16:creationId xmlns:a16="http://schemas.microsoft.com/office/drawing/2014/main" id="{85E4E1EC-F0F2-4B35-9091-2F6FA0A0F7A0}"/>
                </a:ext>
              </a:extLst>
            </p:cNvPr>
            <p:cNvSpPr/>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 name="Forma livre: Forma 24">
              <a:extLst>
                <a:ext uri="{FF2B5EF4-FFF2-40B4-BE49-F238E27FC236}">
                  <a16:creationId xmlns:a16="http://schemas.microsoft.com/office/drawing/2014/main" id="{26AA8D4E-47DD-4F4A-A460-D2D3D52A6F83}"/>
                </a:ext>
              </a:extLst>
            </p:cNvPr>
            <p:cNvSpPr/>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grpSp>
        <p:nvGrpSpPr>
          <p:cNvPr id="26" name="Grupo 25" hidden="1">
            <a:extLst>
              <a:ext uri="{FF2B5EF4-FFF2-40B4-BE49-F238E27FC236}">
                <a16:creationId xmlns:a16="http://schemas.microsoft.com/office/drawing/2014/main" id="{4CDB39CA-1C6B-4D29-8511-53EB2EE2C24C}"/>
              </a:ext>
              <a:ext uri="{C183D7F6-B498-43B3-948B-1728B52AA6E4}">
                <adec:decorative xmlns:adec="http://schemas.microsoft.com/office/drawing/2017/decorative" val="1"/>
              </a:ext>
            </a:extLst>
          </p:cNvPr>
          <p:cNvGrpSpPr/>
          <p:nvPr userDrawn="1"/>
        </p:nvGrpSpPr>
        <p:grpSpPr>
          <a:xfrm>
            <a:off x="8553423" y="5619750"/>
            <a:ext cx="1295427" cy="1238250"/>
            <a:chOff x="3121343" y="4864099"/>
            <a:chExt cx="2085971" cy="1993901"/>
          </a:xfrm>
          <a:solidFill>
            <a:schemeClr val="accent3">
              <a:alpha val="20000"/>
            </a:schemeClr>
          </a:solidFill>
        </p:grpSpPr>
        <p:sp>
          <p:nvSpPr>
            <p:cNvPr id="27" name="Freeform: Shape 26">
              <a:extLst>
                <a:ext uri="{FF2B5EF4-FFF2-40B4-BE49-F238E27FC236}">
                  <a16:creationId xmlns:a16="http://schemas.microsoft.com/office/drawing/2014/main" id="{913293D6-0ECB-489A-A405-EAE446F30E8A}"/>
                </a:ext>
              </a:extLst>
            </p:cNvPr>
            <p:cNvSpPr/>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28" name="Freeform: Shape 27">
              <a:extLst>
                <a:ext uri="{FF2B5EF4-FFF2-40B4-BE49-F238E27FC236}">
                  <a16:creationId xmlns:a16="http://schemas.microsoft.com/office/drawing/2014/main" id="{84505F60-82CB-4E69-9408-A65B5BE7C98C}"/>
                </a:ext>
              </a:extLst>
            </p:cNvPr>
            <p:cNvSpPr/>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29" name="Freeform: Shape 28">
              <a:extLst>
                <a:ext uri="{FF2B5EF4-FFF2-40B4-BE49-F238E27FC236}">
                  <a16:creationId xmlns:a16="http://schemas.microsoft.com/office/drawing/2014/main" id="{CE3B5578-536F-4B38-89D2-C859EFB9E536}"/>
                </a:ext>
              </a:extLst>
            </p:cNvPr>
            <p:cNvSpPr/>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30" name="Freeform: Shape 29">
              <a:extLst>
                <a:ext uri="{FF2B5EF4-FFF2-40B4-BE49-F238E27FC236}">
                  <a16:creationId xmlns:a16="http://schemas.microsoft.com/office/drawing/2014/main" id="{321C8DF3-1F8E-4B0D-B578-67D7E3A7F797}"/>
                </a:ext>
              </a:extLst>
            </p:cNvPr>
            <p:cNvSpPr/>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48" name="Freeform: Shape 47">
              <a:extLst>
                <a:ext uri="{FF2B5EF4-FFF2-40B4-BE49-F238E27FC236}">
                  <a16:creationId xmlns:a16="http://schemas.microsoft.com/office/drawing/2014/main" id="{3EF634BD-8B6E-4470-B471-CCD9D52208E9}"/>
                </a:ext>
              </a:extLst>
            </p:cNvPr>
            <p:cNvSpPr/>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49" name="Freeform: Shape 48">
              <a:extLst>
                <a:ext uri="{FF2B5EF4-FFF2-40B4-BE49-F238E27FC236}">
                  <a16:creationId xmlns:a16="http://schemas.microsoft.com/office/drawing/2014/main" id="{6D4EA52A-34A3-4161-A9CE-86569A099639}"/>
                </a:ext>
              </a:extLst>
            </p:cNvPr>
            <p:cNvSpPr/>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0" name="Freeform: Shape 49">
              <a:extLst>
                <a:ext uri="{FF2B5EF4-FFF2-40B4-BE49-F238E27FC236}">
                  <a16:creationId xmlns:a16="http://schemas.microsoft.com/office/drawing/2014/main" id="{89F976BC-5664-4D19-8DC2-C83D9F201025}"/>
                </a:ext>
              </a:extLst>
            </p:cNvPr>
            <p:cNvSpPr/>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1" name="Freeform: Shape 50">
              <a:extLst>
                <a:ext uri="{FF2B5EF4-FFF2-40B4-BE49-F238E27FC236}">
                  <a16:creationId xmlns:a16="http://schemas.microsoft.com/office/drawing/2014/main" id="{4FE844F3-0151-483D-A445-DF19C1CA237C}"/>
                </a:ext>
              </a:extLst>
            </p:cNvPr>
            <p:cNvSpPr/>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2" name="Freeform: Shape 51">
              <a:extLst>
                <a:ext uri="{FF2B5EF4-FFF2-40B4-BE49-F238E27FC236}">
                  <a16:creationId xmlns:a16="http://schemas.microsoft.com/office/drawing/2014/main" id="{3602D36A-92EE-4D58-8B1E-A7C32FA38A81}"/>
                </a:ext>
              </a:extLst>
            </p:cNvPr>
            <p:cNvSpPr/>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3" name="Freeform: Shape 52">
              <a:extLst>
                <a:ext uri="{FF2B5EF4-FFF2-40B4-BE49-F238E27FC236}">
                  <a16:creationId xmlns:a16="http://schemas.microsoft.com/office/drawing/2014/main" id="{54D3E311-8682-432D-96C1-892E0A7B846F}"/>
                </a:ext>
              </a:extLst>
            </p:cNvPr>
            <p:cNvSpPr/>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4" name="Freeform: Shape 53">
              <a:extLst>
                <a:ext uri="{FF2B5EF4-FFF2-40B4-BE49-F238E27FC236}">
                  <a16:creationId xmlns:a16="http://schemas.microsoft.com/office/drawing/2014/main" id="{2F6A277D-D709-4AAD-A2BE-7F002BC0B1A4}"/>
                </a:ext>
              </a:extLst>
            </p:cNvPr>
            <p:cNvSpPr/>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5" name="Freeform: Shape 54">
              <a:extLst>
                <a:ext uri="{FF2B5EF4-FFF2-40B4-BE49-F238E27FC236}">
                  <a16:creationId xmlns:a16="http://schemas.microsoft.com/office/drawing/2014/main" id="{692A7F87-C5D7-4B71-8667-833F96C3F294}"/>
                </a:ext>
              </a:extLst>
            </p:cNvPr>
            <p:cNvSpPr/>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6" name="Freeform: Shape 55">
              <a:extLst>
                <a:ext uri="{FF2B5EF4-FFF2-40B4-BE49-F238E27FC236}">
                  <a16:creationId xmlns:a16="http://schemas.microsoft.com/office/drawing/2014/main" id="{74ABB7F8-185E-406E-84D5-2ADDC019320A}"/>
                </a:ext>
              </a:extLst>
            </p:cNvPr>
            <p:cNvSpPr/>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2" name="Forma Livre: Forma 1">
            <a:extLst>
              <a:ext uri="{FF2B5EF4-FFF2-40B4-BE49-F238E27FC236}">
                <a16:creationId xmlns:a16="http://schemas.microsoft.com/office/drawing/2014/main" id="{32343BE2-F9F3-467E-BAC0-182941FCBCD2}"/>
              </a:ext>
              <a:ext uri="{C183D7F6-B498-43B3-948B-1728B52AA6E4}">
                <adec:decorative xmlns:adec="http://schemas.microsoft.com/office/drawing/2017/decorative" val="1"/>
              </a:ext>
            </a:extLst>
          </p:cNvPr>
          <p:cNvSpPr/>
          <p:nvPr userDrawn="1"/>
        </p:nvSpPr>
        <p:spPr>
          <a:xfrm rot="10800000">
            <a:off x="4221" y="-4221"/>
            <a:ext cx="1098147" cy="1053618"/>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sp>
        <p:nvSpPr>
          <p:cNvPr id="13" name="Título 1">
            <a:extLst>
              <a:ext uri="{FF2B5EF4-FFF2-40B4-BE49-F238E27FC236}">
                <a16:creationId xmlns:a16="http://schemas.microsoft.com/office/drawing/2014/main" id="{3193E6E4-C8EE-470B-AABB-B46374938AA4}"/>
              </a:ext>
            </a:extLst>
          </p:cNvPr>
          <p:cNvSpPr>
            <a:spLocks noGrp="1"/>
          </p:cNvSpPr>
          <p:nvPr>
            <p:ph type="title" hasCustomPrompt="1"/>
          </p:nvPr>
        </p:nvSpPr>
        <p:spPr>
          <a:xfrm>
            <a:off x="1292868" y="358614"/>
            <a:ext cx="4150804" cy="1431000"/>
          </a:xfrm>
        </p:spPr>
        <p:txBody>
          <a:bodyPr rtlCol="0" anchor="t"/>
          <a:lstStyle>
            <a:lvl1pPr>
              <a:defRPr/>
            </a:lvl1pPr>
          </a:lstStyle>
          <a:p>
            <a:pPr rtl="0"/>
            <a:r>
              <a:rPr lang="pt-br"/>
              <a:t>Clique para adicionar um título</a:t>
            </a:r>
          </a:p>
        </p:txBody>
      </p:sp>
      <p:sp>
        <p:nvSpPr>
          <p:cNvPr id="31" name="Espaço Reservado para Data 178">
            <a:extLst>
              <a:ext uri="{FF2B5EF4-FFF2-40B4-BE49-F238E27FC236}">
                <a16:creationId xmlns:a16="http://schemas.microsoft.com/office/drawing/2014/main" id="{9BFD1C1A-363C-4909-95D6-9AF44B452A54}"/>
              </a:ext>
            </a:extLst>
          </p:cNvPr>
          <p:cNvSpPr>
            <a:spLocks noGrp="1"/>
          </p:cNvSpPr>
          <p:nvPr>
            <p:ph type="dt" sz="half" idx="10"/>
          </p:nvPr>
        </p:nvSpPr>
        <p:spPr>
          <a:xfrm>
            <a:off x="838200" y="6356350"/>
            <a:ext cx="2743200" cy="365125"/>
          </a:xfrm>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19/02/2021</a:t>
            </a:r>
          </a:p>
        </p:txBody>
      </p:sp>
      <p:sp>
        <p:nvSpPr>
          <p:cNvPr id="32" name="Espaço Reservado para Rodapé 179">
            <a:extLst>
              <a:ext uri="{FF2B5EF4-FFF2-40B4-BE49-F238E27FC236}">
                <a16:creationId xmlns:a16="http://schemas.microsoft.com/office/drawing/2014/main" id="{77213597-1706-40A7-8726-C468FB7F4388}"/>
              </a:ext>
            </a:extLst>
          </p:cNvPr>
          <p:cNvSpPr>
            <a:spLocks noGrp="1"/>
          </p:cNvSpPr>
          <p:nvPr>
            <p:ph type="ftr" sz="quarter" idx="11"/>
          </p:nvPr>
        </p:nvSpPr>
        <p:spPr>
          <a:xfrm>
            <a:off x="4038600" y="6356350"/>
            <a:ext cx="4114800" cy="365125"/>
          </a:xfrm>
        </p:spPr>
        <p:txBody>
          <a:bodyPr rtlCol="0"/>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200" b="1" i="0" u="none" strike="noStrike" kern="1200" cap="all" spc="100" normalizeH="0" noProof="0">
                <a:ln>
                  <a:noFill/>
                </a:ln>
                <a:solidFill>
                  <a:prstClr val="black">
                    <a:tint val="75000"/>
                  </a:prstClr>
                </a:solidFill>
                <a:effectLst/>
                <a:uLnTx/>
                <a:uFillTx/>
                <a:latin typeface="Source Sans Pro"/>
                <a:cs typeface="+mn-cs"/>
              </a:rPr>
              <a:t>TÍTULO DA APRESENTAÇÃO</a:t>
            </a:r>
          </a:p>
        </p:txBody>
      </p:sp>
      <p:sp>
        <p:nvSpPr>
          <p:cNvPr id="33" name="Espaço Reservado para o Número do Slide 180">
            <a:extLst>
              <a:ext uri="{FF2B5EF4-FFF2-40B4-BE49-F238E27FC236}">
                <a16:creationId xmlns:a16="http://schemas.microsoft.com/office/drawing/2014/main" id="{1BB201C7-C50B-4E2B-95EF-E5FFAF698DBA}"/>
              </a:ext>
            </a:extLst>
          </p:cNvPr>
          <p:cNvSpPr>
            <a:spLocks noGrp="1"/>
          </p:cNvSpPr>
          <p:nvPr>
            <p:ph type="sldNum" sz="quarter" idx="12"/>
          </p:nvPr>
        </p:nvSpPr>
        <p:spPr>
          <a:xfrm>
            <a:off x="8610600" y="6356350"/>
            <a:ext cx="2743200" cy="365125"/>
          </a:xfrm>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5EA792F7-1D9E-4C7E-A103-E8EDFDC2691E}"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Tree>
    <p:extLst>
      <p:ext uri="{BB962C8B-B14F-4D97-AF65-F5344CB8AC3E}">
        <p14:creationId xmlns:p14="http://schemas.microsoft.com/office/powerpoint/2010/main" val="404045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itação">
    <p:spTree>
      <p:nvGrpSpPr>
        <p:cNvPr id="1" name=""/>
        <p:cNvGrpSpPr/>
        <p:nvPr/>
      </p:nvGrpSpPr>
      <p:grpSpPr>
        <a:xfrm>
          <a:off x="0" y="0"/>
          <a:ext cx="0" cy="0"/>
          <a:chOff x="0" y="0"/>
          <a:chExt cx="0" cy="0"/>
        </a:xfrm>
      </p:grpSpPr>
      <p:sp>
        <p:nvSpPr>
          <p:cNvPr id="17" name="Forma Livre: Forma 16">
            <a:extLst>
              <a:ext uri="{FF2B5EF4-FFF2-40B4-BE49-F238E27FC236}">
                <a16:creationId xmlns:a16="http://schemas.microsoft.com/office/drawing/2014/main" id="{8AD96798-1C42-49B1-99B2-BD7FA12760FC}"/>
              </a:ext>
              <a:ext uri="{C183D7F6-B498-43B3-948B-1728B52AA6E4}">
                <adec:decorative xmlns:adec="http://schemas.microsoft.com/office/drawing/2017/decorative" val="1"/>
              </a:ext>
            </a:extLst>
          </p:cNvPr>
          <p:cNvSpPr/>
          <p:nvPr userDrawn="1"/>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80BD"/>
              </a:solidFill>
              <a:effectLst/>
              <a:uLnTx/>
              <a:uFillTx/>
              <a:latin typeface="Source Sans Pro"/>
              <a:ea typeface="+mn-ea"/>
              <a:cs typeface="+mn-cs"/>
            </a:endParaRPr>
          </a:p>
        </p:txBody>
      </p:sp>
      <p:sp>
        <p:nvSpPr>
          <p:cNvPr id="18" name="Título 1">
            <a:extLst>
              <a:ext uri="{FF2B5EF4-FFF2-40B4-BE49-F238E27FC236}">
                <a16:creationId xmlns:a16="http://schemas.microsoft.com/office/drawing/2014/main" id="{00FC1B25-A4F4-4E8E-931D-D383946C91FC}"/>
              </a:ext>
            </a:extLst>
          </p:cNvPr>
          <p:cNvSpPr>
            <a:spLocks noGrp="1"/>
          </p:cNvSpPr>
          <p:nvPr>
            <p:ph type="title"/>
          </p:nvPr>
        </p:nvSpPr>
        <p:spPr>
          <a:xfrm>
            <a:off x="2838271" y="1010170"/>
            <a:ext cx="5178019" cy="3713638"/>
          </a:xfrm>
        </p:spPr>
        <p:txBody>
          <a:bodyPr rtlCol="0" anchor="ctr"/>
          <a:lstStyle>
            <a:lvl1pPr algn="ctr">
              <a:lnSpc>
                <a:spcPct val="100000"/>
              </a:lnSpc>
              <a:defRPr/>
            </a:lvl1pPr>
          </a:lstStyle>
          <a:p>
            <a:pPr rtl="0"/>
            <a:endParaRPr lang="en-US" dirty="0"/>
          </a:p>
        </p:txBody>
      </p:sp>
      <p:sp>
        <p:nvSpPr>
          <p:cNvPr id="36" name="Espaço Reservado para Texto 34">
            <a:extLst>
              <a:ext uri="{FF2B5EF4-FFF2-40B4-BE49-F238E27FC236}">
                <a16:creationId xmlns:a16="http://schemas.microsoft.com/office/drawing/2014/main" id="{72818B4A-C05A-428C-A790-B75EA386A25F}"/>
              </a:ext>
            </a:extLst>
          </p:cNvPr>
          <p:cNvSpPr>
            <a:spLocks noGrp="1"/>
          </p:cNvSpPr>
          <p:nvPr>
            <p:ph type="body" sz="quarter" idx="13" hasCustomPrompt="1"/>
          </p:nvPr>
        </p:nvSpPr>
        <p:spPr>
          <a:xfrm>
            <a:off x="2838044" y="4914900"/>
            <a:ext cx="5178514" cy="819076"/>
          </a:xfrm>
        </p:spPr>
        <p:txBody>
          <a:bodyPr rtlCol="0"/>
          <a:lstStyle>
            <a:lvl1pPr algn="ctr">
              <a:buFontTx/>
              <a:buNone/>
              <a:defRPr/>
            </a:lvl1pPr>
          </a:lstStyle>
          <a:p>
            <a:pPr lvl="0" rtl="0"/>
            <a:r>
              <a:rPr lang="pt-br"/>
              <a:t>Clique para adicionar o texto</a:t>
            </a:r>
          </a:p>
        </p:txBody>
      </p:sp>
      <p:sp>
        <p:nvSpPr>
          <p:cNvPr id="19" name="Forma Livre: Forma 18">
            <a:extLst>
              <a:ext uri="{FF2B5EF4-FFF2-40B4-BE49-F238E27FC236}">
                <a16:creationId xmlns:a16="http://schemas.microsoft.com/office/drawing/2014/main" id="{176E197B-E174-4C9D-87E5-0B9B08708760}"/>
              </a:ext>
              <a:ext uri="{C183D7F6-B498-43B3-948B-1728B52AA6E4}">
                <adec:decorative xmlns:adec="http://schemas.microsoft.com/office/drawing/2017/decorative" val="1"/>
              </a:ext>
            </a:extLst>
          </p:cNvPr>
          <p:cNvSpPr/>
          <p:nvPr userDrawn="1"/>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 name="Forma livre: Forma 19">
            <a:extLst>
              <a:ext uri="{FF2B5EF4-FFF2-40B4-BE49-F238E27FC236}">
                <a16:creationId xmlns:a16="http://schemas.microsoft.com/office/drawing/2014/main" id="{517AB840-B4B7-452B-B062-6C9CF8426132}"/>
              </a:ext>
              <a:ext uri="{C183D7F6-B498-43B3-948B-1728B52AA6E4}">
                <adec:decorative xmlns:adec="http://schemas.microsoft.com/office/drawing/2017/decorative" val="1"/>
              </a:ext>
            </a:extLst>
          </p:cNvPr>
          <p:cNvSpPr/>
          <p:nvPr userDrawn="1"/>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 name="Forma Livre: Forma 21">
            <a:extLst>
              <a:ext uri="{FF2B5EF4-FFF2-40B4-BE49-F238E27FC236}">
                <a16:creationId xmlns:a16="http://schemas.microsoft.com/office/drawing/2014/main" id="{9FE5D1B6-33F6-4BAA-9D02-679E176F39C4}"/>
              </a:ext>
              <a:ext uri="{C183D7F6-B498-43B3-948B-1728B52AA6E4}">
                <adec:decorative xmlns:adec="http://schemas.microsoft.com/office/drawing/2017/decorative" val="1"/>
              </a:ext>
            </a:extLst>
          </p:cNvPr>
          <p:cNvSpPr/>
          <p:nvPr userDrawn="1"/>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80BD"/>
              </a:solidFill>
              <a:effectLst/>
              <a:uLnTx/>
              <a:uFillTx/>
              <a:latin typeface="Source Sans Pro"/>
              <a:ea typeface="+mn-ea"/>
              <a:cs typeface="+mn-cs"/>
            </a:endParaRPr>
          </a:p>
        </p:txBody>
      </p:sp>
      <p:sp>
        <p:nvSpPr>
          <p:cNvPr id="23" name="Forma Livre: Forma 22">
            <a:extLst>
              <a:ext uri="{FF2B5EF4-FFF2-40B4-BE49-F238E27FC236}">
                <a16:creationId xmlns:a16="http://schemas.microsoft.com/office/drawing/2014/main" id="{0DCCBCA1-466D-44C6-93ED-2E02B623DB05}"/>
              </a:ext>
              <a:ext uri="{C183D7F6-B498-43B3-948B-1728B52AA6E4}">
                <adec:decorative xmlns:adec="http://schemas.microsoft.com/office/drawing/2017/decorative" val="1"/>
              </a:ext>
            </a:extLst>
          </p:cNvPr>
          <p:cNvSpPr/>
          <p:nvPr userDrawn="1"/>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24" name="Forma livre: Forma 23">
            <a:extLst>
              <a:ext uri="{FF2B5EF4-FFF2-40B4-BE49-F238E27FC236}">
                <a16:creationId xmlns:a16="http://schemas.microsoft.com/office/drawing/2014/main" id="{2CC7CBB9-9855-4B27-93BF-506D5D17E85B}"/>
              </a:ext>
              <a:ext uri="{C183D7F6-B498-43B3-948B-1728B52AA6E4}">
                <adec:decorative xmlns:adec="http://schemas.microsoft.com/office/drawing/2017/decorative" val="1"/>
              </a:ext>
            </a:extLst>
          </p:cNvPr>
          <p:cNvSpPr/>
          <p:nvPr userDrawn="1"/>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26" name="Espaço Reservado para Data 178">
            <a:extLst>
              <a:ext uri="{FF2B5EF4-FFF2-40B4-BE49-F238E27FC236}">
                <a16:creationId xmlns:a16="http://schemas.microsoft.com/office/drawing/2014/main" id="{D3B95CCB-4EDF-4C85-82FC-E5FD2A4715E6}"/>
              </a:ext>
            </a:extLst>
          </p:cNvPr>
          <p:cNvSpPr>
            <a:spLocks noGrp="1"/>
          </p:cNvSpPr>
          <p:nvPr>
            <p:ph type="dt" sz="half" idx="10"/>
          </p:nvPr>
        </p:nvSpPr>
        <p:spPr>
          <a:xfrm>
            <a:off x="838200" y="6356350"/>
            <a:ext cx="2743200" cy="365125"/>
          </a:xfrm>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19/02/2021</a:t>
            </a:r>
          </a:p>
        </p:txBody>
      </p:sp>
      <p:sp>
        <p:nvSpPr>
          <p:cNvPr id="27" name="Espaço Reservado para Rodapé 179">
            <a:extLst>
              <a:ext uri="{FF2B5EF4-FFF2-40B4-BE49-F238E27FC236}">
                <a16:creationId xmlns:a16="http://schemas.microsoft.com/office/drawing/2014/main" id="{D8096E0F-A3CE-40F7-AA9D-B43562213203}"/>
              </a:ext>
            </a:extLst>
          </p:cNvPr>
          <p:cNvSpPr>
            <a:spLocks noGrp="1"/>
          </p:cNvSpPr>
          <p:nvPr>
            <p:ph type="ftr" sz="quarter" idx="11"/>
          </p:nvPr>
        </p:nvSpPr>
        <p:spPr>
          <a:xfrm>
            <a:off x="4038600" y="6356350"/>
            <a:ext cx="4114800" cy="365125"/>
          </a:xfrm>
        </p:spPr>
        <p:txBody>
          <a:bodyPr rtlCol="0"/>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200" b="1" i="0" u="none" strike="noStrike" kern="1200" cap="all" spc="100" normalizeH="0" noProof="0">
                <a:ln>
                  <a:noFill/>
                </a:ln>
                <a:solidFill>
                  <a:prstClr val="black">
                    <a:tint val="75000"/>
                  </a:prstClr>
                </a:solidFill>
                <a:effectLst/>
                <a:uLnTx/>
                <a:uFillTx/>
                <a:latin typeface="Source Sans Pro"/>
                <a:cs typeface="+mn-cs"/>
              </a:rPr>
              <a:t>TÍTULO DA APRESENTAÇÃO</a:t>
            </a:r>
          </a:p>
        </p:txBody>
      </p:sp>
      <p:grpSp>
        <p:nvGrpSpPr>
          <p:cNvPr id="28" name="Elemento gráfico 185">
            <a:extLst>
              <a:ext uri="{FF2B5EF4-FFF2-40B4-BE49-F238E27FC236}">
                <a16:creationId xmlns:a16="http://schemas.microsoft.com/office/drawing/2014/main" id="{59F51AE6-E003-46BA-A25A-6AFBDC3E73DA}"/>
              </a:ext>
              <a:ext uri="{C183D7F6-B498-43B3-948B-1728B52AA6E4}">
                <adec:decorative xmlns:adec="http://schemas.microsoft.com/office/drawing/2017/decorative" val="1"/>
              </a:ext>
            </a:extLst>
          </p:cNvPr>
          <p:cNvGrpSpPr/>
          <p:nvPr userDrawn="1"/>
        </p:nvGrpSpPr>
        <p:grpSpPr>
          <a:xfrm>
            <a:off x="10428621" y="5660492"/>
            <a:ext cx="1054467" cy="469689"/>
            <a:chOff x="9841624" y="4115729"/>
            <a:chExt cx="602170" cy="268223"/>
          </a:xfrm>
          <a:solidFill>
            <a:schemeClr val="tx1"/>
          </a:solidFill>
        </p:grpSpPr>
        <p:sp>
          <p:nvSpPr>
            <p:cNvPr id="29" name="Forma Livre: Forma 28">
              <a:extLst>
                <a:ext uri="{FF2B5EF4-FFF2-40B4-BE49-F238E27FC236}">
                  <a16:creationId xmlns:a16="http://schemas.microsoft.com/office/drawing/2014/main" id="{03F73C8B-6AB5-41EB-99EA-3C94CBEBB481}"/>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 name="Forma livre: Forma 29">
              <a:extLst>
                <a:ext uri="{FF2B5EF4-FFF2-40B4-BE49-F238E27FC236}">
                  <a16:creationId xmlns:a16="http://schemas.microsoft.com/office/drawing/2014/main" id="{1A666D36-3657-4085-84AA-126594195C1A}"/>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 name="Forma livre: Forma 30">
              <a:extLst>
                <a:ext uri="{FF2B5EF4-FFF2-40B4-BE49-F238E27FC236}">
                  <a16:creationId xmlns:a16="http://schemas.microsoft.com/office/drawing/2014/main" id="{B12CF5CD-903D-4879-BBD3-A79140E8186E}"/>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 name="Forma livre: Forma 31">
              <a:extLst>
                <a:ext uri="{FF2B5EF4-FFF2-40B4-BE49-F238E27FC236}">
                  <a16:creationId xmlns:a16="http://schemas.microsoft.com/office/drawing/2014/main" id="{9EF969CD-CBA7-44B8-9544-660D7487A3D4}"/>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 name="Forma livre: Forma 32">
              <a:extLst>
                <a:ext uri="{FF2B5EF4-FFF2-40B4-BE49-F238E27FC236}">
                  <a16:creationId xmlns:a16="http://schemas.microsoft.com/office/drawing/2014/main" id="{6E91C2FB-38ED-4DF7-8F1F-3211A0592A47}"/>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34" name="Espaço Reservado para o Número do Slide 180">
            <a:extLst>
              <a:ext uri="{FF2B5EF4-FFF2-40B4-BE49-F238E27FC236}">
                <a16:creationId xmlns:a16="http://schemas.microsoft.com/office/drawing/2014/main" id="{383FF74A-FDDF-4768-9C1E-E6F3E66228E9}"/>
              </a:ext>
            </a:extLst>
          </p:cNvPr>
          <p:cNvSpPr>
            <a:spLocks noGrp="1"/>
          </p:cNvSpPr>
          <p:nvPr>
            <p:ph type="sldNum" sz="quarter" idx="12"/>
          </p:nvPr>
        </p:nvSpPr>
        <p:spPr>
          <a:xfrm>
            <a:off x="8610600" y="6356350"/>
            <a:ext cx="2743200" cy="365125"/>
          </a:xfrm>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5EA792F7-1D9E-4C7E-A103-E8EDFDC2691E}" type="slidenum">
              <a:rPr kumimoji="0" lang="en-US" sz="1200" b="1" i="0" u="none" strike="noStrike" kern="1200" cap="all" spc="100" normalizeH="0" baseline="0" noProof="0" smtClean="0">
                <a:ln>
                  <a:noFill/>
                </a:ln>
                <a:solidFill>
                  <a:srgbClr val="898989"/>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1" i="0" u="none" strike="noStrike" kern="1200" cap="all" spc="100" normalizeH="0" baseline="0" noProof="0">
              <a:ln>
                <a:noFill/>
              </a:ln>
              <a:solidFill>
                <a:srgbClr val="898989"/>
              </a:solidFill>
              <a:effectLst/>
              <a:uLnTx/>
              <a:uFillTx/>
              <a:latin typeface="Source Sans Pro"/>
              <a:cs typeface="+mn-cs"/>
            </a:endParaRPr>
          </a:p>
        </p:txBody>
      </p:sp>
    </p:spTree>
    <p:extLst>
      <p:ext uri="{BB962C8B-B14F-4D97-AF65-F5344CB8AC3E}">
        <p14:creationId xmlns:p14="http://schemas.microsoft.com/office/powerpoint/2010/main" val="3997350086"/>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quipe">
    <p:spTree>
      <p:nvGrpSpPr>
        <p:cNvPr id="1" name=""/>
        <p:cNvGrpSpPr/>
        <p:nvPr/>
      </p:nvGrpSpPr>
      <p:grpSpPr>
        <a:xfrm>
          <a:off x="0" y="0"/>
          <a:ext cx="0" cy="0"/>
          <a:chOff x="0" y="0"/>
          <a:chExt cx="0" cy="0"/>
        </a:xfrm>
      </p:grpSpPr>
      <p:sp>
        <p:nvSpPr>
          <p:cNvPr id="56" name="Título 1">
            <a:extLst>
              <a:ext uri="{FF2B5EF4-FFF2-40B4-BE49-F238E27FC236}">
                <a16:creationId xmlns:a16="http://schemas.microsoft.com/office/drawing/2014/main" id="{08711333-F819-4928-8BA2-B03A1D7447F6}"/>
              </a:ext>
            </a:extLst>
          </p:cNvPr>
          <p:cNvSpPr>
            <a:spLocks noGrp="1"/>
          </p:cNvSpPr>
          <p:nvPr>
            <p:ph type="title"/>
          </p:nvPr>
        </p:nvSpPr>
        <p:spPr>
          <a:xfrm>
            <a:off x="1331088" y="565739"/>
            <a:ext cx="9745883" cy="1124949"/>
          </a:xfrm>
        </p:spPr>
        <p:txBody>
          <a:bodyPr rtlCol="0"/>
          <a:lstStyle/>
          <a:p>
            <a:pPr rtl="0"/>
            <a:endParaRPr lang="en-US" dirty="0"/>
          </a:p>
        </p:txBody>
      </p:sp>
      <p:grpSp>
        <p:nvGrpSpPr>
          <p:cNvPr id="2" name="Grupo 1">
            <a:extLst>
              <a:ext uri="{FF2B5EF4-FFF2-40B4-BE49-F238E27FC236}">
                <a16:creationId xmlns:a16="http://schemas.microsoft.com/office/drawing/2014/main" id="{B4DCAA54-A920-4F7D-B1F9-E60E950DBAE8}"/>
              </a:ext>
              <a:ext uri="{C183D7F6-B498-43B3-948B-1728B52AA6E4}">
                <adec:decorative xmlns:adec="http://schemas.microsoft.com/office/drawing/2017/decorative" val="1"/>
              </a:ext>
            </a:extLst>
          </p:cNvPr>
          <p:cNvGrpSpPr/>
          <p:nvPr userDrawn="1"/>
        </p:nvGrpSpPr>
        <p:grpSpPr>
          <a:xfrm>
            <a:off x="0" y="681037"/>
            <a:ext cx="1170294" cy="709661"/>
            <a:chOff x="0" y="681037"/>
            <a:chExt cx="1170294" cy="709661"/>
          </a:xfrm>
        </p:grpSpPr>
        <p:sp>
          <p:nvSpPr>
            <p:cNvPr id="57" name="Forma Livre: Forma 56">
              <a:extLst>
                <a:ext uri="{FF2B5EF4-FFF2-40B4-BE49-F238E27FC236}">
                  <a16:creationId xmlns:a16="http://schemas.microsoft.com/office/drawing/2014/main" id="{28633F80-7150-4830-B036-FED561D8ABD2}"/>
                </a:ext>
                <a:ext uri="{C183D7F6-B498-43B3-948B-1728B52AA6E4}">
                  <adec:decorative xmlns:adec="http://schemas.microsoft.com/office/drawing/2017/decorative" val="1"/>
                </a:ext>
              </a:extLst>
            </p:cNvPr>
            <p:cNvSpPr/>
            <p:nvPr userDrawn="1"/>
          </p:nvSpPr>
          <p:spPr>
            <a:xfrm>
              <a:off x="0" y="681037"/>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tx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sp>
          <p:nvSpPr>
            <p:cNvPr id="58" name="Forma livre: Forma 57">
              <a:extLst>
                <a:ext uri="{FF2B5EF4-FFF2-40B4-BE49-F238E27FC236}">
                  <a16:creationId xmlns:a16="http://schemas.microsoft.com/office/drawing/2014/main" id="{984D32A8-76C6-4D70-887B-EC3211AD33EB}"/>
                </a:ext>
                <a:ext uri="{C183D7F6-B498-43B3-948B-1728B52AA6E4}">
                  <adec:decorative xmlns:adec="http://schemas.microsoft.com/office/drawing/2017/decorative" val="1"/>
                </a:ext>
              </a:extLst>
            </p:cNvPr>
            <p:cNvSpPr/>
            <p:nvPr userDrawn="1"/>
          </p:nvSpPr>
          <p:spPr>
            <a:xfrm>
              <a:off x="0" y="1116069"/>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60" name="Oval 59">
            <a:extLst>
              <a:ext uri="{FF2B5EF4-FFF2-40B4-BE49-F238E27FC236}">
                <a16:creationId xmlns:a16="http://schemas.microsoft.com/office/drawing/2014/main" id="{EEDFE717-6A4F-4FD1-ABBF-5807E71F53F6}"/>
              </a:ext>
              <a:ext uri="{C183D7F6-B498-43B3-948B-1728B52AA6E4}">
                <adec:decorative xmlns:adec="http://schemas.microsoft.com/office/drawing/2017/decorative" val="1"/>
              </a:ext>
            </a:extLst>
          </p:cNvPr>
          <p:cNvSpPr/>
          <p:nvPr userDrawn="1"/>
        </p:nvSpPr>
        <p:spPr>
          <a:xfrm>
            <a:off x="11559544" y="5991329"/>
            <a:ext cx="365021" cy="365021"/>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61" name="Espaço Reservado para Data 10">
            <a:extLst>
              <a:ext uri="{FF2B5EF4-FFF2-40B4-BE49-F238E27FC236}">
                <a16:creationId xmlns:a16="http://schemas.microsoft.com/office/drawing/2014/main" id="{26FBD0C2-9C38-4891-92F3-5AF6CD04E3E1}"/>
              </a:ext>
            </a:extLst>
          </p:cNvPr>
          <p:cNvSpPr>
            <a:spLocks noGrp="1"/>
          </p:cNvSpPr>
          <p:nvPr>
            <p:ph type="dt" sz="half" idx="10"/>
          </p:nvPr>
        </p:nvSpPr>
        <p:spPr>
          <a:xfrm>
            <a:off x="838200" y="6356350"/>
            <a:ext cx="2743200" cy="365125"/>
          </a:xfrm>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19/02/2021</a:t>
            </a:r>
          </a:p>
        </p:txBody>
      </p:sp>
      <p:sp>
        <p:nvSpPr>
          <p:cNvPr id="62" name="Espaço Reservado para Rodapé 11">
            <a:extLst>
              <a:ext uri="{FF2B5EF4-FFF2-40B4-BE49-F238E27FC236}">
                <a16:creationId xmlns:a16="http://schemas.microsoft.com/office/drawing/2014/main" id="{5C6A806B-2B18-4D3B-8215-624EE91DAC38}"/>
              </a:ext>
            </a:extLst>
          </p:cNvPr>
          <p:cNvSpPr>
            <a:spLocks noGrp="1"/>
          </p:cNvSpPr>
          <p:nvPr>
            <p:ph type="ftr" sz="quarter" idx="11"/>
          </p:nvPr>
        </p:nvSpPr>
        <p:spPr>
          <a:xfrm>
            <a:off x="4038600" y="6356350"/>
            <a:ext cx="4114800" cy="365125"/>
          </a:xfrm>
        </p:spPr>
        <p:txBody>
          <a:bodyPr rtlCol="0"/>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200" b="1" i="0" u="none" strike="noStrike" kern="1200" cap="all" spc="100" normalizeH="0" noProof="0">
                <a:ln>
                  <a:noFill/>
                </a:ln>
                <a:solidFill>
                  <a:prstClr val="black">
                    <a:tint val="75000"/>
                  </a:prstClr>
                </a:solidFill>
                <a:effectLst/>
                <a:uLnTx/>
                <a:uFillTx/>
                <a:latin typeface="Source Sans Pro"/>
                <a:cs typeface="+mn-cs"/>
              </a:rPr>
              <a:t>TÍTULO DA APRESENTAÇÃO</a:t>
            </a:r>
          </a:p>
        </p:txBody>
      </p:sp>
      <p:sp>
        <p:nvSpPr>
          <p:cNvPr id="63" name="Espaço Reservado para o Número do Slide 12">
            <a:extLst>
              <a:ext uri="{FF2B5EF4-FFF2-40B4-BE49-F238E27FC236}">
                <a16:creationId xmlns:a16="http://schemas.microsoft.com/office/drawing/2014/main" id="{54E3AE0A-2F47-4B51-8F32-46ABDC574FFB}"/>
              </a:ext>
            </a:extLst>
          </p:cNvPr>
          <p:cNvSpPr>
            <a:spLocks noGrp="1"/>
          </p:cNvSpPr>
          <p:nvPr>
            <p:ph type="sldNum" sz="quarter" idx="12"/>
          </p:nvPr>
        </p:nvSpPr>
        <p:spPr>
          <a:xfrm>
            <a:off x="8644339" y="6356350"/>
            <a:ext cx="2743200" cy="365125"/>
          </a:xfrm>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80967E29-1480-472A-9FC5-C4768A52587C}"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grpSp>
        <p:nvGrpSpPr>
          <p:cNvPr id="11" name="Elemento gráfico 4" hidden="1">
            <a:extLst>
              <a:ext uri="{FF2B5EF4-FFF2-40B4-BE49-F238E27FC236}">
                <a16:creationId xmlns:a16="http://schemas.microsoft.com/office/drawing/2014/main" id="{A160D36B-90B2-4E2E-9A07-AFC4CC77ED14}"/>
              </a:ext>
              <a:ext uri="{C183D7F6-B498-43B3-948B-1728B52AA6E4}">
                <adec:decorative xmlns:adec="http://schemas.microsoft.com/office/drawing/2017/decorative" val="1"/>
              </a:ext>
            </a:extLst>
          </p:cNvPr>
          <p:cNvGrpSpPr/>
          <p:nvPr userDrawn="1"/>
        </p:nvGrpSpPr>
        <p:grpSpPr>
          <a:xfrm>
            <a:off x="10510458" y="477557"/>
            <a:ext cx="975170" cy="975170"/>
            <a:chOff x="5829300" y="3162300"/>
            <a:chExt cx="532257" cy="532257"/>
          </a:xfrm>
          <a:solidFill>
            <a:schemeClr val="tx1"/>
          </a:solidFill>
        </p:grpSpPr>
        <p:sp>
          <p:nvSpPr>
            <p:cNvPr id="12" name="Freeform: Shape 11">
              <a:extLst>
                <a:ext uri="{FF2B5EF4-FFF2-40B4-BE49-F238E27FC236}">
                  <a16:creationId xmlns:a16="http://schemas.microsoft.com/office/drawing/2014/main" id="{CADA6DC8-A018-4A16-84AF-9E2E74CD757D}"/>
                </a:ext>
              </a:extLst>
            </p:cNvPr>
            <p:cNvSpPr/>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 name="Freeform: Shape 12">
              <a:extLst>
                <a:ext uri="{FF2B5EF4-FFF2-40B4-BE49-F238E27FC236}">
                  <a16:creationId xmlns:a16="http://schemas.microsoft.com/office/drawing/2014/main" id="{8C1308F7-B76A-4EC2-94B2-3D7A71B62604}"/>
                </a:ext>
              </a:extLst>
            </p:cNvPr>
            <p:cNvSpPr/>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 name="Freeform: Shape 13">
              <a:extLst>
                <a:ext uri="{FF2B5EF4-FFF2-40B4-BE49-F238E27FC236}">
                  <a16:creationId xmlns:a16="http://schemas.microsoft.com/office/drawing/2014/main" id="{98E3532C-7781-4159-A3A0-A2DE72CA6DBA}"/>
                </a:ext>
              </a:extLst>
            </p:cNvPr>
            <p:cNvSpPr/>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 name="Freeform: Shape 14">
              <a:extLst>
                <a:ext uri="{FF2B5EF4-FFF2-40B4-BE49-F238E27FC236}">
                  <a16:creationId xmlns:a16="http://schemas.microsoft.com/office/drawing/2014/main" id="{98D647FB-029D-4D71-B4E4-6D74FCB09C4D}"/>
                </a:ext>
              </a:extLst>
            </p:cNvPr>
            <p:cNvSpPr/>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 name="Freeform: Shape 15">
              <a:extLst>
                <a:ext uri="{FF2B5EF4-FFF2-40B4-BE49-F238E27FC236}">
                  <a16:creationId xmlns:a16="http://schemas.microsoft.com/office/drawing/2014/main" id="{216A1C6D-37E7-47A0-814C-A09DC1123684}"/>
                </a:ext>
              </a:extLst>
            </p:cNvPr>
            <p:cNvSpPr/>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 name="Freeform: Shape 16">
              <a:extLst>
                <a:ext uri="{FF2B5EF4-FFF2-40B4-BE49-F238E27FC236}">
                  <a16:creationId xmlns:a16="http://schemas.microsoft.com/office/drawing/2014/main" id="{22759DEC-2103-4E2C-A470-F4AF6E5E3E87}"/>
                </a:ext>
              </a:extLst>
            </p:cNvPr>
            <p:cNvSpPr/>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 name="Freeform: Shape 17">
              <a:extLst>
                <a:ext uri="{FF2B5EF4-FFF2-40B4-BE49-F238E27FC236}">
                  <a16:creationId xmlns:a16="http://schemas.microsoft.com/office/drawing/2014/main" id="{788AE222-CCAD-4233-9F97-67021E530758}"/>
                </a:ext>
              </a:extLst>
            </p:cNvPr>
            <p:cNvSpPr/>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 name="Freeform: Shape 18">
              <a:extLst>
                <a:ext uri="{FF2B5EF4-FFF2-40B4-BE49-F238E27FC236}">
                  <a16:creationId xmlns:a16="http://schemas.microsoft.com/office/drawing/2014/main" id="{8610EC41-7752-4C40-99E0-1B5FEA90EB0E}"/>
                </a:ext>
              </a:extLst>
            </p:cNvPr>
            <p:cNvSpPr/>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 name="Freeform: Shape 19">
              <a:extLst>
                <a:ext uri="{FF2B5EF4-FFF2-40B4-BE49-F238E27FC236}">
                  <a16:creationId xmlns:a16="http://schemas.microsoft.com/office/drawing/2014/main" id="{5AA370E4-6378-438E-96A5-93A548F17E99}"/>
                </a:ext>
              </a:extLst>
            </p:cNvPr>
            <p:cNvSpPr/>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 name="Freeform: Shape 20">
              <a:extLst>
                <a:ext uri="{FF2B5EF4-FFF2-40B4-BE49-F238E27FC236}">
                  <a16:creationId xmlns:a16="http://schemas.microsoft.com/office/drawing/2014/main" id="{2DC8BEFB-4BE0-44E4-B9EE-B9433675ED5D}"/>
                </a:ext>
              </a:extLst>
            </p:cNvPr>
            <p:cNvSpPr/>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 name="Freeform: Shape 21">
              <a:extLst>
                <a:ext uri="{FF2B5EF4-FFF2-40B4-BE49-F238E27FC236}">
                  <a16:creationId xmlns:a16="http://schemas.microsoft.com/office/drawing/2014/main" id="{C5C187D8-7DEF-4A4B-AEBD-0148B131FA7B}"/>
                </a:ext>
              </a:extLst>
            </p:cNvPr>
            <p:cNvSpPr/>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 name="Freeform: Shape 22">
              <a:extLst>
                <a:ext uri="{FF2B5EF4-FFF2-40B4-BE49-F238E27FC236}">
                  <a16:creationId xmlns:a16="http://schemas.microsoft.com/office/drawing/2014/main" id="{721C4DD4-9A7B-4D13-905C-4D8287BFC226}"/>
                </a:ext>
              </a:extLst>
            </p:cNvPr>
            <p:cNvSpPr/>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 name="Freeform: Shape 23">
              <a:extLst>
                <a:ext uri="{FF2B5EF4-FFF2-40B4-BE49-F238E27FC236}">
                  <a16:creationId xmlns:a16="http://schemas.microsoft.com/office/drawing/2014/main" id="{CB37570A-3C94-4E36-97CE-A23E9672578E}"/>
                </a:ext>
              </a:extLst>
            </p:cNvPr>
            <p:cNvSpPr/>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ource Sans Pro"/>
                <a:ea typeface="+mn-ea"/>
                <a:cs typeface="+mn-cs"/>
              </a:endParaRPr>
            </a:p>
          </p:txBody>
        </p:sp>
      </p:grpSp>
      <p:sp>
        <p:nvSpPr>
          <p:cNvPr id="25" name="Espaço Reservado para Imagem 11">
            <a:extLst>
              <a:ext uri="{FF2B5EF4-FFF2-40B4-BE49-F238E27FC236}">
                <a16:creationId xmlns:a16="http://schemas.microsoft.com/office/drawing/2014/main" id="{D0363784-2970-4EEC-A27D-C144838C7934}"/>
              </a:ext>
            </a:extLst>
          </p:cNvPr>
          <p:cNvSpPr>
            <a:spLocks noGrp="1"/>
          </p:cNvSpPr>
          <p:nvPr>
            <p:ph type="pic" sz="quarter" idx="14"/>
          </p:nvPr>
        </p:nvSpPr>
        <p:spPr>
          <a:xfrm>
            <a:off x="745213" y="2021303"/>
            <a:ext cx="2286000" cy="2286000"/>
          </a:xfrm>
          <a:prstGeom prst="ellipse">
            <a:avLst/>
          </a:prstGeom>
        </p:spPr>
        <p:txBody>
          <a:bodyPr rtlCol="0">
            <a:normAutofit/>
          </a:bodyPr>
          <a:lstStyle>
            <a:lvl1pPr>
              <a:defRPr sz="2000"/>
            </a:lvl1pPr>
          </a:lstStyle>
          <a:p>
            <a:pPr rtl="0"/>
            <a:endParaRPr lang="en-US"/>
          </a:p>
        </p:txBody>
      </p:sp>
      <p:sp>
        <p:nvSpPr>
          <p:cNvPr id="26" name="Espaço Reservado para Imagem 11">
            <a:extLst>
              <a:ext uri="{FF2B5EF4-FFF2-40B4-BE49-F238E27FC236}">
                <a16:creationId xmlns:a16="http://schemas.microsoft.com/office/drawing/2014/main" id="{A5F161F4-CB8E-480F-8499-D1BD68C8BB59}"/>
              </a:ext>
            </a:extLst>
          </p:cNvPr>
          <p:cNvSpPr>
            <a:spLocks noGrp="1"/>
          </p:cNvSpPr>
          <p:nvPr>
            <p:ph type="pic" sz="quarter" idx="15"/>
          </p:nvPr>
        </p:nvSpPr>
        <p:spPr>
          <a:xfrm>
            <a:off x="3551776" y="2021303"/>
            <a:ext cx="2286000" cy="2286000"/>
          </a:xfrm>
          <a:prstGeom prst="ellipse">
            <a:avLst/>
          </a:prstGeom>
        </p:spPr>
        <p:txBody>
          <a:bodyPr rtlCol="0">
            <a:normAutofit/>
          </a:bodyPr>
          <a:lstStyle>
            <a:lvl1pPr>
              <a:defRPr sz="2000"/>
            </a:lvl1pPr>
          </a:lstStyle>
          <a:p>
            <a:pPr rtl="0"/>
            <a:endParaRPr lang="en-US"/>
          </a:p>
        </p:txBody>
      </p:sp>
      <p:sp>
        <p:nvSpPr>
          <p:cNvPr id="27" name="Espaço Reservado para Imagem 11">
            <a:extLst>
              <a:ext uri="{FF2B5EF4-FFF2-40B4-BE49-F238E27FC236}">
                <a16:creationId xmlns:a16="http://schemas.microsoft.com/office/drawing/2014/main" id="{FA25DBB0-929B-4EA3-AF0A-D34760BBAB8E}"/>
              </a:ext>
            </a:extLst>
          </p:cNvPr>
          <p:cNvSpPr>
            <a:spLocks noGrp="1"/>
          </p:cNvSpPr>
          <p:nvPr>
            <p:ph type="pic" sz="quarter" idx="16"/>
          </p:nvPr>
        </p:nvSpPr>
        <p:spPr>
          <a:xfrm>
            <a:off x="6358339" y="2021303"/>
            <a:ext cx="2286000" cy="2286000"/>
          </a:xfrm>
          <a:prstGeom prst="ellipse">
            <a:avLst/>
          </a:prstGeom>
        </p:spPr>
        <p:txBody>
          <a:bodyPr rtlCol="0">
            <a:normAutofit/>
          </a:bodyPr>
          <a:lstStyle>
            <a:lvl1pPr>
              <a:defRPr sz="2000"/>
            </a:lvl1pPr>
          </a:lstStyle>
          <a:p>
            <a:pPr rtl="0"/>
            <a:endParaRPr lang="en-US"/>
          </a:p>
        </p:txBody>
      </p:sp>
      <p:sp>
        <p:nvSpPr>
          <p:cNvPr id="28" name="Espaço Reservado para Imagem 11">
            <a:extLst>
              <a:ext uri="{FF2B5EF4-FFF2-40B4-BE49-F238E27FC236}">
                <a16:creationId xmlns:a16="http://schemas.microsoft.com/office/drawing/2014/main" id="{2166858A-D674-4111-9862-D87359001031}"/>
              </a:ext>
            </a:extLst>
          </p:cNvPr>
          <p:cNvSpPr>
            <a:spLocks noGrp="1"/>
          </p:cNvSpPr>
          <p:nvPr>
            <p:ph type="pic" sz="quarter" idx="17"/>
          </p:nvPr>
        </p:nvSpPr>
        <p:spPr>
          <a:xfrm>
            <a:off x="9164901" y="2021303"/>
            <a:ext cx="2286000" cy="2286000"/>
          </a:xfrm>
          <a:prstGeom prst="ellipse">
            <a:avLst/>
          </a:prstGeom>
        </p:spPr>
        <p:txBody>
          <a:bodyPr rtlCol="0">
            <a:normAutofit/>
          </a:bodyPr>
          <a:lstStyle>
            <a:lvl1pPr>
              <a:defRPr sz="2000"/>
            </a:lvl1pPr>
          </a:lstStyle>
          <a:p>
            <a:pPr rtl="0"/>
            <a:endParaRPr lang="en-US"/>
          </a:p>
        </p:txBody>
      </p:sp>
      <p:sp>
        <p:nvSpPr>
          <p:cNvPr id="29" name="Espaço Reservado para Texto 20">
            <a:extLst>
              <a:ext uri="{FF2B5EF4-FFF2-40B4-BE49-F238E27FC236}">
                <a16:creationId xmlns:a16="http://schemas.microsoft.com/office/drawing/2014/main" id="{0A21E468-9819-48EA-9CFE-D8A100CF2FBC}"/>
              </a:ext>
            </a:extLst>
          </p:cNvPr>
          <p:cNvSpPr>
            <a:spLocks noGrp="1"/>
          </p:cNvSpPr>
          <p:nvPr>
            <p:ph type="body" sz="quarter" idx="18" hasCustomPrompt="1"/>
          </p:nvPr>
        </p:nvSpPr>
        <p:spPr>
          <a:xfrm>
            <a:off x="762000" y="4417646"/>
            <a:ext cx="2286000" cy="365125"/>
          </a:xfrm>
        </p:spPr>
        <p:txBody>
          <a:bodyPr rtlCol="0" anchor="ctr">
            <a:noAutofit/>
          </a:bodyPr>
          <a:lstStyle>
            <a:lvl1pPr marL="0" indent="0" algn="ctr">
              <a:lnSpc>
                <a:spcPct val="100000"/>
              </a:lnSpc>
              <a:spcBef>
                <a:spcPts val="0"/>
              </a:spcBef>
              <a:spcAft>
                <a:spcPts val="0"/>
              </a:spcAft>
              <a:buNone/>
              <a:defRPr lang="en-US" sz="2800" b="0" kern="1200" dirty="0" smtClean="0">
                <a:solidFill>
                  <a:schemeClr val="tx1">
                    <a:hueOff val="0"/>
                    <a:satOff val="0"/>
                    <a:lumOff val="0"/>
                    <a:alphaOff val="0"/>
                  </a:schemeClr>
                </a:solidFill>
                <a:latin typeface="+mj-lt"/>
                <a:ea typeface="+mn-ea"/>
                <a:cs typeface="+mn-cs"/>
              </a:defRPr>
            </a:lvl1pPr>
          </a:lstStyle>
          <a:p>
            <a:pPr lvl="0" rtl="0"/>
            <a:r>
              <a:rPr lang="pt-br"/>
              <a:t>Nome</a:t>
            </a:r>
          </a:p>
        </p:txBody>
      </p:sp>
      <p:sp>
        <p:nvSpPr>
          <p:cNvPr id="30" name="Espaço Reservado para Texto 22">
            <a:extLst>
              <a:ext uri="{FF2B5EF4-FFF2-40B4-BE49-F238E27FC236}">
                <a16:creationId xmlns:a16="http://schemas.microsoft.com/office/drawing/2014/main" id="{2AA605BC-184B-485A-B68D-27607D4AAB0C}"/>
              </a:ext>
            </a:extLst>
          </p:cNvPr>
          <p:cNvSpPr>
            <a:spLocks noGrp="1"/>
          </p:cNvSpPr>
          <p:nvPr>
            <p:ph type="body" sz="quarter" idx="19" hasCustomPrompt="1"/>
          </p:nvPr>
        </p:nvSpPr>
        <p:spPr>
          <a:xfrm>
            <a:off x="762000" y="4802088"/>
            <a:ext cx="2286000" cy="365125"/>
          </a:xfrm>
        </p:spPr>
        <p:txBody>
          <a:bodyPr rtlCol="0"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rtl="0"/>
            <a:r>
              <a:rPr lang="pt-br"/>
              <a:t>Título</a:t>
            </a:r>
          </a:p>
        </p:txBody>
      </p:sp>
      <p:sp>
        <p:nvSpPr>
          <p:cNvPr id="31" name="Espaço Reservado para Texto 20">
            <a:extLst>
              <a:ext uri="{FF2B5EF4-FFF2-40B4-BE49-F238E27FC236}">
                <a16:creationId xmlns:a16="http://schemas.microsoft.com/office/drawing/2014/main" id="{5E1DA376-8DFF-42EB-AC05-624D4CC17008}"/>
              </a:ext>
            </a:extLst>
          </p:cNvPr>
          <p:cNvSpPr>
            <a:spLocks noGrp="1"/>
          </p:cNvSpPr>
          <p:nvPr>
            <p:ph type="body" sz="quarter" idx="20" hasCustomPrompt="1"/>
          </p:nvPr>
        </p:nvSpPr>
        <p:spPr>
          <a:xfrm>
            <a:off x="3562967" y="4417646"/>
            <a:ext cx="2286000" cy="365125"/>
          </a:xfrm>
        </p:spPr>
        <p:txBody>
          <a:bodyPr vert="horz" lIns="91440" tIns="45720" rIns="91440" bIns="45720" rtlCol="0" anchor="ctr">
            <a:noAutofit/>
          </a:bodyPr>
          <a:lstStyle>
            <a:lvl1pPr marL="0" indent="0" algn="ctr">
              <a:spcAft>
                <a:spcPts val="0"/>
              </a:spcAft>
              <a:buNone/>
              <a:defRPr lang="en-US" b="0" dirty="0">
                <a:solidFill>
                  <a:schemeClr val="tx1">
                    <a:hueOff val="0"/>
                    <a:satOff val="0"/>
                    <a:lumOff val="0"/>
                    <a:alphaOff val="0"/>
                  </a:schemeClr>
                </a:solidFill>
                <a:latin typeface="+mj-lt"/>
              </a:defRPr>
            </a:lvl1pPr>
          </a:lstStyle>
          <a:p>
            <a:pPr marL="228600" lvl="0" indent="-228600" algn="ctr" rtl="0">
              <a:lnSpc>
                <a:spcPct val="100000"/>
              </a:lnSpc>
              <a:spcBef>
                <a:spcPts val="0"/>
              </a:spcBef>
              <a:spcAft>
                <a:spcPts val="966"/>
              </a:spcAft>
            </a:pPr>
            <a:r>
              <a:rPr lang="pt-br"/>
              <a:t>Nome</a:t>
            </a:r>
          </a:p>
        </p:txBody>
      </p:sp>
      <p:sp>
        <p:nvSpPr>
          <p:cNvPr id="32" name="Espaço Reservado para Texto 22">
            <a:extLst>
              <a:ext uri="{FF2B5EF4-FFF2-40B4-BE49-F238E27FC236}">
                <a16:creationId xmlns:a16="http://schemas.microsoft.com/office/drawing/2014/main" id="{88EA8545-B741-4E15-8054-C79F08609384}"/>
              </a:ext>
            </a:extLst>
          </p:cNvPr>
          <p:cNvSpPr>
            <a:spLocks noGrp="1"/>
          </p:cNvSpPr>
          <p:nvPr>
            <p:ph type="body" sz="quarter" idx="21" hasCustomPrompt="1"/>
          </p:nvPr>
        </p:nvSpPr>
        <p:spPr>
          <a:xfrm>
            <a:off x="3562967" y="4802088"/>
            <a:ext cx="2286000" cy="365125"/>
          </a:xfrm>
        </p:spPr>
        <p:txBody>
          <a:bodyPr rtlCol="0"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rtl="0"/>
            <a:r>
              <a:rPr lang="pt-br"/>
              <a:t>Título</a:t>
            </a:r>
          </a:p>
        </p:txBody>
      </p:sp>
      <p:sp>
        <p:nvSpPr>
          <p:cNvPr id="33" name="Espaço Reservado para Texto 20">
            <a:extLst>
              <a:ext uri="{FF2B5EF4-FFF2-40B4-BE49-F238E27FC236}">
                <a16:creationId xmlns:a16="http://schemas.microsoft.com/office/drawing/2014/main" id="{C5DDD12B-8AD2-4194-9011-B8AE495CE84A}"/>
              </a:ext>
            </a:extLst>
          </p:cNvPr>
          <p:cNvSpPr>
            <a:spLocks noGrp="1"/>
          </p:cNvSpPr>
          <p:nvPr>
            <p:ph type="body" sz="quarter" idx="22" hasCustomPrompt="1"/>
          </p:nvPr>
        </p:nvSpPr>
        <p:spPr>
          <a:xfrm>
            <a:off x="6363934" y="4417646"/>
            <a:ext cx="2286000" cy="365125"/>
          </a:xfrm>
        </p:spPr>
        <p:txBody>
          <a:bodyPr vert="horz" lIns="91440" tIns="45720" rIns="91440" bIns="45720" rtlCol="0" anchor="ctr">
            <a:noAutofit/>
          </a:bodyPr>
          <a:lstStyle>
            <a:lvl1pPr marL="0" indent="0" algn="ctr">
              <a:spcAft>
                <a:spcPts val="0"/>
              </a:spcAft>
              <a:buNone/>
              <a:defRPr lang="en-US" b="0" dirty="0">
                <a:solidFill>
                  <a:schemeClr val="tx1">
                    <a:hueOff val="0"/>
                    <a:satOff val="0"/>
                    <a:lumOff val="0"/>
                    <a:alphaOff val="0"/>
                  </a:schemeClr>
                </a:solidFill>
                <a:latin typeface="+mj-lt"/>
              </a:defRPr>
            </a:lvl1pPr>
          </a:lstStyle>
          <a:p>
            <a:pPr marL="228600" lvl="0" indent="-228600" algn="ctr" rtl="0">
              <a:lnSpc>
                <a:spcPct val="100000"/>
              </a:lnSpc>
              <a:spcBef>
                <a:spcPts val="0"/>
              </a:spcBef>
              <a:spcAft>
                <a:spcPts val="966"/>
              </a:spcAft>
            </a:pPr>
            <a:r>
              <a:rPr lang="pt-br"/>
              <a:t>Nome</a:t>
            </a:r>
          </a:p>
        </p:txBody>
      </p:sp>
      <p:sp>
        <p:nvSpPr>
          <p:cNvPr id="34" name="Espaço Reservado para Texto 22">
            <a:extLst>
              <a:ext uri="{FF2B5EF4-FFF2-40B4-BE49-F238E27FC236}">
                <a16:creationId xmlns:a16="http://schemas.microsoft.com/office/drawing/2014/main" id="{E1E9CE9A-B335-4B09-A6DC-9FDAE1A8541E}"/>
              </a:ext>
            </a:extLst>
          </p:cNvPr>
          <p:cNvSpPr>
            <a:spLocks noGrp="1"/>
          </p:cNvSpPr>
          <p:nvPr>
            <p:ph type="body" sz="quarter" idx="23" hasCustomPrompt="1"/>
          </p:nvPr>
        </p:nvSpPr>
        <p:spPr>
          <a:xfrm>
            <a:off x="6363934" y="4802088"/>
            <a:ext cx="2286000" cy="365125"/>
          </a:xfrm>
        </p:spPr>
        <p:txBody>
          <a:bodyPr rtlCol="0"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rtl="0"/>
            <a:r>
              <a:rPr lang="pt-br"/>
              <a:t>Título</a:t>
            </a:r>
          </a:p>
        </p:txBody>
      </p:sp>
      <p:sp>
        <p:nvSpPr>
          <p:cNvPr id="35" name="Espaço Reservado para Texto 20">
            <a:extLst>
              <a:ext uri="{FF2B5EF4-FFF2-40B4-BE49-F238E27FC236}">
                <a16:creationId xmlns:a16="http://schemas.microsoft.com/office/drawing/2014/main" id="{05755812-FA39-400E-9830-518115B16F1A}"/>
              </a:ext>
            </a:extLst>
          </p:cNvPr>
          <p:cNvSpPr>
            <a:spLocks noGrp="1"/>
          </p:cNvSpPr>
          <p:nvPr>
            <p:ph type="body" sz="quarter" idx="24" hasCustomPrompt="1"/>
          </p:nvPr>
        </p:nvSpPr>
        <p:spPr>
          <a:xfrm>
            <a:off x="9164901" y="4417646"/>
            <a:ext cx="2286000" cy="365125"/>
          </a:xfrm>
        </p:spPr>
        <p:txBody>
          <a:bodyPr vert="horz" lIns="91440" tIns="45720" rIns="91440" bIns="45720" rtlCol="0" anchor="ctr">
            <a:noAutofit/>
          </a:bodyPr>
          <a:lstStyle>
            <a:lvl1pPr marL="0" indent="0" algn="ctr">
              <a:spcAft>
                <a:spcPts val="0"/>
              </a:spcAft>
              <a:buNone/>
              <a:defRPr lang="en-US" b="0" dirty="0">
                <a:solidFill>
                  <a:schemeClr val="tx1">
                    <a:hueOff val="0"/>
                    <a:satOff val="0"/>
                    <a:lumOff val="0"/>
                    <a:alphaOff val="0"/>
                  </a:schemeClr>
                </a:solidFill>
                <a:latin typeface="+mj-lt"/>
              </a:defRPr>
            </a:lvl1pPr>
          </a:lstStyle>
          <a:p>
            <a:pPr marL="228600" lvl="0" indent="-228600" algn="ctr" rtl="0">
              <a:lnSpc>
                <a:spcPct val="100000"/>
              </a:lnSpc>
              <a:spcBef>
                <a:spcPts val="0"/>
              </a:spcBef>
              <a:spcAft>
                <a:spcPts val="966"/>
              </a:spcAft>
            </a:pPr>
            <a:r>
              <a:rPr lang="pt-br"/>
              <a:t>Nome</a:t>
            </a:r>
          </a:p>
        </p:txBody>
      </p:sp>
      <p:sp>
        <p:nvSpPr>
          <p:cNvPr id="36" name="Espaço Reservado para Texto 22">
            <a:extLst>
              <a:ext uri="{FF2B5EF4-FFF2-40B4-BE49-F238E27FC236}">
                <a16:creationId xmlns:a16="http://schemas.microsoft.com/office/drawing/2014/main" id="{B0C99DAB-BC75-4032-B8DE-82896B438816}"/>
              </a:ext>
            </a:extLst>
          </p:cNvPr>
          <p:cNvSpPr>
            <a:spLocks noGrp="1"/>
          </p:cNvSpPr>
          <p:nvPr>
            <p:ph type="body" sz="quarter" idx="25" hasCustomPrompt="1"/>
          </p:nvPr>
        </p:nvSpPr>
        <p:spPr>
          <a:xfrm>
            <a:off x="9164901" y="4802088"/>
            <a:ext cx="2286000" cy="365125"/>
          </a:xfrm>
        </p:spPr>
        <p:txBody>
          <a:bodyPr rtlCol="0"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rtl="0"/>
            <a:r>
              <a:rPr lang="pt-br"/>
              <a:t>Título</a:t>
            </a:r>
          </a:p>
        </p:txBody>
      </p:sp>
    </p:spTree>
    <p:extLst>
      <p:ext uri="{BB962C8B-B14F-4D97-AF65-F5344CB8AC3E}">
        <p14:creationId xmlns:p14="http://schemas.microsoft.com/office/powerpoint/2010/main" val="2792476256"/>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inha do Tempo">
    <p:spTree>
      <p:nvGrpSpPr>
        <p:cNvPr id="1" name=""/>
        <p:cNvGrpSpPr/>
        <p:nvPr/>
      </p:nvGrpSpPr>
      <p:grpSpPr>
        <a:xfrm>
          <a:off x="0" y="0"/>
          <a:ext cx="0" cy="0"/>
          <a:chOff x="0" y="0"/>
          <a:chExt cx="0" cy="0"/>
        </a:xfrm>
      </p:grpSpPr>
      <p:grpSp>
        <p:nvGrpSpPr>
          <p:cNvPr id="34" name="Elemento gráfico 4" hidden="1">
            <a:extLst>
              <a:ext uri="{FF2B5EF4-FFF2-40B4-BE49-F238E27FC236}">
                <a16:creationId xmlns:a16="http://schemas.microsoft.com/office/drawing/2014/main" id="{F6919F4A-127D-4827-9E80-D8662425CC16}"/>
              </a:ext>
              <a:ext uri="{C183D7F6-B498-43B3-948B-1728B52AA6E4}">
                <adec:decorative xmlns:adec="http://schemas.microsoft.com/office/drawing/2017/decorative" val="1"/>
              </a:ext>
            </a:extLst>
          </p:cNvPr>
          <p:cNvGrpSpPr/>
          <p:nvPr userDrawn="1"/>
        </p:nvGrpSpPr>
        <p:grpSpPr>
          <a:xfrm>
            <a:off x="10510458" y="477557"/>
            <a:ext cx="975170" cy="975170"/>
            <a:chOff x="5829300" y="3162300"/>
            <a:chExt cx="532257" cy="532257"/>
          </a:xfrm>
          <a:solidFill>
            <a:schemeClr val="tx1"/>
          </a:solidFill>
        </p:grpSpPr>
        <p:sp>
          <p:nvSpPr>
            <p:cNvPr id="35" name="Freeform: Shape 34">
              <a:extLst>
                <a:ext uri="{FF2B5EF4-FFF2-40B4-BE49-F238E27FC236}">
                  <a16:creationId xmlns:a16="http://schemas.microsoft.com/office/drawing/2014/main" id="{E4F0C362-E345-4C93-8DBC-55525E213FE2}"/>
                </a:ext>
              </a:extLst>
            </p:cNvPr>
            <p:cNvSpPr/>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6" name="Freeform: Shape 35">
              <a:extLst>
                <a:ext uri="{FF2B5EF4-FFF2-40B4-BE49-F238E27FC236}">
                  <a16:creationId xmlns:a16="http://schemas.microsoft.com/office/drawing/2014/main" id="{246589FF-4A9D-484E-95B0-A0C39A326BFF}"/>
                </a:ext>
              </a:extLst>
            </p:cNvPr>
            <p:cNvSpPr/>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7" name="Freeform: Shape 36">
              <a:extLst>
                <a:ext uri="{FF2B5EF4-FFF2-40B4-BE49-F238E27FC236}">
                  <a16:creationId xmlns:a16="http://schemas.microsoft.com/office/drawing/2014/main" id="{CCC09BAE-0430-4149-BDEC-23DD9C37ACC2}"/>
                </a:ext>
              </a:extLst>
            </p:cNvPr>
            <p:cNvSpPr/>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8" name="Freeform: Shape 37">
              <a:extLst>
                <a:ext uri="{FF2B5EF4-FFF2-40B4-BE49-F238E27FC236}">
                  <a16:creationId xmlns:a16="http://schemas.microsoft.com/office/drawing/2014/main" id="{4F6CC180-FC7F-4A8E-BACC-034FD0C68CA9}"/>
                </a:ext>
              </a:extLst>
            </p:cNvPr>
            <p:cNvSpPr/>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9" name="Freeform: Shape 38">
              <a:extLst>
                <a:ext uri="{FF2B5EF4-FFF2-40B4-BE49-F238E27FC236}">
                  <a16:creationId xmlns:a16="http://schemas.microsoft.com/office/drawing/2014/main" id="{A137FFAD-2383-4411-A9CD-B0DCBF8452F9}"/>
                </a:ext>
              </a:extLst>
            </p:cNvPr>
            <p:cNvSpPr/>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0" name="Freeform: Shape 39">
              <a:extLst>
                <a:ext uri="{FF2B5EF4-FFF2-40B4-BE49-F238E27FC236}">
                  <a16:creationId xmlns:a16="http://schemas.microsoft.com/office/drawing/2014/main" id="{6F7ADA10-97E6-406B-955B-4DF941688C55}"/>
                </a:ext>
              </a:extLst>
            </p:cNvPr>
            <p:cNvSpPr/>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1" name="Freeform: Shape 40">
              <a:extLst>
                <a:ext uri="{FF2B5EF4-FFF2-40B4-BE49-F238E27FC236}">
                  <a16:creationId xmlns:a16="http://schemas.microsoft.com/office/drawing/2014/main" id="{E5ED4958-089A-40EE-BEF8-D2DA3283FE41}"/>
                </a:ext>
              </a:extLst>
            </p:cNvPr>
            <p:cNvSpPr/>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2" name="Freeform: Shape 41">
              <a:extLst>
                <a:ext uri="{FF2B5EF4-FFF2-40B4-BE49-F238E27FC236}">
                  <a16:creationId xmlns:a16="http://schemas.microsoft.com/office/drawing/2014/main" id="{6BBC70D8-0977-4E3E-BDCC-5DB32F534597}"/>
                </a:ext>
              </a:extLst>
            </p:cNvPr>
            <p:cNvSpPr/>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3" name="Freeform: Shape 42">
              <a:extLst>
                <a:ext uri="{FF2B5EF4-FFF2-40B4-BE49-F238E27FC236}">
                  <a16:creationId xmlns:a16="http://schemas.microsoft.com/office/drawing/2014/main" id="{22F37D25-C4FD-4978-AE31-636891A33D69}"/>
                </a:ext>
              </a:extLst>
            </p:cNvPr>
            <p:cNvSpPr/>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4" name="Freeform: Shape 43">
              <a:extLst>
                <a:ext uri="{FF2B5EF4-FFF2-40B4-BE49-F238E27FC236}">
                  <a16:creationId xmlns:a16="http://schemas.microsoft.com/office/drawing/2014/main" id="{42DD3606-BA69-4959-9335-377E9AA120FF}"/>
                </a:ext>
              </a:extLst>
            </p:cNvPr>
            <p:cNvSpPr/>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5" name="Freeform: Shape 44">
              <a:extLst>
                <a:ext uri="{FF2B5EF4-FFF2-40B4-BE49-F238E27FC236}">
                  <a16:creationId xmlns:a16="http://schemas.microsoft.com/office/drawing/2014/main" id="{F5B11ABC-F37E-4946-9A7B-90D363182626}"/>
                </a:ext>
              </a:extLst>
            </p:cNvPr>
            <p:cNvSpPr/>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6" name="Freeform: Shape 45">
              <a:extLst>
                <a:ext uri="{FF2B5EF4-FFF2-40B4-BE49-F238E27FC236}">
                  <a16:creationId xmlns:a16="http://schemas.microsoft.com/office/drawing/2014/main" id="{D86B1D23-2F36-4086-9CF7-D76D833D2282}"/>
                </a:ext>
              </a:extLst>
            </p:cNvPr>
            <p:cNvSpPr/>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7" name="Freeform: Shape 46">
              <a:extLst>
                <a:ext uri="{FF2B5EF4-FFF2-40B4-BE49-F238E27FC236}">
                  <a16:creationId xmlns:a16="http://schemas.microsoft.com/office/drawing/2014/main" id="{A3AE423B-5BB8-454B-B2D6-85AE6185C587}"/>
                </a:ext>
              </a:extLst>
            </p:cNvPr>
            <p:cNvSpPr/>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ource Sans Pro"/>
                <a:ea typeface="+mn-ea"/>
                <a:cs typeface="+mn-cs"/>
              </a:endParaRPr>
            </a:p>
          </p:txBody>
        </p:sp>
      </p:grpSp>
      <p:grpSp>
        <p:nvGrpSpPr>
          <p:cNvPr id="52" name="Grupo 51">
            <a:extLst>
              <a:ext uri="{FF2B5EF4-FFF2-40B4-BE49-F238E27FC236}">
                <a16:creationId xmlns:a16="http://schemas.microsoft.com/office/drawing/2014/main" id="{3BF87D25-4424-40BA-B114-A4FB8BDFE843}"/>
              </a:ext>
              <a:ext uri="{C183D7F6-B498-43B3-948B-1728B52AA6E4}">
                <adec:decorative xmlns:adec="http://schemas.microsoft.com/office/drawing/2017/decorative" val="1"/>
              </a:ext>
            </a:extLst>
          </p:cNvPr>
          <p:cNvGrpSpPr/>
          <p:nvPr userDrawn="1"/>
        </p:nvGrpSpPr>
        <p:grpSpPr>
          <a:xfrm>
            <a:off x="0" y="681037"/>
            <a:ext cx="1170294" cy="709661"/>
            <a:chOff x="0" y="681037"/>
            <a:chExt cx="1170294" cy="709661"/>
          </a:xfrm>
        </p:grpSpPr>
        <p:sp>
          <p:nvSpPr>
            <p:cNvPr id="53" name="Forma livre: Forma 52">
              <a:extLst>
                <a:ext uri="{FF2B5EF4-FFF2-40B4-BE49-F238E27FC236}">
                  <a16:creationId xmlns:a16="http://schemas.microsoft.com/office/drawing/2014/main" id="{B567477D-2972-4718-B0A2-9FC97531B87F}"/>
                </a:ext>
                <a:ext uri="{C183D7F6-B498-43B3-948B-1728B52AA6E4}">
                  <adec:decorative xmlns:adec="http://schemas.microsoft.com/office/drawing/2017/decorative" val="1"/>
                </a:ext>
              </a:extLst>
            </p:cNvPr>
            <p:cNvSpPr/>
            <p:nvPr userDrawn="1"/>
          </p:nvSpPr>
          <p:spPr>
            <a:xfrm>
              <a:off x="0" y="681037"/>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tx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sp>
          <p:nvSpPr>
            <p:cNvPr id="54" name="Forma livre: Forma 53">
              <a:extLst>
                <a:ext uri="{FF2B5EF4-FFF2-40B4-BE49-F238E27FC236}">
                  <a16:creationId xmlns:a16="http://schemas.microsoft.com/office/drawing/2014/main" id="{52D08859-301B-4802-95D8-B8A552752B90}"/>
                </a:ext>
                <a:ext uri="{C183D7F6-B498-43B3-948B-1728B52AA6E4}">
                  <adec:decorative xmlns:adec="http://schemas.microsoft.com/office/drawing/2017/decorative" val="1"/>
                </a:ext>
              </a:extLst>
            </p:cNvPr>
            <p:cNvSpPr/>
            <p:nvPr userDrawn="1"/>
          </p:nvSpPr>
          <p:spPr>
            <a:xfrm>
              <a:off x="0" y="1116069"/>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48" name="Título 1">
            <a:extLst>
              <a:ext uri="{FF2B5EF4-FFF2-40B4-BE49-F238E27FC236}">
                <a16:creationId xmlns:a16="http://schemas.microsoft.com/office/drawing/2014/main" id="{430ADD3E-99CC-43CF-9A97-D44AA54C5F1E}"/>
              </a:ext>
            </a:extLst>
          </p:cNvPr>
          <p:cNvSpPr>
            <a:spLocks noGrp="1"/>
          </p:cNvSpPr>
          <p:nvPr>
            <p:ph type="title"/>
          </p:nvPr>
        </p:nvSpPr>
        <p:spPr>
          <a:xfrm>
            <a:off x="1331088" y="565739"/>
            <a:ext cx="9745883" cy="1124949"/>
          </a:xfrm>
        </p:spPr>
        <p:txBody>
          <a:bodyPr rtlCol="0"/>
          <a:lstStyle/>
          <a:p>
            <a:pPr rtl="0"/>
            <a:endParaRPr lang="en-US" dirty="0"/>
          </a:p>
        </p:txBody>
      </p:sp>
      <p:sp>
        <p:nvSpPr>
          <p:cNvPr id="49" name="Espaço Reservado para Data 10">
            <a:extLst>
              <a:ext uri="{FF2B5EF4-FFF2-40B4-BE49-F238E27FC236}">
                <a16:creationId xmlns:a16="http://schemas.microsoft.com/office/drawing/2014/main" id="{8C8B246A-7ACC-4517-903D-35509488E524}"/>
              </a:ext>
            </a:extLst>
          </p:cNvPr>
          <p:cNvSpPr>
            <a:spLocks noGrp="1"/>
          </p:cNvSpPr>
          <p:nvPr>
            <p:ph type="dt" sz="half" idx="10"/>
          </p:nvPr>
        </p:nvSpPr>
        <p:spPr>
          <a:xfrm>
            <a:off x="838200" y="6356350"/>
            <a:ext cx="2743200" cy="365125"/>
          </a:xfrm>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19/02/2021</a:t>
            </a:r>
          </a:p>
        </p:txBody>
      </p:sp>
      <p:sp>
        <p:nvSpPr>
          <p:cNvPr id="50" name="Espaço Reservado para Rodapé 11">
            <a:extLst>
              <a:ext uri="{FF2B5EF4-FFF2-40B4-BE49-F238E27FC236}">
                <a16:creationId xmlns:a16="http://schemas.microsoft.com/office/drawing/2014/main" id="{C75AD95D-76DC-4BCD-8AFB-35B7DB2D7F38}"/>
              </a:ext>
            </a:extLst>
          </p:cNvPr>
          <p:cNvSpPr>
            <a:spLocks noGrp="1"/>
          </p:cNvSpPr>
          <p:nvPr>
            <p:ph type="ftr" sz="quarter" idx="11"/>
          </p:nvPr>
        </p:nvSpPr>
        <p:spPr>
          <a:xfrm>
            <a:off x="4038600" y="6356350"/>
            <a:ext cx="4114800" cy="365125"/>
          </a:xfrm>
        </p:spPr>
        <p:txBody>
          <a:bodyPr rtlCol="0"/>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200" b="1" i="0" u="none" strike="noStrike" kern="1200" cap="all" spc="100" normalizeH="0" noProof="0">
                <a:ln>
                  <a:noFill/>
                </a:ln>
                <a:solidFill>
                  <a:prstClr val="black">
                    <a:tint val="75000"/>
                  </a:prstClr>
                </a:solidFill>
                <a:effectLst/>
                <a:uLnTx/>
                <a:uFillTx/>
                <a:latin typeface="Source Sans Pro"/>
                <a:cs typeface="+mn-cs"/>
              </a:rPr>
              <a:t>TÍTULO DA APRESENTAÇÃO</a:t>
            </a:r>
            <a:endParaRPr kumimoji="0" lang="en-US" sz="1200" b="1" i="0" u="none" strike="noStrike" kern="1200" cap="all" spc="100" normalizeH="0" baseline="0" noProof="0" dirty="0">
              <a:ln>
                <a:noFill/>
              </a:ln>
              <a:solidFill>
                <a:prstClr val="black">
                  <a:tint val="75000"/>
                </a:prstClr>
              </a:solidFill>
              <a:effectLst/>
              <a:uLnTx/>
              <a:uFillTx/>
              <a:latin typeface="Source Sans Pro"/>
              <a:cs typeface="+mn-cs"/>
            </a:endParaRPr>
          </a:p>
        </p:txBody>
      </p:sp>
      <p:sp>
        <p:nvSpPr>
          <p:cNvPr id="51" name="Espaço Reservado para o Número do Slide 12">
            <a:extLst>
              <a:ext uri="{FF2B5EF4-FFF2-40B4-BE49-F238E27FC236}">
                <a16:creationId xmlns:a16="http://schemas.microsoft.com/office/drawing/2014/main" id="{65BB740A-80ED-48DA-B622-9643EFA2303C}"/>
              </a:ext>
            </a:extLst>
          </p:cNvPr>
          <p:cNvSpPr>
            <a:spLocks noGrp="1"/>
          </p:cNvSpPr>
          <p:nvPr>
            <p:ph type="sldNum" sz="quarter" idx="12"/>
          </p:nvPr>
        </p:nvSpPr>
        <p:spPr>
          <a:xfrm>
            <a:off x="8610600" y="6356350"/>
            <a:ext cx="2743200" cy="365125"/>
          </a:xfrm>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80967E29-1480-472A-9FC5-C4768A52587C}"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2" name="Oval 1">
            <a:extLst>
              <a:ext uri="{FF2B5EF4-FFF2-40B4-BE49-F238E27FC236}">
                <a16:creationId xmlns:a16="http://schemas.microsoft.com/office/drawing/2014/main" id="{7F7C86B6-604E-4B54-A07B-F9BB80F8727E}"/>
              </a:ext>
              <a:ext uri="{C183D7F6-B498-43B3-948B-1728B52AA6E4}">
                <adec:decorative xmlns:adec="http://schemas.microsoft.com/office/drawing/2017/decorative" val="1"/>
              </a:ext>
            </a:extLst>
          </p:cNvPr>
          <p:cNvSpPr/>
          <p:nvPr userDrawn="1"/>
        </p:nvSpPr>
        <p:spPr>
          <a:xfrm>
            <a:off x="11559544" y="5991329"/>
            <a:ext cx="365021" cy="365021"/>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Tree>
    <p:extLst>
      <p:ext uri="{BB962C8B-B14F-4D97-AF65-F5344CB8AC3E}">
        <p14:creationId xmlns:p14="http://schemas.microsoft.com/office/powerpoint/2010/main" val="1598643157"/>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luna do Conteúdo 2">
    <p:spTree>
      <p:nvGrpSpPr>
        <p:cNvPr id="1" name=""/>
        <p:cNvGrpSpPr/>
        <p:nvPr/>
      </p:nvGrpSpPr>
      <p:grpSpPr>
        <a:xfrm>
          <a:off x="0" y="0"/>
          <a:ext cx="0" cy="0"/>
          <a:chOff x="0" y="0"/>
          <a:chExt cx="0" cy="0"/>
        </a:xfrm>
      </p:grpSpPr>
      <p:grpSp>
        <p:nvGrpSpPr>
          <p:cNvPr id="6" name="Grupo 5" hidden="1">
            <a:extLst>
              <a:ext uri="{FF2B5EF4-FFF2-40B4-BE49-F238E27FC236}">
                <a16:creationId xmlns:a16="http://schemas.microsoft.com/office/drawing/2014/main" id="{E2F117D5-7402-40B6-8492-280C24F60EB8}"/>
              </a:ext>
              <a:ext uri="{C183D7F6-B498-43B3-948B-1728B52AA6E4}">
                <adec:decorative xmlns:adec="http://schemas.microsoft.com/office/drawing/2017/decorative" val="1"/>
              </a:ext>
            </a:extLst>
          </p:cNvPr>
          <p:cNvGrpSpPr/>
          <p:nvPr userDrawn="1"/>
        </p:nvGrpSpPr>
        <p:grpSpPr>
          <a:xfrm>
            <a:off x="8341223" y="5289452"/>
            <a:ext cx="1640977" cy="1568548"/>
            <a:chOff x="3121343" y="4864099"/>
            <a:chExt cx="2085971" cy="1993901"/>
          </a:xfrm>
          <a:solidFill>
            <a:schemeClr val="accent1">
              <a:alpha val="20000"/>
            </a:schemeClr>
          </a:solidFill>
        </p:grpSpPr>
        <p:sp>
          <p:nvSpPr>
            <p:cNvPr id="7" name="Freeform: Shape 6">
              <a:extLst>
                <a:ext uri="{FF2B5EF4-FFF2-40B4-BE49-F238E27FC236}">
                  <a16:creationId xmlns:a16="http://schemas.microsoft.com/office/drawing/2014/main" id="{161BA3FA-C408-4DD0-8D01-AD1955F394ED}"/>
                </a:ext>
              </a:extLst>
            </p:cNvPr>
            <p:cNvSpPr/>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8" name="Freeform: Shape 7">
              <a:extLst>
                <a:ext uri="{FF2B5EF4-FFF2-40B4-BE49-F238E27FC236}">
                  <a16:creationId xmlns:a16="http://schemas.microsoft.com/office/drawing/2014/main" id="{C1D6E8BB-7294-492C-92F6-55ED4E53CFE8}"/>
                </a:ext>
              </a:extLst>
            </p:cNvPr>
            <p:cNvSpPr/>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9" name="Freeform: Shape 8">
              <a:extLst>
                <a:ext uri="{FF2B5EF4-FFF2-40B4-BE49-F238E27FC236}">
                  <a16:creationId xmlns:a16="http://schemas.microsoft.com/office/drawing/2014/main" id="{58388000-0440-4364-8913-532DFCCD9C34}"/>
                </a:ext>
              </a:extLst>
            </p:cNvPr>
            <p:cNvSpPr/>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0" name="Freeform: Shape 9">
              <a:extLst>
                <a:ext uri="{FF2B5EF4-FFF2-40B4-BE49-F238E27FC236}">
                  <a16:creationId xmlns:a16="http://schemas.microsoft.com/office/drawing/2014/main" id="{23A011FE-8ED6-4045-8217-38BE203C050D}"/>
                </a:ext>
              </a:extLst>
            </p:cNvPr>
            <p:cNvSpPr/>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1" name="Freeform: Shape 10">
              <a:extLst>
                <a:ext uri="{FF2B5EF4-FFF2-40B4-BE49-F238E27FC236}">
                  <a16:creationId xmlns:a16="http://schemas.microsoft.com/office/drawing/2014/main" id="{55AFAABB-1473-4746-A400-F23E5F57BB4B}"/>
                </a:ext>
              </a:extLst>
            </p:cNvPr>
            <p:cNvSpPr/>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2" name="Freeform: Shape 11">
              <a:extLst>
                <a:ext uri="{FF2B5EF4-FFF2-40B4-BE49-F238E27FC236}">
                  <a16:creationId xmlns:a16="http://schemas.microsoft.com/office/drawing/2014/main" id="{1FD7A49F-A1AC-4EB9-9F5F-D56917BFD054}"/>
                </a:ext>
              </a:extLst>
            </p:cNvPr>
            <p:cNvSpPr/>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3" name="Freeform: Shape 12">
              <a:extLst>
                <a:ext uri="{FF2B5EF4-FFF2-40B4-BE49-F238E27FC236}">
                  <a16:creationId xmlns:a16="http://schemas.microsoft.com/office/drawing/2014/main" id="{FEEB7B70-2392-461B-A28C-EF5E96FA9940}"/>
                </a:ext>
              </a:extLst>
            </p:cNvPr>
            <p:cNvSpPr/>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4" name="Freeform: Shape 13">
              <a:extLst>
                <a:ext uri="{FF2B5EF4-FFF2-40B4-BE49-F238E27FC236}">
                  <a16:creationId xmlns:a16="http://schemas.microsoft.com/office/drawing/2014/main" id="{CC22C2E5-25C3-4B84-ABFF-7E10A7384E59}"/>
                </a:ext>
              </a:extLst>
            </p:cNvPr>
            <p:cNvSpPr/>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5" name="Freeform: Shape 14">
              <a:extLst>
                <a:ext uri="{FF2B5EF4-FFF2-40B4-BE49-F238E27FC236}">
                  <a16:creationId xmlns:a16="http://schemas.microsoft.com/office/drawing/2014/main" id="{A810E927-C50B-4C1F-BF74-F1A3559B3DE6}"/>
                </a:ext>
              </a:extLst>
            </p:cNvPr>
            <p:cNvSpPr/>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6" name="Freeform: Shape 15">
              <a:extLst>
                <a:ext uri="{FF2B5EF4-FFF2-40B4-BE49-F238E27FC236}">
                  <a16:creationId xmlns:a16="http://schemas.microsoft.com/office/drawing/2014/main" id="{423B0F93-803E-467A-92BE-7BEE604727BE}"/>
                </a:ext>
              </a:extLst>
            </p:cNvPr>
            <p:cNvSpPr/>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7" name="Freeform: Shape 16">
              <a:extLst>
                <a:ext uri="{FF2B5EF4-FFF2-40B4-BE49-F238E27FC236}">
                  <a16:creationId xmlns:a16="http://schemas.microsoft.com/office/drawing/2014/main" id="{2E9E1CC9-CDA4-47AD-BE6D-1BCF23A205D0}"/>
                </a:ext>
              </a:extLst>
            </p:cNvPr>
            <p:cNvSpPr/>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 name="Freeform: Shape 17">
              <a:extLst>
                <a:ext uri="{FF2B5EF4-FFF2-40B4-BE49-F238E27FC236}">
                  <a16:creationId xmlns:a16="http://schemas.microsoft.com/office/drawing/2014/main" id="{C96F2C24-1974-4A14-BD08-87F28469CFC4}"/>
                </a:ext>
              </a:extLst>
            </p:cNvPr>
            <p:cNvSpPr/>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9" name="Freeform: Shape 18">
              <a:extLst>
                <a:ext uri="{FF2B5EF4-FFF2-40B4-BE49-F238E27FC236}">
                  <a16:creationId xmlns:a16="http://schemas.microsoft.com/office/drawing/2014/main" id="{6A4424CD-BBD4-45CD-B514-589708B8F50B}"/>
                </a:ext>
              </a:extLst>
            </p:cNvPr>
            <p:cNvSpPr/>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30" name="Título 1">
            <a:extLst>
              <a:ext uri="{FF2B5EF4-FFF2-40B4-BE49-F238E27FC236}">
                <a16:creationId xmlns:a16="http://schemas.microsoft.com/office/drawing/2014/main" id="{910615CB-FBDD-424F-8ADD-978583CED990}"/>
              </a:ext>
            </a:extLst>
          </p:cNvPr>
          <p:cNvSpPr>
            <a:spLocks noGrp="1"/>
          </p:cNvSpPr>
          <p:nvPr>
            <p:ph type="title" hasCustomPrompt="1"/>
          </p:nvPr>
        </p:nvSpPr>
        <p:spPr>
          <a:xfrm>
            <a:off x="1292868" y="358614"/>
            <a:ext cx="4150804" cy="1431000"/>
          </a:xfrm>
        </p:spPr>
        <p:txBody>
          <a:bodyPr rtlCol="0" anchor="t"/>
          <a:lstStyle>
            <a:lvl1pPr>
              <a:defRPr/>
            </a:lvl1pPr>
          </a:lstStyle>
          <a:p>
            <a:pPr rtl="0"/>
            <a:r>
              <a:rPr lang="pt-br"/>
              <a:t>Clique para adicionar um título</a:t>
            </a:r>
          </a:p>
        </p:txBody>
      </p:sp>
      <p:sp>
        <p:nvSpPr>
          <p:cNvPr id="24" name="Espaço Reservado para Texto 23">
            <a:extLst>
              <a:ext uri="{FF2B5EF4-FFF2-40B4-BE49-F238E27FC236}">
                <a16:creationId xmlns:a16="http://schemas.microsoft.com/office/drawing/2014/main" id="{85B7C0E5-3D24-4DFB-A690-9F48FFF835BB}"/>
              </a:ext>
            </a:extLst>
          </p:cNvPr>
          <p:cNvSpPr>
            <a:spLocks noGrp="1"/>
          </p:cNvSpPr>
          <p:nvPr>
            <p:ph type="body" sz="quarter" idx="13" hasCustomPrompt="1"/>
          </p:nvPr>
        </p:nvSpPr>
        <p:spPr>
          <a:xfrm>
            <a:off x="1691325" y="2014538"/>
            <a:ext cx="4307160" cy="518874"/>
          </a:xfrm>
        </p:spPr>
        <p:txBody>
          <a:bodyPr rtlCol="0"/>
          <a:lstStyle>
            <a:lvl1pPr>
              <a:buNone/>
              <a:defRPr b="1"/>
            </a:lvl1pPr>
          </a:lstStyle>
          <a:p>
            <a:pPr lvl="0" rtl="0"/>
            <a:r>
              <a:rPr lang="pt-br"/>
              <a:t>Clique para adicionar um título</a:t>
            </a:r>
          </a:p>
        </p:txBody>
      </p:sp>
      <p:sp>
        <p:nvSpPr>
          <p:cNvPr id="26" name="Espaço Reservado para Texto 25">
            <a:extLst>
              <a:ext uri="{FF2B5EF4-FFF2-40B4-BE49-F238E27FC236}">
                <a16:creationId xmlns:a16="http://schemas.microsoft.com/office/drawing/2014/main" id="{793E2773-9306-412E-962B-7E07A98F86E1}"/>
              </a:ext>
            </a:extLst>
          </p:cNvPr>
          <p:cNvSpPr>
            <a:spLocks noGrp="1"/>
          </p:cNvSpPr>
          <p:nvPr>
            <p:ph type="body" sz="quarter" idx="14" hasCustomPrompt="1"/>
          </p:nvPr>
        </p:nvSpPr>
        <p:spPr>
          <a:xfrm>
            <a:off x="1691325" y="2666318"/>
            <a:ext cx="4307160" cy="3295650"/>
          </a:xfrm>
        </p:spPr>
        <p:txBody>
          <a:bodyPr rtlCol="0">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rtl="0"/>
            <a:r>
              <a:rPr lang="pt-br"/>
              <a:t>Clique para adicionar o texto</a:t>
            </a:r>
          </a:p>
        </p:txBody>
      </p:sp>
      <p:sp>
        <p:nvSpPr>
          <p:cNvPr id="27" name="Espaço Reservado para Texto 23">
            <a:extLst>
              <a:ext uri="{FF2B5EF4-FFF2-40B4-BE49-F238E27FC236}">
                <a16:creationId xmlns:a16="http://schemas.microsoft.com/office/drawing/2014/main" id="{74AEFB0F-EDEB-4CE7-BF8A-58F8F86FCFF8}"/>
              </a:ext>
            </a:extLst>
          </p:cNvPr>
          <p:cNvSpPr>
            <a:spLocks noGrp="1"/>
          </p:cNvSpPr>
          <p:nvPr>
            <p:ph type="body" sz="quarter" idx="15" hasCustomPrompt="1"/>
          </p:nvPr>
        </p:nvSpPr>
        <p:spPr>
          <a:xfrm>
            <a:off x="6317484" y="2014538"/>
            <a:ext cx="4307160" cy="518874"/>
          </a:xfrm>
        </p:spPr>
        <p:txBody>
          <a:bodyPr rtlCol="0"/>
          <a:lstStyle>
            <a:lvl1pPr>
              <a:buNone/>
              <a:defRPr b="1"/>
            </a:lvl1pPr>
          </a:lstStyle>
          <a:p>
            <a:pPr lvl="0" rtl="0"/>
            <a:r>
              <a:rPr lang="pt-br"/>
              <a:t>Clique para adicionar um título</a:t>
            </a:r>
          </a:p>
        </p:txBody>
      </p:sp>
      <p:sp>
        <p:nvSpPr>
          <p:cNvPr id="28" name="Espaço Reservado para Texto 25">
            <a:extLst>
              <a:ext uri="{FF2B5EF4-FFF2-40B4-BE49-F238E27FC236}">
                <a16:creationId xmlns:a16="http://schemas.microsoft.com/office/drawing/2014/main" id="{94619FC5-B03D-4276-8DBC-914C0A25B451}"/>
              </a:ext>
            </a:extLst>
          </p:cNvPr>
          <p:cNvSpPr>
            <a:spLocks noGrp="1"/>
          </p:cNvSpPr>
          <p:nvPr>
            <p:ph type="body" sz="quarter" idx="16" hasCustomPrompt="1"/>
          </p:nvPr>
        </p:nvSpPr>
        <p:spPr>
          <a:xfrm>
            <a:off x="6317484" y="2666318"/>
            <a:ext cx="4307160" cy="3295650"/>
          </a:xfrm>
        </p:spPr>
        <p:txBody>
          <a:bodyPr rtlCol="0">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rtl="0"/>
            <a:r>
              <a:rPr lang="pt-br"/>
              <a:t>Clique para adicionar o texto</a:t>
            </a:r>
          </a:p>
        </p:txBody>
      </p:sp>
      <p:sp>
        <p:nvSpPr>
          <p:cNvPr id="20" name="Espaço Reservado para Data 178">
            <a:extLst>
              <a:ext uri="{FF2B5EF4-FFF2-40B4-BE49-F238E27FC236}">
                <a16:creationId xmlns:a16="http://schemas.microsoft.com/office/drawing/2014/main" id="{0074F3C0-04F3-47D1-A460-C08BEEEF6598}"/>
              </a:ext>
            </a:extLst>
          </p:cNvPr>
          <p:cNvSpPr>
            <a:spLocks noGrp="1"/>
          </p:cNvSpPr>
          <p:nvPr>
            <p:ph type="dt" sz="half" idx="10"/>
          </p:nvPr>
        </p:nvSpPr>
        <p:spPr>
          <a:xfrm>
            <a:off x="838200" y="6356350"/>
            <a:ext cx="2743200" cy="365125"/>
          </a:xfrm>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19/02/2021</a:t>
            </a:r>
          </a:p>
        </p:txBody>
      </p:sp>
      <p:sp>
        <p:nvSpPr>
          <p:cNvPr id="21" name="Espaço Reservado para Rodapé 179">
            <a:extLst>
              <a:ext uri="{FF2B5EF4-FFF2-40B4-BE49-F238E27FC236}">
                <a16:creationId xmlns:a16="http://schemas.microsoft.com/office/drawing/2014/main" id="{758A3ACE-AE1A-4D02-81AA-F028A49496C9}"/>
              </a:ext>
            </a:extLst>
          </p:cNvPr>
          <p:cNvSpPr>
            <a:spLocks noGrp="1"/>
          </p:cNvSpPr>
          <p:nvPr>
            <p:ph type="ftr" sz="quarter" idx="11"/>
          </p:nvPr>
        </p:nvSpPr>
        <p:spPr>
          <a:xfrm>
            <a:off x="4038600" y="6356350"/>
            <a:ext cx="4114800" cy="365125"/>
          </a:xfrm>
        </p:spPr>
        <p:txBody>
          <a:bodyPr rtlCol="0"/>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200" b="1" i="0" u="none" strike="noStrike" kern="1200" cap="all" spc="100" normalizeH="0" noProof="0">
                <a:ln>
                  <a:noFill/>
                </a:ln>
                <a:solidFill>
                  <a:prstClr val="black">
                    <a:tint val="75000"/>
                  </a:prstClr>
                </a:solidFill>
                <a:effectLst/>
                <a:uLnTx/>
                <a:uFillTx/>
                <a:latin typeface="Source Sans Pro"/>
                <a:cs typeface="+mn-cs"/>
              </a:rPr>
              <a:t>TÍTULO DA APRESENTAÇÃO</a:t>
            </a:r>
          </a:p>
        </p:txBody>
      </p:sp>
      <p:sp>
        <p:nvSpPr>
          <p:cNvPr id="22" name="Espaço Reservado para o Número do Slide 180">
            <a:extLst>
              <a:ext uri="{FF2B5EF4-FFF2-40B4-BE49-F238E27FC236}">
                <a16:creationId xmlns:a16="http://schemas.microsoft.com/office/drawing/2014/main" id="{7E96438A-49EF-4161-928A-5483E9D633EE}"/>
              </a:ext>
            </a:extLst>
          </p:cNvPr>
          <p:cNvSpPr>
            <a:spLocks noGrp="1"/>
          </p:cNvSpPr>
          <p:nvPr>
            <p:ph type="sldNum" sz="quarter" idx="12"/>
          </p:nvPr>
        </p:nvSpPr>
        <p:spPr>
          <a:xfrm>
            <a:off x="8610600" y="6356350"/>
            <a:ext cx="2743200" cy="365125"/>
          </a:xfrm>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5EA792F7-1D9E-4C7E-A103-E8EDFDC2691E}"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grpSp>
        <p:nvGrpSpPr>
          <p:cNvPr id="35" name="Elemento gráfico 38">
            <a:extLst>
              <a:ext uri="{FF2B5EF4-FFF2-40B4-BE49-F238E27FC236}">
                <a16:creationId xmlns:a16="http://schemas.microsoft.com/office/drawing/2014/main" id="{E323AC62-66C0-48E7-B7EF-4D2DFBE292DE}"/>
              </a:ext>
              <a:ext uri="{C183D7F6-B498-43B3-948B-1728B52AA6E4}">
                <adec:decorative xmlns:adec="http://schemas.microsoft.com/office/drawing/2017/decorative" val="1"/>
              </a:ext>
            </a:extLst>
          </p:cNvPr>
          <p:cNvGrpSpPr/>
          <p:nvPr userDrawn="1"/>
        </p:nvGrpSpPr>
        <p:grpSpPr>
          <a:xfrm>
            <a:off x="5983704" y="400019"/>
            <a:ext cx="1910252" cy="709661"/>
            <a:chOff x="2267504" y="2540250"/>
            <a:chExt cx="1990951" cy="739641"/>
          </a:xfrm>
          <a:solidFill>
            <a:schemeClr val="tx2"/>
          </a:solidFill>
        </p:grpSpPr>
        <p:sp>
          <p:nvSpPr>
            <p:cNvPr id="36" name="Forma Livre: Forma 35">
              <a:extLst>
                <a:ext uri="{FF2B5EF4-FFF2-40B4-BE49-F238E27FC236}">
                  <a16:creationId xmlns:a16="http://schemas.microsoft.com/office/drawing/2014/main" id="{302667A9-FF11-4B3D-8F03-D1CBEC1100E4}"/>
                </a:ext>
              </a:extLst>
            </p:cNvPr>
            <p:cNvSpPr/>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7" name="Forma livre: Forma 36">
              <a:extLst>
                <a:ext uri="{FF2B5EF4-FFF2-40B4-BE49-F238E27FC236}">
                  <a16:creationId xmlns:a16="http://schemas.microsoft.com/office/drawing/2014/main" id="{62526CF3-68B0-4678-9FF1-C4074D92C0B3}"/>
                </a:ext>
              </a:extLst>
            </p:cNvPr>
            <p:cNvSpPr/>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3" name="Forma Livre: Forma 2">
            <a:extLst>
              <a:ext uri="{FF2B5EF4-FFF2-40B4-BE49-F238E27FC236}">
                <a16:creationId xmlns:a16="http://schemas.microsoft.com/office/drawing/2014/main" id="{C8FA80C5-0AF9-4E9E-9258-7928ED4DA6A2}"/>
              </a:ext>
              <a:ext uri="{C183D7F6-B498-43B3-948B-1728B52AA6E4}">
                <adec:decorative xmlns:adec="http://schemas.microsoft.com/office/drawing/2017/decorative" val="1"/>
              </a:ext>
            </a:extLst>
          </p:cNvPr>
          <p:cNvSpPr/>
          <p:nvPr userDrawn="1"/>
        </p:nvSpPr>
        <p:spPr>
          <a:xfrm rot="10800000">
            <a:off x="4221" y="-4221"/>
            <a:ext cx="1098147" cy="1053618"/>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spTree>
    <p:extLst>
      <p:ext uri="{BB962C8B-B14F-4D97-AF65-F5344CB8AC3E}">
        <p14:creationId xmlns:p14="http://schemas.microsoft.com/office/powerpoint/2010/main" val="11276349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luna do Conteúdo 3">
    <p:spTree>
      <p:nvGrpSpPr>
        <p:cNvPr id="1" name=""/>
        <p:cNvGrpSpPr/>
        <p:nvPr/>
      </p:nvGrpSpPr>
      <p:grpSpPr>
        <a:xfrm>
          <a:off x="0" y="0"/>
          <a:ext cx="0" cy="0"/>
          <a:chOff x="0" y="0"/>
          <a:chExt cx="0" cy="0"/>
        </a:xfrm>
      </p:grpSpPr>
      <p:grpSp>
        <p:nvGrpSpPr>
          <p:cNvPr id="6" name="Grupo 5" hidden="1">
            <a:extLst>
              <a:ext uri="{FF2B5EF4-FFF2-40B4-BE49-F238E27FC236}">
                <a16:creationId xmlns:a16="http://schemas.microsoft.com/office/drawing/2014/main" id="{A7DC69EE-08C2-4573-A383-212F2152148A}"/>
              </a:ext>
              <a:ext uri="{C183D7F6-B498-43B3-948B-1728B52AA6E4}">
                <adec:decorative xmlns:adec="http://schemas.microsoft.com/office/drawing/2017/decorative" val="1"/>
              </a:ext>
            </a:extLst>
          </p:cNvPr>
          <p:cNvGrpSpPr/>
          <p:nvPr userDrawn="1"/>
        </p:nvGrpSpPr>
        <p:grpSpPr>
          <a:xfrm>
            <a:off x="8341223" y="5289452"/>
            <a:ext cx="1640977" cy="1568548"/>
            <a:chOff x="3121343" y="4864099"/>
            <a:chExt cx="2085971" cy="1993901"/>
          </a:xfrm>
          <a:solidFill>
            <a:schemeClr val="accent1">
              <a:alpha val="20000"/>
            </a:schemeClr>
          </a:solidFill>
        </p:grpSpPr>
        <p:sp>
          <p:nvSpPr>
            <p:cNvPr id="7" name="Freeform: Shape 6">
              <a:extLst>
                <a:ext uri="{FF2B5EF4-FFF2-40B4-BE49-F238E27FC236}">
                  <a16:creationId xmlns:a16="http://schemas.microsoft.com/office/drawing/2014/main" id="{8960DAF1-EA06-48DD-B352-E00071AE6AE5}"/>
                </a:ext>
              </a:extLst>
            </p:cNvPr>
            <p:cNvSpPr/>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8" name="Freeform: Shape 7">
              <a:extLst>
                <a:ext uri="{FF2B5EF4-FFF2-40B4-BE49-F238E27FC236}">
                  <a16:creationId xmlns:a16="http://schemas.microsoft.com/office/drawing/2014/main" id="{3E04C944-590F-4E8A-93FD-114C635E06B1}"/>
                </a:ext>
              </a:extLst>
            </p:cNvPr>
            <p:cNvSpPr/>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9" name="Freeform: Shape 8">
              <a:extLst>
                <a:ext uri="{FF2B5EF4-FFF2-40B4-BE49-F238E27FC236}">
                  <a16:creationId xmlns:a16="http://schemas.microsoft.com/office/drawing/2014/main" id="{F94F8F63-5843-4702-B051-4AB52DF7DE31}"/>
                </a:ext>
              </a:extLst>
            </p:cNvPr>
            <p:cNvSpPr/>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0" name="Freeform: Shape 9">
              <a:extLst>
                <a:ext uri="{FF2B5EF4-FFF2-40B4-BE49-F238E27FC236}">
                  <a16:creationId xmlns:a16="http://schemas.microsoft.com/office/drawing/2014/main" id="{F00F67E0-08A5-41E9-96D4-346BDE562DA7}"/>
                </a:ext>
              </a:extLst>
            </p:cNvPr>
            <p:cNvSpPr/>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1" name="Freeform: Shape 10">
              <a:extLst>
                <a:ext uri="{FF2B5EF4-FFF2-40B4-BE49-F238E27FC236}">
                  <a16:creationId xmlns:a16="http://schemas.microsoft.com/office/drawing/2014/main" id="{F519DAA4-AB34-40EA-B769-E99C70A02712}"/>
                </a:ext>
              </a:extLst>
            </p:cNvPr>
            <p:cNvSpPr/>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2" name="Freeform: Shape 11">
              <a:extLst>
                <a:ext uri="{FF2B5EF4-FFF2-40B4-BE49-F238E27FC236}">
                  <a16:creationId xmlns:a16="http://schemas.microsoft.com/office/drawing/2014/main" id="{E546AAE8-9480-4504-B6E4-28190AA0C77C}"/>
                </a:ext>
              </a:extLst>
            </p:cNvPr>
            <p:cNvSpPr/>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3" name="Freeform: Shape 12">
              <a:extLst>
                <a:ext uri="{FF2B5EF4-FFF2-40B4-BE49-F238E27FC236}">
                  <a16:creationId xmlns:a16="http://schemas.microsoft.com/office/drawing/2014/main" id="{2E52E878-0C0B-4CA9-B64D-8775E341FD09}"/>
                </a:ext>
              </a:extLst>
            </p:cNvPr>
            <p:cNvSpPr/>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4" name="Freeform: Shape 13">
              <a:extLst>
                <a:ext uri="{FF2B5EF4-FFF2-40B4-BE49-F238E27FC236}">
                  <a16:creationId xmlns:a16="http://schemas.microsoft.com/office/drawing/2014/main" id="{698B443D-5774-4102-9897-9B19780930BF}"/>
                </a:ext>
              </a:extLst>
            </p:cNvPr>
            <p:cNvSpPr/>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5" name="Freeform: Shape 14">
              <a:extLst>
                <a:ext uri="{FF2B5EF4-FFF2-40B4-BE49-F238E27FC236}">
                  <a16:creationId xmlns:a16="http://schemas.microsoft.com/office/drawing/2014/main" id="{CC166CC2-6EA4-420D-8132-C0188C96A19D}"/>
                </a:ext>
              </a:extLst>
            </p:cNvPr>
            <p:cNvSpPr/>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6" name="Freeform: Shape 15">
              <a:extLst>
                <a:ext uri="{FF2B5EF4-FFF2-40B4-BE49-F238E27FC236}">
                  <a16:creationId xmlns:a16="http://schemas.microsoft.com/office/drawing/2014/main" id="{13398B68-EA12-44C5-BEB7-010640A8843C}"/>
                </a:ext>
              </a:extLst>
            </p:cNvPr>
            <p:cNvSpPr/>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7" name="Freeform: Shape 16">
              <a:extLst>
                <a:ext uri="{FF2B5EF4-FFF2-40B4-BE49-F238E27FC236}">
                  <a16:creationId xmlns:a16="http://schemas.microsoft.com/office/drawing/2014/main" id="{805BF01E-3423-4868-8B01-6ACF362BE933}"/>
                </a:ext>
              </a:extLst>
            </p:cNvPr>
            <p:cNvSpPr/>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 name="Freeform: Shape 17">
              <a:extLst>
                <a:ext uri="{FF2B5EF4-FFF2-40B4-BE49-F238E27FC236}">
                  <a16:creationId xmlns:a16="http://schemas.microsoft.com/office/drawing/2014/main" id="{12FC972F-3283-4FF2-97B4-1096B8A2F41F}"/>
                </a:ext>
              </a:extLst>
            </p:cNvPr>
            <p:cNvSpPr/>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9" name="Freeform: Shape 18">
              <a:extLst>
                <a:ext uri="{FF2B5EF4-FFF2-40B4-BE49-F238E27FC236}">
                  <a16:creationId xmlns:a16="http://schemas.microsoft.com/office/drawing/2014/main" id="{0A6C02E3-3094-499F-A339-CDF211F40AEC}"/>
                </a:ext>
              </a:extLst>
            </p:cNvPr>
            <p:cNvSpPr/>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39" name="Título 1">
            <a:extLst>
              <a:ext uri="{FF2B5EF4-FFF2-40B4-BE49-F238E27FC236}">
                <a16:creationId xmlns:a16="http://schemas.microsoft.com/office/drawing/2014/main" id="{D0C58A35-8A63-4692-8B63-9D9A21D8CC77}"/>
              </a:ext>
            </a:extLst>
          </p:cNvPr>
          <p:cNvSpPr>
            <a:spLocks noGrp="1"/>
          </p:cNvSpPr>
          <p:nvPr>
            <p:ph type="title" hasCustomPrompt="1"/>
          </p:nvPr>
        </p:nvSpPr>
        <p:spPr>
          <a:xfrm>
            <a:off x="1292868" y="358614"/>
            <a:ext cx="4150804" cy="1431000"/>
          </a:xfrm>
        </p:spPr>
        <p:txBody>
          <a:bodyPr rtlCol="0" anchor="t"/>
          <a:lstStyle>
            <a:lvl1pPr>
              <a:defRPr/>
            </a:lvl1pPr>
          </a:lstStyle>
          <a:p>
            <a:pPr rtl="0"/>
            <a:r>
              <a:rPr lang="pt-br"/>
              <a:t>Clique para adicionar um título</a:t>
            </a:r>
          </a:p>
        </p:txBody>
      </p:sp>
      <p:sp>
        <p:nvSpPr>
          <p:cNvPr id="29" name="Espaço Reservado para Texto 23">
            <a:extLst>
              <a:ext uri="{FF2B5EF4-FFF2-40B4-BE49-F238E27FC236}">
                <a16:creationId xmlns:a16="http://schemas.microsoft.com/office/drawing/2014/main" id="{6FAB1B98-F750-4639-8CB7-0AE14F2222E5}"/>
              </a:ext>
            </a:extLst>
          </p:cNvPr>
          <p:cNvSpPr>
            <a:spLocks noGrp="1"/>
          </p:cNvSpPr>
          <p:nvPr>
            <p:ph type="body" sz="quarter" idx="13" hasCustomPrompt="1"/>
          </p:nvPr>
        </p:nvSpPr>
        <p:spPr>
          <a:xfrm>
            <a:off x="504392" y="2014538"/>
            <a:ext cx="3534208" cy="518874"/>
          </a:xfrm>
        </p:spPr>
        <p:txBody>
          <a:bodyPr rtlCol="0"/>
          <a:lstStyle>
            <a:lvl1pPr>
              <a:buNone/>
              <a:defRPr b="1"/>
            </a:lvl1pPr>
          </a:lstStyle>
          <a:p>
            <a:pPr lvl="0" rtl="0"/>
            <a:r>
              <a:rPr lang="pt-br"/>
              <a:t>Clique para adicionar um título</a:t>
            </a:r>
          </a:p>
        </p:txBody>
      </p:sp>
      <p:sp>
        <p:nvSpPr>
          <p:cNvPr id="30" name="Espaço Reservado para Texto 25">
            <a:extLst>
              <a:ext uri="{FF2B5EF4-FFF2-40B4-BE49-F238E27FC236}">
                <a16:creationId xmlns:a16="http://schemas.microsoft.com/office/drawing/2014/main" id="{48E26416-085F-4E9B-87E9-A089A0F7E22C}"/>
              </a:ext>
            </a:extLst>
          </p:cNvPr>
          <p:cNvSpPr>
            <a:spLocks noGrp="1"/>
          </p:cNvSpPr>
          <p:nvPr>
            <p:ph type="body" sz="quarter" idx="14" hasCustomPrompt="1"/>
          </p:nvPr>
        </p:nvSpPr>
        <p:spPr>
          <a:xfrm>
            <a:off x="504392" y="2666318"/>
            <a:ext cx="3534208" cy="3295650"/>
          </a:xfrm>
        </p:spPr>
        <p:txBody>
          <a:bodyPr rtlCol="0">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rtl="0"/>
            <a:r>
              <a:rPr lang="pt-br"/>
              <a:t>Clique para adicionar o texto</a:t>
            </a:r>
          </a:p>
        </p:txBody>
      </p:sp>
      <p:sp>
        <p:nvSpPr>
          <p:cNvPr id="31" name="Espaço Reservado para Texto 23">
            <a:extLst>
              <a:ext uri="{FF2B5EF4-FFF2-40B4-BE49-F238E27FC236}">
                <a16:creationId xmlns:a16="http://schemas.microsoft.com/office/drawing/2014/main" id="{3DD7FA1E-4F94-4135-9C82-99F5F49837C6}"/>
              </a:ext>
            </a:extLst>
          </p:cNvPr>
          <p:cNvSpPr>
            <a:spLocks noGrp="1"/>
          </p:cNvSpPr>
          <p:nvPr>
            <p:ph type="body" sz="quarter" idx="15" hasCustomPrompt="1"/>
          </p:nvPr>
        </p:nvSpPr>
        <p:spPr>
          <a:xfrm>
            <a:off x="4356809" y="2014538"/>
            <a:ext cx="3534208" cy="518874"/>
          </a:xfrm>
        </p:spPr>
        <p:txBody>
          <a:bodyPr rtlCol="0"/>
          <a:lstStyle>
            <a:lvl1pPr>
              <a:buNone/>
              <a:defRPr b="1"/>
            </a:lvl1pPr>
          </a:lstStyle>
          <a:p>
            <a:pPr lvl="0" rtl="0"/>
            <a:r>
              <a:rPr lang="pt-br"/>
              <a:t>Clique para adicionar um título</a:t>
            </a:r>
          </a:p>
        </p:txBody>
      </p:sp>
      <p:sp>
        <p:nvSpPr>
          <p:cNvPr id="32" name="Espaço Reservado para Texto 25">
            <a:extLst>
              <a:ext uri="{FF2B5EF4-FFF2-40B4-BE49-F238E27FC236}">
                <a16:creationId xmlns:a16="http://schemas.microsoft.com/office/drawing/2014/main" id="{F7AA6B3E-2A7F-4C5B-A703-3DA981212918}"/>
              </a:ext>
            </a:extLst>
          </p:cNvPr>
          <p:cNvSpPr>
            <a:spLocks noGrp="1"/>
          </p:cNvSpPr>
          <p:nvPr>
            <p:ph type="body" sz="quarter" idx="16" hasCustomPrompt="1"/>
          </p:nvPr>
        </p:nvSpPr>
        <p:spPr>
          <a:xfrm>
            <a:off x="4356809" y="2666318"/>
            <a:ext cx="3534208" cy="3295650"/>
          </a:xfrm>
        </p:spPr>
        <p:txBody>
          <a:bodyPr rtlCol="0">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rtl="0"/>
            <a:r>
              <a:rPr lang="pt-br"/>
              <a:t>Clique para adicionar o texto</a:t>
            </a:r>
          </a:p>
        </p:txBody>
      </p:sp>
      <p:sp>
        <p:nvSpPr>
          <p:cNvPr id="33" name="Espaço Reservado para Texto 23">
            <a:extLst>
              <a:ext uri="{FF2B5EF4-FFF2-40B4-BE49-F238E27FC236}">
                <a16:creationId xmlns:a16="http://schemas.microsoft.com/office/drawing/2014/main" id="{1A83EB8D-ED40-4BAC-80EE-11E74BA5D543}"/>
              </a:ext>
            </a:extLst>
          </p:cNvPr>
          <p:cNvSpPr>
            <a:spLocks noGrp="1"/>
          </p:cNvSpPr>
          <p:nvPr>
            <p:ph type="body" sz="quarter" idx="17" hasCustomPrompt="1"/>
          </p:nvPr>
        </p:nvSpPr>
        <p:spPr>
          <a:xfrm>
            <a:off x="8209226" y="2014538"/>
            <a:ext cx="3534208" cy="518874"/>
          </a:xfrm>
        </p:spPr>
        <p:txBody>
          <a:bodyPr rtlCol="0"/>
          <a:lstStyle>
            <a:lvl1pPr>
              <a:buNone/>
              <a:defRPr b="1"/>
            </a:lvl1pPr>
          </a:lstStyle>
          <a:p>
            <a:pPr lvl="0" rtl="0"/>
            <a:r>
              <a:rPr lang="pt-br"/>
              <a:t>Clique para adicionar um título</a:t>
            </a:r>
          </a:p>
        </p:txBody>
      </p:sp>
      <p:sp>
        <p:nvSpPr>
          <p:cNvPr id="34" name="Espaço Reservado para Texto 25">
            <a:extLst>
              <a:ext uri="{FF2B5EF4-FFF2-40B4-BE49-F238E27FC236}">
                <a16:creationId xmlns:a16="http://schemas.microsoft.com/office/drawing/2014/main" id="{FAA48909-78A3-4225-8248-6AE681C50EA5}"/>
              </a:ext>
            </a:extLst>
          </p:cNvPr>
          <p:cNvSpPr>
            <a:spLocks noGrp="1"/>
          </p:cNvSpPr>
          <p:nvPr>
            <p:ph type="body" sz="quarter" idx="18" hasCustomPrompt="1"/>
          </p:nvPr>
        </p:nvSpPr>
        <p:spPr>
          <a:xfrm>
            <a:off x="8209226" y="2666318"/>
            <a:ext cx="3534208" cy="3295650"/>
          </a:xfrm>
        </p:spPr>
        <p:txBody>
          <a:bodyPr rtlCol="0">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rtl="0"/>
            <a:r>
              <a:rPr lang="pt-br"/>
              <a:t>Clique para adicionar o texto</a:t>
            </a:r>
          </a:p>
        </p:txBody>
      </p:sp>
      <p:sp>
        <p:nvSpPr>
          <p:cNvPr id="20" name="Espaço Reservado para Data 178">
            <a:extLst>
              <a:ext uri="{FF2B5EF4-FFF2-40B4-BE49-F238E27FC236}">
                <a16:creationId xmlns:a16="http://schemas.microsoft.com/office/drawing/2014/main" id="{AB1287EA-2C67-487A-8E0D-2B45F7A503ED}"/>
              </a:ext>
            </a:extLst>
          </p:cNvPr>
          <p:cNvSpPr>
            <a:spLocks noGrp="1"/>
          </p:cNvSpPr>
          <p:nvPr>
            <p:ph type="dt" sz="half" idx="10"/>
          </p:nvPr>
        </p:nvSpPr>
        <p:spPr>
          <a:xfrm>
            <a:off x="838200" y="6356350"/>
            <a:ext cx="2743200" cy="365125"/>
          </a:xfrm>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19/02/2021</a:t>
            </a:r>
          </a:p>
        </p:txBody>
      </p:sp>
      <p:sp>
        <p:nvSpPr>
          <p:cNvPr id="21" name="Espaço Reservado para Rodapé 179">
            <a:extLst>
              <a:ext uri="{FF2B5EF4-FFF2-40B4-BE49-F238E27FC236}">
                <a16:creationId xmlns:a16="http://schemas.microsoft.com/office/drawing/2014/main" id="{B33A6E73-75FC-4E5B-80C2-C4D6F49ED738}"/>
              </a:ext>
            </a:extLst>
          </p:cNvPr>
          <p:cNvSpPr>
            <a:spLocks noGrp="1"/>
          </p:cNvSpPr>
          <p:nvPr>
            <p:ph type="ftr" sz="quarter" idx="11"/>
          </p:nvPr>
        </p:nvSpPr>
        <p:spPr>
          <a:xfrm>
            <a:off x="4038600" y="6356350"/>
            <a:ext cx="4114800" cy="365125"/>
          </a:xfrm>
        </p:spPr>
        <p:txBody>
          <a:bodyPr rtlCol="0"/>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200" b="1" i="0" u="none" strike="noStrike" kern="1200" cap="all" spc="100" normalizeH="0" noProof="0">
                <a:ln>
                  <a:noFill/>
                </a:ln>
                <a:solidFill>
                  <a:prstClr val="black">
                    <a:tint val="75000"/>
                  </a:prstClr>
                </a:solidFill>
                <a:effectLst/>
                <a:uLnTx/>
                <a:uFillTx/>
                <a:latin typeface="Source Sans Pro"/>
                <a:cs typeface="+mn-cs"/>
              </a:rPr>
              <a:t>TÍTULO DA APRESENTAÇÃO</a:t>
            </a:r>
          </a:p>
        </p:txBody>
      </p:sp>
      <p:sp>
        <p:nvSpPr>
          <p:cNvPr id="22" name="Espaço Reservado para o Número do Slide 180">
            <a:extLst>
              <a:ext uri="{FF2B5EF4-FFF2-40B4-BE49-F238E27FC236}">
                <a16:creationId xmlns:a16="http://schemas.microsoft.com/office/drawing/2014/main" id="{77F3BA23-6B20-4DC1-A930-EC3BC07DD791}"/>
              </a:ext>
            </a:extLst>
          </p:cNvPr>
          <p:cNvSpPr>
            <a:spLocks noGrp="1"/>
          </p:cNvSpPr>
          <p:nvPr>
            <p:ph type="sldNum" sz="quarter" idx="12"/>
          </p:nvPr>
        </p:nvSpPr>
        <p:spPr>
          <a:xfrm>
            <a:off x="8610600" y="6356350"/>
            <a:ext cx="2743200" cy="365125"/>
          </a:xfrm>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5EA792F7-1D9E-4C7E-A103-E8EDFDC2691E}"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grpSp>
        <p:nvGrpSpPr>
          <p:cNvPr id="35" name="Elemento gráfico 38">
            <a:extLst>
              <a:ext uri="{FF2B5EF4-FFF2-40B4-BE49-F238E27FC236}">
                <a16:creationId xmlns:a16="http://schemas.microsoft.com/office/drawing/2014/main" id="{40939DF5-AC28-4DAD-BBF7-99448C2D5BEB}"/>
              </a:ext>
              <a:ext uri="{C183D7F6-B498-43B3-948B-1728B52AA6E4}">
                <adec:decorative xmlns:adec="http://schemas.microsoft.com/office/drawing/2017/decorative" val="1"/>
              </a:ext>
            </a:extLst>
          </p:cNvPr>
          <p:cNvGrpSpPr/>
          <p:nvPr userDrawn="1"/>
        </p:nvGrpSpPr>
        <p:grpSpPr>
          <a:xfrm>
            <a:off x="5983704" y="400019"/>
            <a:ext cx="1910252" cy="709661"/>
            <a:chOff x="2267504" y="2540250"/>
            <a:chExt cx="1990951" cy="739641"/>
          </a:xfrm>
          <a:solidFill>
            <a:schemeClr val="tx2"/>
          </a:solidFill>
        </p:grpSpPr>
        <p:sp>
          <p:nvSpPr>
            <p:cNvPr id="36" name="Forma Livre: Forma 35">
              <a:extLst>
                <a:ext uri="{FF2B5EF4-FFF2-40B4-BE49-F238E27FC236}">
                  <a16:creationId xmlns:a16="http://schemas.microsoft.com/office/drawing/2014/main" id="{EBCF1BD2-77CD-45E1-B77C-6235C19B5442}"/>
                </a:ext>
              </a:extLst>
            </p:cNvPr>
            <p:cNvSpPr/>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7" name="Forma livre: Forma 36">
              <a:extLst>
                <a:ext uri="{FF2B5EF4-FFF2-40B4-BE49-F238E27FC236}">
                  <a16:creationId xmlns:a16="http://schemas.microsoft.com/office/drawing/2014/main" id="{CE22D69D-860B-4567-9CE7-F30E5450A692}"/>
                </a:ext>
              </a:extLst>
            </p:cNvPr>
            <p:cNvSpPr/>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3" name="Forma Livre: Forma 2">
            <a:extLst>
              <a:ext uri="{FF2B5EF4-FFF2-40B4-BE49-F238E27FC236}">
                <a16:creationId xmlns:a16="http://schemas.microsoft.com/office/drawing/2014/main" id="{16820B48-F149-4E55-A3C5-C6D97DCB0EBE}"/>
              </a:ext>
              <a:ext uri="{C183D7F6-B498-43B3-948B-1728B52AA6E4}">
                <adec:decorative xmlns:adec="http://schemas.microsoft.com/office/drawing/2017/decorative" val="1"/>
              </a:ext>
            </a:extLst>
          </p:cNvPr>
          <p:cNvSpPr/>
          <p:nvPr userDrawn="1"/>
        </p:nvSpPr>
        <p:spPr>
          <a:xfrm rot="10800000">
            <a:off x="4221" y="-4221"/>
            <a:ext cx="1098147" cy="1053618"/>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spTree>
    <p:extLst>
      <p:ext uri="{BB962C8B-B14F-4D97-AF65-F5344CB8AC3E}">
        <p14:creationId xmlns:p14="http://schemas.microsoft.com/office/powerpoint/2010/main" val="9757970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sumo">
    <p:spTree>
      <p:nvGrpSpPr>
        <p:cNvPr id="1" name=""/>
        <p:cNvGrpSpPr/>
        <p:nvPr/>
      </p:nvGrpSpPr>
      <p:grpSpPr>
        <a:xfrm>
          <a:off x="0" y="0"/>
          <a:ext cx="0" cy="0"/>
          <a:chOff x="0" y="0"/>
          <a:chExt cx="0" cy="0"/>
        </a:xfrm>
      </p:grpSpPr>
      <p:grpSp>
        <p:nvGrpSpPr>
          <p:cNvPr id="2" name="Grupo 1">
            <a:extLst>
              <a:ext uri="{FF2B5EF4-FFF2-40B4-BE49-F238E27FC236}">
                <a16:creationId xmlns:a16="http://schemas.microsoft.com/office/drawing/2014/main" id="{BD2CDCAF-CD85-4662-A592-845D42A43C22}"/>
              </a:ext>
              <a:ext uri="{C183D7F6-B498-43B3-948B-1728B52AA6E4}">
                <adec:decorative xmlns:adec="http://schemas.microsoft.com/office/drawing/2017/decorative" val="1"/>
              </a:ext>
            </a:extLst>
          </p:cNvPr>
          <p:cNvGrpSpPr/>
          <p:nvPr userDrawn="1"/>
        </p:nvGrpSpPr>
        <p:grpSpPr>
          <a:xfrm>
            <a:off x="0" y="2"/>
            <a:ext cx="2232252" cy="2361890"/>
            <a:chOff x="0" y="2"/>
            <a:chExt cx="2232252" cy="2361890"/>
          </a:xfrm>
        </p:grpSpPr>
        <p:sp>
          <p:nvSpPr>
            <p:cNvPr id="3" name="Forma Livre: Forma 2">
              <a:extLst>
                <a:ext uri="{FF2B5EF4-FFF2-40B4-BE49-F238E27FC236}">
                  <a16:creationId xmlns:a16="http://schemas.microsoft.com/office/drawing/2014/main" id="{EFCE107D-488B-4994-BA9A-564E5774802E}"/>
                </a:ext>
                <a:ext uri="{C183D7F6-B498-43B3-948B-1728B52AA6E4}">
                  <adec:decorative xmlns:adec="http://schemas.microsoft.com/office/drawing/2017/decorative" val="1"/>
                </a:ext>
              </a:extLst>
            </p:cNvPr>
            <p:cNvSpPr/>
            <p:nvPr userDrawn="1"/>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80BD"/>
                </a:solidFill>
                <a:effectLst/>
                <a:uLnTx/>
                <a:uFillTx/>
                <a:latin typeface="Source Sans Pro"/>
                <a:ea typeface="+mn-ea"/>
                <a:cs typeface="+mn-cs"/>
              </a:endParaRPr>
            </a:p>
          </p:txBody>
        </p:sp>
        <p:sp>
          <p:nvSpPr>
            <p:cNvPr id="8" name="Forma Livre: Forma 7">
              <a:extLst>
                <a:ext uri="{FF2B5EF4-FFF2-40B4-BE49-F238E27FC236}">
                  <a16:creationId xmlns:a16="http://schemas.microsoft.com/office/drawing/2014/main" id="{4CE23D58-D8BD-47F1-8A08-1545434EDDA0}"/>
                </a:ext>
                <a:ext uri="{C183D7F6-B498-43B3-948B-1728B52AA6E4}">
                  <adec:decorative xmlns:adec="http://schemas.microsoft.com/office/drawing/2017/decorative" val="1"/>
                </a:ext>
              </a:extLst>
            </p:cNvPr>
            <p:cNvSpPr/>
            <p:nvPr userDrawn="1"/>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80BD"/>
                </a:solidFill>
                <a:effectLst/>
                <a:uLnTx/>
                <a:uFillTx/>
                <a:latin typeface="Source Sans Pro"/>
                <a:ea typeface="+mn-ea"/>
                <a:cs typeface="+mn-cs"/>
              </a:endParaRPr>
            </a:p>
          </p:txBody>
        </p:sp>
        <p:sp>
          <p:nvSpPr>
            <p:cNvPr id="5" name="Forma Livre: Forma 4">
              <a:extLst>
                <a:ext uri="{FF2B5EF4-FFF2-40B4-BE49-F238E27FC236}">
                  <a16:creationId xmlns:a16="http://schemas.microsoft.com/office/drawing/2014/main" id="{406603D7-A9AD-4936-90DC-D8A2A1F2D261}"/>
                </a:ext>
                <a:ext uri="{C183D7F6-B498-43B3-948B-1728B52AA6E4}">
                  <adec:decorative xmlns:adec="http://schemas.microsoft.com/office/drawing/2017/decorative" val="1"/>
                </a:ext>
              </a:extLst>
            </p:cNvPr>
            <p:cNvSpPr/>
            <p:nvPr userDrawn="1"/>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 name="Forma livre: Forma 5">
              <a:extLst>
                <a:ext uri="{FF2B5EF4-FFF2-40B4-BE49-F238E27FC236}">
                  <a16:creationId xmlns:a16="http://schemas.microsoft.com/office/drawing/2014/main" id="{E9DA8193-AE04-4173-B7BB-C770C79E6340}"/>
                </a:ext>
                <a:ext uri="{C183D7F6-B498-43B3-948B-1728B52AA6E4}">
                  <adec:decorative xmlns:adec="http://schemas.microsoft.com/office/drawing/2017/decorative" val="1"/>
                </a:ext>
              </a:extLst>
            </p:cNvPr>
            <p:cNvSpPr/>
            <p:nvPr userDrawn="1"/>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4" name="Título 1">
            <a:extLst>
              <a:ext uri="{FF2B5EF4-FFF2-40B4-BE49-F238E27FC236}">
                <a16:creationId xmlns:a16="http://schemas.microsoft.com/office/drawing/2014/main" id="{EA2796DC-5724-4DF5-8195-1FABE6D85544}"/>
              </a:ext>
            </a:extLst>
          </p:cNvPr>
          <p:cNvSpPr>
            <a:spLocks noGrp="1"/>
          </p:cNvSpPr>
          <p:nvPr>
            <p:ph type="title"/>
          </p:nvPr>
        </p:nvSpPr>
        <p:spPr>
          <a:xfrm>
            <a:off x="2232251" y="633046"/>
            <a:ext cx="3863749" cy="1314996"/>
          </a:xfrm>
        </p:spPr>
        <p:txBody>
          <a:bodyPr rtlCol="0" anchor="b"/>
          <a:lstStyle/>
          <a:p>
            <a:pPr rtl="0"/>
            <a:endParaRPr lang="en-US" dirty="0"/>
          </a:p>
        </p:txBody>
      </p:sp>
      <p:sp>
        <p:nvSpPr>
          <p:cNvPr id="7" name="Espaço Reservado para Conteúdo 2">
            <a:extLst>
              <a:ext uri="{FF2B5EF4-FFF2-40B4-BE49-F238E27FC236}">
                <a16:creationId xmlns:a16="http://schemas.microsoft.com/office/drawing/2014/main" id="{0B187FF7-DB6C-4C1A-9548-14E8A3C25529}"/>
              </a:ext>
            </a:extLst>
          </p:cNvPr>
          <p:cNvSpPr>
            <a:spLocks noGrp="1"/>
          </p:cNvSpPr>
          <p:nvPr>
            <p:ph idx="1" hasCustomPrompt="1"/>
          </p:nvPr>
        </p:nvSpPr>
        <p:spPr>
          <a:xfrm>
            <a:off x="2232251" y="2125737"/>
            <a:ext cx="3863749" cy="4044463"/>
          </a:xfrm>
        </p:spPr>
        <p:txBody>
          <a:bodyPr rtlCol="0">
            <a:normAutofit/>
          </a:bodyPr>
          <a:lstStyle>
            <a:lvl1pPr marL="0" indent="0">
              <a:lnSpc>
                <a:spcPct val="120000"/>
              </a:lnSpc>
              <a:buNone/>
              <a:defRPr sz="1800"/>
            </a:lvl1pPr>
          </a:lstStyle>
          <a:p>
            <a:pPr rtl="0">
              <a:lnSpc>
                <a:spcPct val="130000"/>
              </a:lnSpc>
            </a:pPr>
            <a:r>
              <a:rPr lang="pt-br"/>
              <a:t>Conteúdo</a:t>
            </a:r>
          </a:p>
        </p:txBody>
      </p:sp>
      <p:sp>
        <p:nvSpPr>
          <p:cNvPr id="11" name="Espaço Reservado para Data 178">
            <a:extLst>
              <a:ext uri="{FF2B5EF4-FFF2-40B4-BE49-F238E27FC236}">
                <a16:creationId xmlns:a16="http://schemas.microsoft.com/office/drawing/2014/main" id="{B7A60214-A813-4C22-B24B-04F723FF4DEA}"/>
              </a:ext>
            </a:extLst>
          </p:cNvPr>
          <p:cNvSpPr>
            <a:spLocks noGrp="1"/>
          </p:cNvSpPr>
          <p:nvPr>
            <p:ph type="dt" sz="half" idx="10"/>
          </p:nvPr>
        </p:nvSpPr>
        <p:spPr>
          <a:xfrm>
            <a:off x="838200" y="6356350"/>
            <a:ext cx="2743200" cy="365125"/>
          </a:xfrm>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19/02/2021</a:t>
            </a:r>
            <a:endParaRPr kumimoji="0" lang="en-US" sz="1200" b="1" i="0" u="none" strike="noStrike" kern="1200" cap="all" spc="100" normalizeH="0" baseline="0" noProof="0" dirty="0">
              <a:ln>
                <a:noFill/>
              </a:ln>
              <a:solidFill>
                <a:prstClr val="black">
                  <a:tint val="75000"/>
                </a:prstClr>
              </a:solidFill>
              <a:effectLst/>
              <a:uLnTx/>
              <a:uFillTx/>
              <a:latin typeface="Source Sans Pro"/>
              <a:cs typeface="+mn-cs"/>
            </a:endParaRPr>
          </a:p>
        </p:txBody>
      </p:sp>
      <p:sp>
        <p:nvSpPr>
          <p:cNvPr id="28" name="Espaço Reservado para Imagem 27">
            <a:extLst>
              <a:ext uri="{FF2B5EF4-FFF2-40B4-BE49-F238E27FC236}">
                <a16:creationId xmlns:a16="http://schemas.microsoft.com/office/drawing/2014/main" id="{659DC90E-7284-4051-85CA-D8C21417DF7F}"/>
              </a:ext>
            </a:extLst>
          </p:cNvPr>
          <p:cNvSpPr>
            <a:spLocks noGrp="1"/>
          </p:cNvSpPr>
          <p:nvPr>
            <p:ph type="pic" sz="quarter" idx="14"/>
          </p:nvPr>
        </p:nvSpPr>
        <p:spPr>
          <a:xfrm>
            <a:off x="6423487" y="929609"/>
            <a:ext cx="2518114" cy="2518114"/>
          </a:xfrm>
          <a:custGeom>
            <a:avLst/>
            <a:gdLst>
              <a:gd name="connsiteX0" fmla="*/ 1259057 w 2518114"/>
              <a:gd name="connsiteY0" fmla="*/ 0 h 2518114"/>
              <a:gd name="connsiteX1" fmla="*/ 2518114 w 2518114"/>
              <a:gd name="connsiteY1" fmla="*/ 1259057 h 2518114"/>
              <a:gd name="connsiteX2" fmla="*/ 1259057 w 2518114"/>
              <a:gd name="connsiteY2" fmla="*/ 2518114 h 2518114"/>
              <a:gd name="connsiteX3" fmla="*/ 0 w 2518114"/>
              <a:gd name="connsiteY3" fmla="*/ 1259057 h 2518114"/>
              <a:gd name="connsiteX4" fmla="*/ 1259057 w 2518114"/>
              <a:gd name="connsiteY4" fmla="*/ 0 h 25181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8114" h="2518114">
                <a:moveTo>
                  <a:pt x="1259057" y="0"/>
                </a:moveTo>
                <a:cubicBezTo>
                  <a:pt x="1954415" y="0"/>
                  <a:pt x="2518114" y="563699"/>
                  <a:pt x="2518114" y="1259057"/>
                </a:cubicBezTo>
                <a:cubicBezTo>
                  <a:pt x="2518114" y="1954415"/>
                  <a:pt x="1954415" y="2518114"/>
                  <a:pt x="1259057" y="2518114"/>
                </a:cubicBezTo>
                <a:cubicBezTo>
                  <a:pt x="563699" y="2518114"/>
                  <a:pt x="0" y="1954415"/>
                  <a:pt x="0" y="1259057"/>
                </a:cubicBezTo>
                <a:cubicBezTo>
                  <a:pt x="0" y="563699"/>
                  <a:pt x="563699" y="0"/>
                  <a:pt x="1259057" y="0"/>
                </a:cubicBezTo>
                <a:close/>
              </a:path>
            </a:pathLst>
          </a:custGeom>
        </p:spPr>
        <p:txBody>
          <a:bodyPr wrap="square" rtlCol="0">
            <a:noAutofit/>
          </a:bodyPr>
          <a:lstStyle/>
          <a:p>
            <a:pPr rtl="0"/>
            <a:endParaRPr lang="en-US"/>
          </a:p>
        </p:txBody>
      </p:sp>
      <p:sp>
        <p:nvSpPr>
          <p:cNvPr id="25" name="Espaço Reservado para Imagem 24">
            <a:extLst>
              <a:ext uri="{FF2B5EF4-FFF2-40B4-BE49-F238E27FC236}">
                <a16:creationId xmlns:a16="http://schemas.microsoft.com/office/drawing/2014/main" id="{D399D5A9-622F-4A19-AC14-CE115C15E60E}"/>
              </a:ext>
            </a:extLst>
          </p:cNvPr>
          <p:cNvSpPr>
            <a:spLocks noGrp="1"/>
          </p:cNvSpPr>
          <p:nvPr>
            <p:ph type="pic" sz="quarter" idx="13"/>
          </p:nvPr>
        </p:nvSpPr>
        <p:spPr>
          <a:xfrm>
            <a:off x="9090426" y="86636"/>
            <a:ext cx="2952748" cy="2952748"/>
          </a:xfrm>
          <a:custGeom>
            <a:avLst/>
            <a:gdLst>
              <a:gd name="connsiteX0" fmla="*/ 1476374 w 2952748"/>
              <a:gd name="connsiteY0" fmla="*/ 0 h 2952748"/>
              <a:gd name="connsiteX1" fmla="*/ 2952748 w 2952748"/>
              <a:gd name="connsiteY1" fmla="*/ 1476374 h 2952748"/>
              <a:gd name="connsiteX2" fmla="*/ 1476374 w 2952748"/>
              <a:gd name="connsiteY2" fmla="*/ 2952748 h 2952748"/>
              <a:gd name="connsiteX3" fmla="*/ 0 w 2952748"/>
              <a:gd name="connsiteY3" fmla="*/ 1476374 h 2952748"/>
              <a:gd name="connsiteX4" fmla="*/ 1476374 w 2952748"/>
              <a:gd name="connsiteY4" fmla="*/ 0 h 2952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2748" h="2952748">
                <a:moveTo>
                  <a:pt x="1476374" y="0"/>
                </a:moveTo>
                <a:cubicBezTo>
                  <a:pt x="2291753" y="0"/>
                  <a:pt x="2952748" y="660995"/>
                  <a:pt x="2952748" y="1476374"/>
                </a:cubicBezTo>
                <a:cubicBezTo>
                  <a:pt x="2952748" y="2291753"/>
                  <a:pt x="2291753" y="2952748"/>
                  <a:pt x="1476374" y="2952748"/>
                </a:cubicBezTo>
                <a:cubicBezTo>
                  <a:pt x="660995" y="2952748"/>
                  <a:pt x="0" y="2291753"/>
                  <a:pt x="0" y="1476374"/>
                </a:cubicBezTo>
                <a:cubicBezTo>
                  <a:pt x="0" y="660995"/>
                  <a:pt x="660995" y="0"/>
                  <a:pt x="1476374" y="0"/>
                </a:cubicBezTo>
                <a:close/>
              </a:path>
            </a:pathLst>
          </a:custGeom>
        </p:spPr>
        <p:txBody>
          <a:bodyPr wrap="square" rtlCol="0">
            <a:noAutofit/>
          </a:bodyPr>
          <a:lstStyle/>
          <a:p>
            <a:pPr rtl="0"/>
            <a:endParaRPr lang="en-US"/>
          </a:p>
        </p:txBody>
      </p:sp>
      <p:grpSp>
        <p:nvGrpSpPr>
          <p:cNvPr id="9" name="Grupo 8">
            <a:extLst>
              <a:ext uri="{FF2B5EF4-FFF2-40B4-BE49-F238E27FC236}">
                <a16:creationId xmlns:a16="http://schemas.microsoft.com/office/drawing/2014/main" id="{8DB95C10-057C-4318-8E35-14CA6421DBCA}"/>
              </a:ext>
              <a:ext uri="{C183D7F6-B498-43B3-948B-1728B52AA6E4}">
                <adec:decorative xmlns:adec="http://schemas.microsoft.com/office/drawing/2017/decorative" val="1"/>
              </a:ext>
            </a:extLst>
          </p:cNvPr>
          <p:cNvGrpSpPr/>
          <p:nvPr userDrawn="1"/>
        </p:nvGrpSpPr>
        <p:grpSpPr>
          <a:xfrm>
            <a:off x="10051176" y="4803984"/>
            <a:ext cx="2140824" cy="2054016"/>
            <a:chOff x="10051176" y="4803984"/>
            <a:chExt cx="2140824" cy="2054016"/>
          </a:xfrm>
        </p:grpSpPr>
        <p:sp>
          <p:nvSpPr>
            <p:cNvPr id="12" name="Forma Livre: Forma 11">
              <a:extLst>
                <a:ext uri="{FF2B5EF4-FFF2-40B4-BE49-F238E27FC236}">
                  <a16:creationId xmlns:a16="http://schemas.microsoft.com/office/drawing/2014/main" id="{CBE7134B-D795-425D-A988-E8D6CD66E8EF}"/>
                </a:ext>
                <a:ext uri="{C183D7F6-B498-43B3-948B-1728B52AA6E4}">
                  <adec:decorative xmlns:adec="http://schemas.microsoft.com/office/drawing/2017/decorative" val="1"/>
                </a:ext>
              </a:extLst>
            </p:cNvPr>
            <p:cNvSpPr/>
            <p:nvPr userDrawn="1"/>
          </p:nvSpPr>
          <p:spPr>
            <a:xfrm>
              <a:off x="10051176" y="4803984"/>
              <a:ext cx="2140824" cy="2054016"/>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sp>
          <p:nvSpPr>
            <p:cNvPr id="13" name="Forma livre: Forma 12">
              <a:extLst>
                <a:ext uri="{FF2B5EF4-FFF2-40B4-BE49-F238E27FC236}">
                  <a16:creationId xmlns:a16="http://schemas.microsoft.com/office/drawing/2014/main" id="{243741EC-3B24-4CBF-99F9-F7F4944C0438}"/>
                </a:ext>
                <a:ext uri="{C183D7F6-B498-43B3-948B-1728B52AA6E4}">
                  <adec:decorative xmlns:adec="http://schemas.microsoft.com/office/drawing/2017/decorative" val="1"/>
                </a:ext>
              </a:extLst>
            </p:cNvPr>
            <p:cNvSpPr/>
            <p:nvPr userDrawn="1"/>
          </p:nvSpPr>
          <p:spPr>
            <a:xfrm>
              <a:off x="10051176" y="4803984"/>
              <a:ext cx="2140824" cy="2054016"/>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grpSp>
      <p:sp>
        <p:nvSpPr>
          <p:cNvPr id="32" name="Espaço Reservado para Imagem 31">
            <a:extLst>
              <a:ext uri="{FF2B5EF4-FFF2-40B4-BE49-F238E27FC236}">
                <a16:creationId xmlns:a16="http://schemas.microsoft.com/office/drawing/2014/main" id="{A981E0B7-6C4A-4ABD-9E79-2CC68B36BABC}"/>
              </a:ext>
            </a:extLst>
          </p:cNvPr>
          <p:cNvSpPr>
            <a:spLocks noGrp="1"/>
          </p:cNvSpPr>
          <p:nvPr>
            <p:ph type="pic" sz="quarter" idx="15"/>
          </p:nvPr>
        </p:nvSpPr>
        <p:spPr>
          <a:xfrm>
            <a:off x="7682545" y="3175909"/>
            <a:ext cx="3454390" cy="3454390"/>
          </a:xfrm>
          <a:custGeom>
            <a:avLst/>
            <a:gdLst>
              <a:gd name="connsiteX0" fmla="*/ 1727195 w 3454390"/>
              <a:gd name="connsiteY0" fmla="*/ 0 h 3454390"/>
              <a:gd name="connsiteX1" fmla="*/ 3454390 w 3454390"/>
              <a:gd name="connsiteY1" fmla="*/ 1727195 h 3454390"/>
              <a:gd name="connsiteX2" fmla="*/ 1727195 w 3454390"/>
              <a:gd name="connsiteY2" fmla="*/ 3454390 h 3454390"/>
              <a:gd name="connsiteX3" fmla="*/ 0 w 3454390"/>
              <a:gd name="connsiteY3" fmla="*/ 1727195 h 3454390"/>
              <a:gd name="connsiteX4" fmla="*/ 1727195 w 3454390"/>
              <a:gd name="connsiteY4" fmla="*/ 0 h 3454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4390" h="3454390">
                <a:moveTo>
                  <a:pt x="1727195" y="0"/>
                </a:moveTo>
                <a:cubicBezTo>
                  <a:pt x="2681098" y="0"/>
                  <a:pt x="3454390" y="773292"/>
                  <a:pt x="3454390" y="1727195"/>
                </a:cubicBezTo>
                <a:cubicBezTo>
                  <a:pt x="3454390" y="2681098"/>
                  <a:pt x="2681098" y="3454390"/>
                  <a:pt x="1727195" y="3454390"/>
                </a:cubicBezTo>
                <a:cubicBezTo>
                  <a:pt x="773292" y="3454390"/>
                  <a:pt x="0" y="2681098"/>
                  <a:pt x="0" y="1727195"/>
                </a:cubicBezTo>
                <a:cubicBezTo>
                  <a:pt x="0" y="773292"/>
                  <a:pt x="773292" y="0"/>
                  <a:pt x="1727195" y="0"/>
                </a:cubicBezTo>
                <a:close/>
              </a:path>
            </a:pathLst>
          </a:custGeom>
        </p:spPr>
        <p:txBody>
          <a:bodyPr wrap="square" rtlCol="0">
            <a:noAutofit/>
          </a:bodyPr>
          <a:lstStyle/>
          <a:p>
            <a:pPr rtl="0"/>
            <a:endParaRPr lang="en-US"/>
          </a:p>
        </p:txBody>
      </p:sp>
      <p:sp>
        <p:nvSpPr>
          <p:cNvPr id="21" name="Espaço Reservado para Rodapé 179">
            <a:extLst>
              <a:ext uri="{FF2B5EF4-FFF2-40B4-BE49-F238E27FC236}">
                <a16:creationId xmlns:a16="http://schemas.microsoft.com/office/drawing/2014/main" id="{4E9FB417-D03A-4615-A2E4-F1D3EF9782A4}"/>
              </a:ext>
            </a:extLst>
          </p:cNvPr>
          <p:cNvSpPr>
            <a:spLocks noGrp="1"/>
          </p:cNvSpPr>
          <p:nvPr>
            <p:ph type="ftr" sz="quarter" idx="11"/>
          </p:nvPr>
        </p:nvSpPr>
        <p:spPr>
          <a:xfrm>
            <a:off x="4038600" y="6356350"/>
            <a:ext cx="4114800" cy="365125"/>
          </a:xfrm>
        </p:spPr>
        <p:txBody>
          <a:bodyPr rtlCol="0"/>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200" b="1" i="0" u="none" strike="noStrike" kern="1200" cap="all" spc="100" normalizeH="0" noProof="0">
                <a:ln>
                  <a:noFill/>
                </a:ln>
                <a:solidFill>
                  <a:prstClr val="black">
                    <a:tint val="75000"/>
                  </a:prstClr>
                </a:solidFill>
                <a:effectLst/>
                <a:uLnTx/>
                <a:uFillTx/>
                <a:latin typeface="Source Sans Pro"/>
                <a:cs typeface="+mn-cs"/>
              </a:rPr>
              <a:t>TÍTULO DA APRESENTAÇÃO</a:t>
            </a:r>
            <a:endParaRPr kumimoji="0" lang="en-US" sz="1200" b="1" i="0" u="none" strike="noStrike" kern="1200" cap="all" spc="100" normalizeH="0" baseline="0" noProof="0" dirty="0">
              <a:ln>
                <a:noFill/>
              </a:ln>
              <a:solidFill>
                <a:prstClr val="black">
                  <a:tint val="75000"/>
                </a:prstClr>
              </a:solidFill>
              <a:effectLst/>
              <a:uLnTx/>
              <a:uFillTx/>
              <a:latin typeface="Source Sans Pro"/>
              <a:cs typeface="+mn-cs"/>
            </a:endParaRPr>
          </a:p>
        </p:txBody>
      </p:sp>
      <p:sp>
        <p:nvSpPr>
          <p:cNvPr id="22" name="Espaço Reservado para o Número do Slide 180">
            <a:extLst>
              <a:ext uri="{FF2B5EF4-FFF2-40B4-BE49-F238E27FC236}">
                <a16:creationId xmlns:a16="http://schemas.microsoft.com/office/drawing/2014/main" id="{389AD2FD-902A-43AD-8B8C-AABCC05CEF1A}"/>
              </a:ext>
            </a:extLst>
          </p:cNvPr>
          <p:cNvSpPr>
            <a:spLocks noGrp="1"/>
          </p:cNvSpPr>
          <p:nvPr>
            <p:ph type="sldNum" sz="quarter" idx="12"/>
          </p:nvPr>
        </p:nvSpPr>
        <p:spPr>
          <a:xfrm>
            <a:off x="8610600" y="6356350"/>
            <a:ext cx="2743200" cy="365125"/>
          </a:xfrm>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5EA792F7-1D9E-4C7E-A103-E8EDFDC2691E}"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1" i="0" u="none" strike="noStrike" kern="1200" cap="all" spc="100" normalizeH="0" baseline="0" noProof="0" dirty="0">
              <a:ln>
                <a:noFill/>
              </a:ln>
              <a:solidFill>
                <a:prstClr val="black">
                  <a:tint val="75000"/>
                </a:prstClr>
              </a:solidFill>
              <a:effectLst/>
              <a:uLnTx/>
              <a:uFillTx/>
              <a:latin typeface="Source Sans Pro"/>
              <a:cs typeface="+mn-cs"/>
            </a:endParaRPr>
          </a:p>
        </p:txBody>
      </p:sp>
    </p:spTree>
    <p:extLst>
      <p:ext uri="{BB962C8B-B14F-4D97-AF65-F5344CB8AC3E}">
        <p14:creationId xmlns:p14="http://schemas.microsoft.com/office/powerpoint/2010/main" val="1492035978"/>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echamento">
    <p:spTree>
      <p:nvGrpSpPr>
        <p:cNvPr id="1" name=""/>
        <p:cNvGrpSpPr/>
        <p:nvPr/>
      </p:nvGrpSpPr>
      <p:grpSpPr>
        <a:xfrm>
          <a:off x="0" y="0"/>
          <a:ext cx="0" cy="0"/>
          <a:chOff x="0" y="0"/>
          <a:chExt cx="0" cy="0"/>
        </a:xfrm>
      </p:grpSpPr>
      <p:grpSp>
        <p:nvGrpSpPr>
          <p:cNvPr id="4" name="Grupo 3">
            <a:extLst>
              <a:ext uri="{FF2B5EF4-FFF2-40B4-BE49-F238E27FC236}">
                <a16:creationId xmlns:a16="http://schemas.microsoft.com/office/drawing/2014/main" id="{78968B4A-D2FD-4982-8334-0183B81B5317}"/>
              </a:ext>
              <a:ext uri="{C183D7F6-B498-43B3-948B-1728B52AA6E4}">
                <adec:decorative xmlns:adec="http://schemas.microsoft.com/office/drawing/2017/decorative" val="1"/>
              </a:ext>
            </a:extLst>
          </p:cNvPr>
          <p:cNvGrpSpPr/>
          <p:nvPr userDrawn="1"/>
        </p:nvGrpSpPr>
        <p:grpSpPr>
          <a:xfrm>
            <a:off x="6835096" y="657544"/>
            <a:ext cx="4843727" cy="5534144"/>
            <a:chOff x="1674895" y="1345036"/>
            <a:chExt cx="5428610" cy="4210939"/>
          </a:xfrm>
        </p:grpSpPr>
        <p:sp>
          <p:nvSpPr>
            <p:cNvPr id="5" name="Retângulo 4">
              <a:extLst>
                <a:ext uri="{FF2B5EF4-FFF2-40B4-BE49-F238E27FC236}">
                  <a16:creationId xmlns:a16="http://schemas.microsoft.com/office/drawing/2014/main" id="{643A288F-C28C-4225-9247-AF58A824B944}"/>
                </a:ext>
              </a:extLst>
            </p:cNvPr>
            <p:cNvSpPr/>
            <p:nvPr/>
          </p:nvSpPr>
          <p:spPr>
            <a:xfrm>
              <a:off x="1674895" y="1345036"/>
              <a:ext cx="5428610" cy="4210939"/>
            </a:xfrm>
            <a:prstGeom prst="rect">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6" name="Retângulo 5">
              <a:extLst>
                <a:ext uri="{FF2B5EF4-FFF2-40B4-BE49-F238E27FC236}">
                  <a16:creationId xmlns:a16="http://schemas.microsoft.com/office/drawing/2014/main" id="{B362DD31-8718-4A1F-966C-96DD1FE1C299}"/>
                </a:ext>
              </a:extLst>
            </p:cNvPr>
            <p:cNvSpPr/>
            <p:nvPr/>
          </p:nvSpPr>
          <p:spPr>
            <a:xfrm>
              <a:off x="1674895" y="1345036"/>
              <a:ext cx="5428610" cy="4210939"/>
            </a:xfrm>
            <a:prstGeom prst="rect">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 useBgFill="1">
        <p:nvSpPr>
          <p:cNvPr id="7" name="Retângulo 6">
            <a:extLst>
              <a:ext uri="{FF2B5EF4-FFF2-40B4-BE49-F238E27FC236}">
                <a16:creationId xmlns:a16="http://schemas.microsoft.com/office/drawing/2014/main" id="{014FAF08-7ED8-4FA5-BD29-1D7472D4A37A}"/>
              </a:ext>
              <a:ext uri="{C183D7F6-B498-43B3-948B-1728B52AA6E4}">
                <adec:decorative xmlns:adec="http://schemas.microsoft.com/office/drawing/2017/decorative" val="1"/>
              </a:ext>
            </a:extLst>
          </p:cNvPr>
          <p:cNvSpPr/>
          <p:nvPr userDrawn="1"/>
        </p:nvSpPr>
        <p:spPr>
          <a:xfrm>
            <a:off x="6688435" y="401247"/>
            <a:ext cx="4860256" cy="5669873"/>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8" name="Título 1">
            <a:extLst>
              <a:ext uri="{FF2B5EF4-FFF2-40B4-BE49-F238E27FC236}">
                <a16:creationId xmlns:a16="http://schemas.microsoft.com/office/drawing/2014/main" id="{568ABF40-D991-4FCE-943D-B4F291810CBD}"/>
              </a:ext>
            </a:extLst>
          </p:cNvPr>
          <p:cNvSpPr>
            <a:spLocks noGrp="1"/>
          </p:cNvSpPr>
          <p:nvPr>
            <p:ph type="ctrTitle" hasCustomPrompt="1"/>
          </p:nvPr>
        </p:nvSpPr>
        <p:spPr>
          <a:xfrm>
            <a:off x="7012297" y="786881"/>
            <a:ext cx="4203323" cy="2927350"/>
          </a:xfrm>
        </p:spPr>
        <p:txBody>
          <a:bodyPr rtlCol="0">
            <a:normAutofit/>
          </a:bodyPr>
          <a:lstStyle>
            <a:lvl1pPr algn="ctr">
              <a:defRPr sz="6000" b="1" spc="1500" baseline="0"/>
            </a:lvl1pPr>
          </a:lstStyle>
          <a:p>
            <a:pPr rtl="0"/>
            <a:r>
              <a:rPr lang="pt-br"/>
              <a:t>CLIQUE PARA ADICIONAR TÍTULO</a:t>
            </a:r>
          </a:p>
        </p:txBody>
      </p:sp>
      <p:sp>
        <p:nvSpPr>
          <p:cNvPr id="9" name="Subtítulo 2">
            <a:extLst>
              <a:ext uri="{FF2B5EF4-FFF2-40B4-BE49-F238E27FC236}">
                <a16:creationId xmlns:a16="http://schemas.microsoft.com/office/drawing/2014/main" id="{70199C9F-8FAF-4960-9022-506D5D8424DB}"/>
              </a:ext>
            </a:extLst>
          </p:cNvPr>
          <p:cNvSpPr>
            <a:spLocks noGrp="1"/>
          </p:cNvSpPr>
          <p:nvPr>
            <p:ph type="subTitle" idx="1" hasCustomPrompt="1"/>
          </p:nvPr>
        </p:nvSpPr>
        <p:spPr>
          <a:xfrm>
            <a:off x="7012297" y="3970527"/>
            <a:ext cx="4203323" cy="1647919"/>
          </a:xfrm>
        </p:spPr>
        <p:txBody>
          <a:bodyPr rtlCol="0">
            <a:normAutofit/>
          </a:bodyPr>
          <a:lstStyle>
            <a:lvl1pPr marL="0" algn="ctr">
              <a:buNone/>
              <a:defRPr sz="2400" b="0" spc="400" baseline="0"/>
            </a:lvl1pPr>
          </a:lstStyle>
          <a:p>
            <a:pPr rtl="0"/>
            <a:r>
              <a:rPr lang="pt-br"/>
              <a:t>CLIQUE PARA ADICIONAR UM SUBTÍTULO</a:t>
            </a:r>
          </a:p>
        </p:txBody>
      </p:sp>
      <p:sp>
        <p:nvSpPr>
          <p:cNvPr id="27" name="Espaço Reservado para Imagem 25">
            <a:extLst>
              <a:ext uri="{FF2B5EF4-FFF2-40B4-BE49-F238E27FC236}">
                <a16:creationId xmlns:a16="http://schemas.microsoft.com/office/drawing/2014/main" id="{0AAD2801-C4B6-4F9D-8713-2109D15B120E}"/>
              </a:ext>
            </a:extLst>
          </p:cNvPr>
          <p:cNvSpPr>
            <a:spLocks noGrp="1"/>
          </p:cNvSpPr>
          <p:nvPr>
            <p:ph type="pic" sz="quarter" idx="13" hasCustomPrompt="1"/>
          </p:nvPr>
        </p:nvSpPr>
        <p:spPr>
          <a:xfrm>
            <a:off x="1292225" y="1149350"/>
            <a:ext cx="4792663" cy="4227513"/>
          </a:xfrm>
        </p:spPr>
        <p:txBody>
          <a:bodyPr rtlCol="0"/>
          <a:lstStyle>
            <a:lvl1pPr>
              <a:buNone/>
              <a:defRPr/>
            </a:lvl1pPr>
          </a:lstStyle>
          <a:p>
            <a:pPr rtl="0"/>
            <a:r>
              <a:rPr lang="pt-br"/>
              <a:t>Clique para adicionar foto</a:t>
            </a:r>
          </a:p>
        </p:txBody>
      </p:sp>
      <p:grpSp>
        <p:nvGrpSpPr>
          <p:cNvPr id="18" name="Elemento gráfico 185">
            <a:extLst>
              <a:ext uri="{FF2B5EF4-FFF2-40B4-BE49-F238E27FC236}">
                <a16:creationId xmlns:a16="http://schemas.microsoft.com/office/drawing/2014/main" id="{93CF5D64-69BB-4E77-ADC8-7D645E7AA4F1}"/>
              </a:ext>
              <a:ext uri="{C183D7F6-B498-43B3-948B-1728B52AA6E4}">
                <adec:decorative xmlns:adec="http://schemas.microsoft.com/office/drawing/2017/decorative" val="1"/>
              </a:ext>
            </a:extLst>
          </p:cNvPr>
          <p:cNvGrpSpPr/>
          <p:nvPr userDrawn="1"/>
        </p:nvGrpSpPr>
        <p:grpSpPr>
          <a:xfrm>
            <a:off x="3220677" y="5565632"/>
            <a:ext cx="1054467" cy="469689"/>
            <a:chOff x="9841624" y="4115729"/>
            <a:chExt cx="602170" cy="268223"/>
          </a:xfrm>
          <a:solidFill>
            <a:schemeClr val="tx1"/>
          </a:solidFill>
        </p:grpSpPr>
        <p:sp>
          <p:nvSpPr>
            <p:cNvPr id="19" name="Forma Livre: Forma 18">
              <a:extLst>
                <a:ext uri="{FF2B5EF4-FFF2-40B4-BE49-F238E27FC236}">
                  <a16:creationId xmlns:a16="http://schemas.microsoft.com/office/drawing/2014/main" id="{019D8F1E-2249-41BC-B8BD-4C8F7824B1B0}"/>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 name="Forma livre: Forma 19">
              <a:extLst>
                <a:ext uri="{FF2B5EF4-FFF2-40B4-BE49-F238E27FC236}">
                  <a16:creationId xmlns:a16="http://schemas.microsoft.com/office/drawing/2014/main" id="{0834381D-9229-4B35-A551-0A2EBC5395D4}"/>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 name="Forma livre: Forma 20">
              <a:extLst>
                <a:ext uri="{FF2B5EF4-FFF2-40B4-BE49-F238E27FC236}">
                  <a16:creationId xmlns:a16="http://schemas.microsoft.com/office/drawing/2014/main" id="{D9AAD997-2ABB-43CB-81B3-6508602D44B7}"/>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 name="Forma livre: Forma 21">
              <a:extLst>
                <a:ext uri="{FF2B5EF4-FFF2-40B4-BE49-F238E27FC236}">
                  <a16:creationId xmlns:a16="http://schemas.microsoft.com/office/drawing/2014/main" id="{D77AF2C8-42E5-4E03-B110-57855A3EA4A0}"/>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 name="Forma livre: Forma 22">
              <a:extLst>
                <a:ext uri="{FF2B5EF4-FFF2-40B4-BE49-F238E27FC236}">
                  <a16:creationId xmlns:a16="http://schemas.microsoft.com/office/drawing/2014/main" id="{0A98E12C-BD74-4556-8CE5-24BDB9B92957}"/>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16" name="Espaço Reservado para Data 8">
            <a:extLst>
              <a:ext uri="{FF2B5EF4-FFF2-40B4-BE49-F238E27FC236}">
                <a16:creationId xmlns:a16="http://schemas.microsoft.com/office/drawing/2014/main" id="{19544747-A258-414B-A18E-FE0D00F027A1}"/>
              </a:ext>
            </a:extLst>
          </p:cNvPr>
          <p:cNvSpPr>
            <a:spLocks noGrp="1"/>
          </p:cNvSpPr>
          <p:nvPr>
            <p:ph type="dt" sz="half" idx="10"/>
          </p:nvPr>
        </p:nvSpPr>
        <p:spPr>
          <a:xfrm>
            <a:off x="838200" y="6356350"/>
            <a:ext cx="2743200" cy="365125"/>
          </a:xfrm>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19/02/2021</a:t>
            </a:r>
          </a:p>
        </p:txBody>
      </p:sp>
      <p:sp>
        <p:nvSpPr>
          <p:cNvPr id="17" name="Espaço Reservado para Rodapé 9">
            <a:extLst>
              <a:ext uri="{FF2B5EF4-FFF2-40B4-BE49-F238E27FC236}">
                <a16:creationId xmlns:a16="http://schemas.microsoft.com/office/drawing/2014/main" id="{80C9B95E-5D5F-4B79-BBC6-AA8023F361C8}"/>
              </a:ext>
            </a:extLst>
          </p:cNvPr>
          <p:cNvSpPr>
            <a:spLocks noGrp="1"/>
          </p:cNvSpPr>
          <p:nvPr>
            <p:ph type="ftr" sz="quarter" idx="11"/>
          </p:nvPr>
        </p:nvSpPr>
        <p:spPr>
          <a:xfrm>
            <a:off x="4038600" y="6356350"/>
            <a:ext cx="4114800" cy="365125"/>
          </a:xfrm>
        </p:spPr>
        <p:txBody>
          <a:bodyPr rtlCol="0"/>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200" b="1" i="0" u="none" strike="noStrike" kern="1200" cap="all" spc="100" normalizeH="0" noProof="0">
                <a:ln>
                  <a:noFill/>
                </a:ln>
                <a:solidFill>
                  <a:prstClr val="black">
                    <a:tint val="75000"/>
                  </a:prstClr>
                </a:solidFill>
                <a:effectLst/>
                <a:uLnTx/>
                <a:uFillTx/>
                <a:latin typeface="Source Sans Pro"/>
                <a:cs typeface="+mn-cs"/>
              </a:rPr>
              <a:t>TÍTULO DA APRESENTAÇÃO</a:t>
            </a:r>
          </a:p>
        </p:txBody>
      </p:sp>
      <p:sp>
        <p:nvSpPr>
          <p:cNvPr id="24" name="Espaço Reservado para o Número do Slide 10">
            <a:extLst>
              <a:ext uri="{FF2B5EF4-FFF2-40B4-BE49-F238E27FC236}">
                <a16:creationId xmlns:a16="http://schemas.microsoft.com/office/drawing/2014/main" id="{B5FBBF51-B6B9-4243-98A9-DDFADA05411D}"/>
              </a:ext>
            </a:extLst>
          </p:cNvPr>
          <p:cNvSpPr>
            <a:spLocks noGrp="1"/>
          </p:cNvSpPr>
          <p:nvPr>
            <p:ph type="sldNum" sz="quarter" idx="12"/>
          </p:nvPr>
        </p:nvSpPr>
        <p:spPr>
          <a:xfrm>
            <a:off x="8610600" y="6356350"/>
            <a:ext cx="2743200" cy="365125"/>
          </a:xfrm>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F3450C42-9A0B-4425-92C2-70FCF7C45734}"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grpSp>
        <p:nvGrpSpPr>
          <p:cNvPr id="29" name="Grupo 28">
            <a:extLst>
              <a:ext uri="{FF2B5EF4-FFF2-40B4-BE49-F238E27FC236}">
                <a16:creationId xmlns:a16="http://schemas.microsoft.com/office/drawing/2014/main" id="{1999C8F0-23CF-43DE-A39C-94B126C6EF63}"/>
              </a:ext>
              <a:ext uri="{C183D7F6-B498-43B3-948B-1728B52AA6E4}">
                <adec:decorative xmlns:adec="http://schemas.microsoft.com/office/drawing/2017/decorative" val="1"/>
              </a:ext>
            </a:extLst>
          </p:cNvPr>
          <p:cNvGrpSpPr/>
          <p:nvPr userDrawn="1"/>
        </p:nvGrpSpPr>
        <p:grpSpPr>
          <a:xfrm>
            <a:off x="0" y="431836"/>
            <a:ext cx="1861854" cy="717514"/>
            <a:chOff x="0" y="1580033"/>
            <a:chExt cx="1861854" cy="717514"/>
          </a:xfrm>
        </p:grpSpPr>
        <p:sp>
          <p:nvSpPr>
            <p:cNvPr id="30" name="Forma Livre: Forma 29">
              <a:extLst>
                <a:ext uri="{FF2B5EF4-FFF2-40B4-BE49-F238E27FC236}">
                  <a16:creationId xmlns:a16="http://schemas.microsoft.com/office/drawing/2014/main" id="{1F9B7492-8A54-4020-83A1-E2AEE5724245}"/>
                </a:ext>
                <a:ext uri="{C183D7F6-B498-43B3-948B-1728B52AA6E4}">
                  <adec:decorative xmlns:adec="http://schemas.microsoft.com/office/drawing/2017/decorative" val="1"/>
                </a:ext>
              </a:extLst>
            </p:cNvPr>
            <p:cNvSpPr/>
            <p:nvPr userDrawn="1"/>
          </p:nvSpPr>
          <p:spPr>
            <a:xfrm>
              <a:off x="0" y="158003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 name="Forma livre: Forma 30">
              <a:extLst>
                <a:ext uri="{FF2B5EF4-FFF2-40B4-BE49-F238E27FC236}">
                  <a16:creationId xmlns:a16="http://schemas.microsoft.com/office/drawing/2014/main" id="{39DA5407-EA48-4921-BA3C-71E94101C72C}"/>
                </a:ext>
                <a:ext uri="{C183D7F6-B498-43B3-948B-1728B52AA6E4}">
                  <adec:decorative xmlns:adec="http://schemas.microsoft.com/office/drawing/2017/decorative" val="1"/>
                </a:ext>
              </a:extLst>
            </p:cNvPr>
            <p:cNvSpPr/>
            <p:nvPr userDrawn="1"/>
          </p:nvSpPr>
          <p:spPr>
            <a:xfrm>
              <a:off x="0" y="201976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ource Sans Pro"/>
                <a:ea typeface="+mn-ea"/>
                <a:cs typeface="+mn-cs"/>
              </a:endParaRPr>
            </a:p>
          </p:txBody>
        </p:sp>
      </p:grpSp>
      <p:grpSp>
        <p:nvGrpSpPr>
          <p:cNvPr id="35" name="Grupo 34">
            <a:extLst>
              <a:ext uri="{FF2B5EF4-FFF2-40B4-BE49-F238E27FC236}">
                <a16:creationId xmlns:a16="http://schemas.microsoft.com/office/drawing/2014/main" id="{0AC95BD4-4EFC-45C6-B985-229FD300B1ED}"/>
              </a:ext>
              <a:ext uri="{C183D7F6-B498-43B3-948B-1728B52AA6E4}">
                <adec:decorative xmlns:adec="http://schemas.microsoft.com/office/drawing/2017/decorative" val="1"/>
              </a:ext>
            </a:extLst>
          </p:cNvPr>
          <p:cNvGrpSpPr/>
          <p:nvPr userDrawn="1"/>
        </p:nvGrpSpPr>
        <p:grpSpPr>
          <a:xfrm>
            <a:off x="6519255" y="3650586"/>
            <a:ext cx="319941" cy="319941"/>
            <a:chOff x="1126512" y="4357092"/>
            <a:chExt cx="319941" cy="319941"/>
          </a:xfrm>
        </p:grpSpPr>
        <p:sp>
          <p:nvSpPr>
            <p:cNvPr id="36" name="Oval 35">
              <a:extLst>
                <a:ext uri="{FF2B5EF4-FFF2-40B4-BE49-F238E27FC236}">
                  <a16:creationId xmlns:a16="http://schemas.microsoft.com/office/drawing/2014/main" id="{A4784AD1-E3D1-4566-9041-95AAA1DA8101}"/>
                </a:ext>
                <a:ext uri="{C183D7F6-B498-43B3-948B-1728B52AA6E4}">
                  <adec:decorative xmlns:adec="http://schemas.microsoft.com/office/drawing/2017/decorative" val="1"/>
                </a:ext>
              </a:extLst>
            </p:cNvPr>
            <p:cNvSpPr/>
            <p:nvPr userDrawn="1"/>
          </p:nvSpPr>
          <p:spPr>
            <a:xfrm>
              <a:off x="1126512" y="4357092"/>
              <a:ext cx="319941" cy="31994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37" name="Oval 36">
              <a:extLst>
                <a:ext uri="{FF2B5EF4-FFF2-40B4-BE49-F238E27FC236}">
                  <a16:creationId xmlns:a16="http://schemas.microsoft.com/office/drawing/2014/main" id="{0147C571-802C-479F-B289-5F5D178E92EA}"/>
                </a:ext>
                <a:ext uri="{C183D7F6-B498-43B3-948B-1728B52AA6E4}">
                  <adec:decorative xmlns:adec="http://schemas.microsoft.com/office/drawing/2017/decorative" val="1"/>
                </a:ext>
              </a:extLst>
            </p:cNvPr>
            <p:cNvSpPr/>
            <p:nvPr userDrawn="1"/>
          </p:nvSpPr>
          <p:spPr>
            <a:xfrm>
              <a:off x="1126512" y="4357092"/>
              <a:ext cx="319941" cy="319941"/>
            </a:xfrm>
            <a:prstGeom prst="ellipse">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Tree>
    <p:extLst>
      <p:ext uri="{BB962C8B-B14F-4D97-AF65-F5344CB8AC3E}">
        <p14:creationId xmlns:p14="http://schemas.microsoft.com/office/powerpoint/2010/main" val="2480015253"/>
      </p:ext>
    </p:extLst>
  </p:cSld>
  <p:clrMapOvr>
    <a:masterClrMapping/>
  </p:clrMapOvr>
  <p:hf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1633F5C3-CD4B-4472-B59A-49D460CB1C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pt-br"/>
              <a:t>Clique para editar o estilo de título Mestre</a:t>
            </a:r>
            <a:endParaRPr lang="en-US" dirty="0"/>
          </a:p>
        </p:txBody>
      </p:sp>
      <p:sp>
        <p:nvSpPr>
          <p:cNvPr id="3" name="Espaço Reservado para Texto 2">
            <a:extLst>
              <a:ext uri="{FF2B5EF4-FFF2-40B4-BE49-F238E27FC236}">
                <a16:creationId xmlns:a16="http://schemas.microsoft.com/office/drawing/2014/main" id="{7772236B-AB2C-4D6F-AE15-700992DA91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4" name="Espaço Reservado para Data 3">
            <a:extLst>
              <a:ext uri="{FF2B5EF4-FFF2-40B4-BE49-F238E27FC236}">
                <a16:creationId xmlns:a16="http://schemas.microsoft.com/office/drawing/2014/main" id="{8090F509-07BE-4446-8772-F44E09936B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cap="all" spc="100" baseline="0">
                <a:solidFill>
                  <a:schemeClr val="tx1">
                    <a:tint val="75000"/>
                  </a:schemeClr>
                </a:solidFill>
                <a:latin typeface="+mn-lt"/>
                <a:ea typeface="Source Sans Pro SemiBold" panose="020B0603030403020204" pitchFamily="34" charset="0"/>
              </a:defRPr>
            </a:lvl1pPr>
          </a:lstStyle>
          <a:p>
            <a:pPr rtl="0"/>
            <a:fld id="{884E0F3D-4529-453A-AD51-82F68FA8ECED}" type="datetimeFigureOut">
              <a:rPr lang="en-US" smtClean="0"/>
              <a:t>3/14/2026</a:t>
            </a:fld>
            <a:endParaRPr lang="en-US"/>
          </a:p>
        </p:txBody>
      </p:sp>
      <p:sp>
        <p:nvSpPr>
          <p:cNvPr id="5" name="Espaço Reservado para Rodapé 4">
            <a:extLst>
              <a:ext uri="{FF2B5EF4-FFF2-40B4-BE49-F238E27FC236}">
                <a16:creationId xmlns:a16="http://schemas.microsoft.com/office/drawing/2014/main" id="{501B927E-3833-4F85-99B5-56B5F1E540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cap="all" spc="100" baseline="0">
                <a:solidFill>
                  <a:schemeClr val="tx1">
                    <a:tint val="75000"/>
                  </a:schemeClr>
                </a:solidFill>
                <a:latin typeface="+mn-lt"/>
                <a:ea typeface="Source Sans Pro SemiBold" panose="020B0603030403020204" pitchFamily="34" charset="0"/>
              </a:defRPr>
            </a:lvl1pPr>
          </a:lstStyle>
          <a:p>
            <a:pPr rtl="0"/>
            <a:endParaRPr lang="en-US"/>
          </a:p>
        </p:txBody>
      </p:sp>
      <p:sp>
        <p:nvSpPr>
          <p:cNvPr id="6" name="Espaço Reservado para o Número do Slide 5">
            <a:extLst>
              <a:ext uri="{FF2B5EF4-FFF2-40B4-BE49-F238E27FC236}">
                <a16:creationId xmlns:a16="http://schemas.microsoft.com/office/drawing/2014/main" id="{E628CB64-4E98-43DE-B543-7BE5B329DB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cap="all" spc="100" baseline="0">
                <a:solidFill>
                  <a:schemeClr val="tx1">
                    <a:tint val="75000"/>
                  </a:schemeClr>
                </a:solidFill>
                <a:latin typeface="+mn-lt"/>
                <a:ea typeface="Source Sans Pro SemiBold" panose="020B0603030403020204" pitchFamily="34" charset="0"/>
              </a:defRPr>
            </a:lvl1pPr>
          </a:lstStyle>
          <a:p>
            <a:pPr rtl="0"/>
            <a:fld id="{5EA792F7-1D9E-4C7E-A103-E8EDFDC2691E}" type="slidenum">
              <a:rPr lang="en-US" smtClean="0"/>
              <a:t>‹nº›</a:t>
            </a:fld>
            <a:endParaRPr lang="en-US"/>
          </a:p>
        </p:txBody>
      </p:sp>
    </p:spTree>
    <p:extLst>
      <p:ext uri="{BB962C8B-B14F-4D97-AF65-F5344CB8AC3E}">
        <p14:creationId xmlns:p14="http://schemas.microsoft.com/office/powerpoint/2010/main" val="405275744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75" r:id="rId8"/>
    <p:sldLayoutId id="2147483670" r:id="rId9"/>
    <p:sldLayoutId id="2147483671" r:id="rId10"/>
    <p:sldLayoutId id="2147483672" r:id="rId11"/>
    <p:sldLayoutId id="2147483673" r:id="rId12"/>
    <p:sldLayoutId id="2147483674"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Título 79">
            <a:extLst>
              <a:ext uri="{FF2B5EF4-FFF2-40B4-BE49-F238E27FC236}">
                <a16:creationId xmlns:a16="http://schemas.microsoft.com/office/drawing/2014/main" id="{02394CBA-755F-42B7-BF28-BDBB599FAAFF}"/>
              </a:ext>
            </a:extLst>
          </p:cNvPr>
          <p:cNvSpPr>
            <a:spLocks noGrp="1"/>
          </p:cNvSpPr>
          <p:nvPr>
            <p:ph type="ctrTitle"/>
          </p:nvPr>
        </p:nvSpPr>
        <p:spPr>
          <a:xfrm>
            <a:off x="1521269" y="799275"/>
            <a:ext cx="4579668" cy="3028072"/>
          </a:xfrm>
        </p:spPr>
        <p:txBody>
          <a:bodyPr rtlCol="0"/>
          <a:lstStyle/>
          <a:p>
            <a:pPr rtl="0"/>
            <a:endParaRPr lang="pt-br" dirty="0"/>
          </a:p>
        </p:txBody>
      </p:sp>
      <p:sp>
        <p:nvSpPr>
          <p:cNvPr id="81" name="Subtítulo 80">
            <a:extLst>
              <a:ext uri="{FF2B5EF4-FFF2-40B4-BE49-F238E27FC236}">
                <a16:creationId xmlns:a16="http://schemas.microsoft.com/office/drawing/2014/main" id="{3F9E8A38-46A0-49FF-8F72-481E44F49E38}"/>
              </a:ext>
            </a:extLst>
          </p:cNvPr>
          <p:cNvSpPr>
            <a:spLocks noGrp="1"/>
          </p:cNvSpPr>
          <p:nvPr>
            <p:ph type="subTitle" idx="1"/>
          </p:nvPr>
        </p:nvSpPr>
        <p:spPr>
          <a:xfrm>
            <a:off x="1521269" y="3919422"/>
            <a:ext cx="4579668" cy="1166797"/>
          </a:xfrm>
        </p:spPr>
        <p:txBody>
          <a:bodyPr rtlCol="0"/>
          <a:lstStyle/>
          <a:p>
            <a:pPr rtl="0"/>
            <a:endParaRPr lang="en-US" dirty="0"/>
          </a:p>
        </p:txBody>
      </p:sp>
      <p:sp>
        <p:nvSpPr>
          <p:cNvPr id="3" name="Espaço Reservado para Imagem 2">
            <a:extLst>
              <a:ext uri="{FF2B5EF4-FFF2-40B4-BE49-F238E27FC236}">
                <a16:creationId xmlns:a16="http://schemas.microsoft.com/office/drawing/2014/main" id="{C6B1455A-1968-596C-4D62-BBB5801415EE}"/>
              </a:ext>
            </a:extLst>
          </p:cNvPr>
          <p:cNvSpPr>
            <a:spLocks noGrp="1"/>
          </p:cNvSpPr>
          <p:nvPr>
            <p:ph type="pic" sz="quarter" idx="13"/>
          </p:nvPr>
        </p:nvSpPr>
        <p:spPr/>
        <p:txBody>
          <a:bodyPr/>
          <a:lstStyle/>
          <a:p>
            <a:endParaRPr lang="pt-BR"/>
          </a:p>
        </p:txBody>
      </p:sp>
    </p:spTree>
    <p:extLst>
      <p:ext uri="{BB962C8B-B14F-4D97-AF65-F5344CB8AC3E}">
        <p14:creationId xmlns:p14="http://schemas.microsoft.com/office/powerpoint/2010/main" val="8881313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C17443-10BC-4078-8CF2-23E75B0CC2D2}"/>
              </a:ext>
            </a:extLst>
          </p:cNvPr>
          <p:cNvSpPr>
            <a:spLocks noGrp="1"/>
          </p:cNvSpPr>
          <p:nvPr>
            <p:ph type="title"/>
          </p:nvPr>
        </p:nvSpPr>
        <p:spPr>
          <a:xfrm>
            <a:off x="5956784" y="396117"/>
            <a:ext cx="5217172" cy="1158857"/>
          </a:xfrm>
        </p:spPr>
        <p:txBody>
          <a:bodyPr rtlCol="0"/>
          <a:lstStyle/>
          <a:p>
            <a:pPr rtl="0"/>
            <a:endParaRPr lang="en-US" dirty="0"/>
          </a:p>
        </p:txBody>
      </p:sp>
      <p:sp>
        <p:nvSpPr>
          <p:cNvPr id="3" name="Espaço Reservado para Conteúdo 2">
            <a:extLst>
              <a:ext uri="{FF2B5EF4-FFF2-40B4-BE49-F238E27FC236}">
                <a16:creationId xmlns:a16="http://schemas.microsoft.com/office/drawing/2014/main" id="{8CDA3474-C14B-42A3-AF12-888807AB7218}"/>
              </a:ext>
            </a:extLst>
          </p:cNvPr>
          <p:cNvSpPr>
            <a:spLocks noGrp="1"/>
          </p:cNvSpPr>
          <p:nvPr>
            <p:ph idx="1"/>
          </p:nvPr>
        </p:nvSpPr>
        <p:spPr>
          <a:xfrm>
            <a:off x="5956783" y="1747592"/>
            <a:ext cx="5217173" cy="4351338"/>
          </a:xfrm>
        </p:spPr>
        <p:txBody>
          <a:bodyPr rtlCol="0">
            <a:normAutofit/>
          </a:bodyPr>
          <a:lstStyle/>
          <a:p>
            <a:pPr rtl="0"/>
            <a:endParaRPr lang="en-US" dirty="0"/>
          </a:p>
        </p:txBody>
      </p:sp>
      <p:sp>
        <p:nvSpPr>
          <p:cNvPr id="5" name="Espaço Reservado para Rodapé 4">
            <a:extLst>
              <a:ext uri="{FF2B5EF4-FFF2-40B4-BE49-F238E27FC236}">
                <a16:creationId xmlns:a16="http://schemas.microsoft.com/office/drawing/2014/main" id="{7F8C585A-B5B9-40F2-A604-181F9326DE6D}"/>
              </a:ext>
            </a:extLst>
          </p:cNvPr>
          <p:cNvSpPr>
            <a:spLocks noGrp="1"/>
          </p:cNvSpPr>
          <p:nvPr>
            <p:ph type="ftr" sz="quarter" idx="11"/>
          </p:nvPr>
        </p:nvSpPr>
        <p:spPr>
          <a:xfrm>
            <a:off x="4038600" y="6356350"/>
            <a:ext cx="4114800" cy="365125"/>
          </a:xfrm>
        </p:spPr>
        <p:txBody>
          <a:bodyPr rtlCol="0"/>
          <a:lstStyle/>
          <a:p>
            <a:pPr rtl="0"/>
            <a:r>
              <a:rPr lang="pt-br"/>
              <a:t>TÍTULO DA APRESENTAÇÃO</a:t>
            </a:r>
          </a:p>
        </p:txBody>
      </p:sp>
      <p:sp>
        <p:nvSpPr>
          <p:cNvPr id="6" name="Espaço Reservado para o Número do Slide 5">
            <a:extLst>
              <a:ext uri="{FF2B5EF4-FFF2-40B4-BE49-F238E27FC236}">
                <a16:creationId xmlns:a16="http://schemas.microsoft.com/office/drawing/2014/main" id="{C0CE773B-8D36-4868-AA55-1A3267727F5C}"/>
              </a:ext>
            </a:extLst>
          </p:cNvPr>
          <p:cNvSpPr>
            <a:spLocks noGrp="1"/>
          </p:cNvSpPr>
          <p:nvPr>
            <p:ph type="sldNum" sz="quarter" idx="12"/>
          </p:nvPr>
        </p:nvSpPr>
        <p:spPr>
          <a:xfrm>
            <a:off x="8610600" y="6356350"/>
            <a:ext cx="2743200" cy="365125"/>
          </a:xfrm>
        </p:spPr>
        <p:txBody>
          <a:bodyPr rtlCol="0"/>
          <a:lstStyle/>
          <a:p>
            <a:pPr rtl="0"/>
            <a:fld id="{5EA792F7-1D9E-4C7E-A103-E8EDFDC2691E}" type="slidenum">
              <a:rPr lang="en-US" smtClean="0"/>
              <a:pPr/>
              <a:t>2</a:t>
            </a:fld>
            <a:endParaRPr lang="en-US"/>
          </a:p>
        </p:txBody>
      </p:sp>
      <p:grpSp>
        <p:nvGrpSpPr>
          <p:cNvPr id="10" name="Elemento gráfico 4" hidden="1">
            <a:extLst>
              <a:ext uri="{FF2B5EF4-FFF2-40B4-BE49-F238E27FC236}">
                <a16:creationId xmlns:a16="http://schemas.microsoft.com/office/drawing/2014/main" id="{B3F06BA9-200A-4546-8C17-44B9F05FF8EF}"/>
              </a:ext>
              <a:ext uri="{C183D7F6-B498-43B3-948B-1728B52AA6E4}">
                <adec:decorative xmlns:adec="http://schemas.microsoft.com/office/drawing/2017/decorative" val="1"/>
              </a:ext>
            </a:extLst>
          </p:cNvPr>
          <p:cNvGrpSpPr/>
          <p:nvPr/>
        </p:nvGrpSpPr>
        <p:grpSpPr>
          <a:xfrm>
            <a:off x="3905471" y="4389402"/>
            <a:ext cx="975170" cy="975170"/>
            <a:chOff x="5829300" y="3162300"/>
            <a:chExt cx="532257" cy="532257"/>
          </a:xfrm>
          <a:solidFill>
            <a:schemeClr val="tx1"/>
          </a:solidFill>
        </p:grpSpPr>
        <p:sp>
          <p:nvSpPr>
            <p:cNvPr id="11" name="Freeform: Shape 10">
              <a:extLst>
                <a:ext uri="{FF2B5EF4-FFF2-40B4-BE49-F238E27FC236}">
                  <a16:creationId xmlns:a16="http://schemas.microsoft.com/office/drawing/2014/main" id="{C400A030-8E40-42C9-BA7A-C57F560E28BD}"/>
                </a:ext>
              </a:extLst>
            </p:cNvPr>
            <p:cNvSpPr/>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pPr rtl="0"/>
              <a:endParaRPr lang="en-US"/>
            </a:p>
          </p:txBody>
        </p:sp>
        <p:sp>
          <p:nvSpPr>
            <p:cNvPr id="12" name="Freeform: Shape 11">
              <a:extLst>
                <a:ext uri="{FF2B5EF4-FFF2-40B4-BE49-F238E27FC236}">
                  <a16:creationId xmlns:a16="http://schemas.microsoft.com/office/drawing/2014/main" id="{CA1CB66D-59CC-42E6-9F71-86AA8F1A83E5}"/>
                </a:ext>
              </a:extLst>
            </p:cNvPr>
            <p:cNvSpPr/>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pPr rtl="0"/>
              <a:endParaRPr lang="en-US"/>
            </a:p>
          </p:txBody>
        </p:sp>
        <p:sp>
          <p:nvSpPr>
            <p:cNvPr id="13" name="Freeform: Shape 12">
              <a:extLst>
                <a:ext uri="{FF2B5EF4-FFF2-40B4-BE49-F238E27FC236}">
                  <a16:creationId xmlns:a16="http://schemas.microsoft.com/office/drawing/2014/main" id="{952CF368-1DA1-4155-A52E-1D7117691AE2}"/>
                </a:ext>
              </a:extLst>
            </p:cNvPr>
            <p:cNvSpPr/>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pPr rtl="0"/>
              <a:endParaRPr lang="en-US"/>
            </a:p>
          </p:txBody>
        </p:sp>
        <p:sp>
          <p:nvSpPr>
            <p:cNvPr id="14" name="Freeform: Shape 13">
              <a:extLst>
                <a:ext uri="{FF2B5EF4-FFF2-40B4-BE49-F238E27FC236}">
                  <a16:creationId xmlns:a16="http://schemas.microsoft.com/office/drawing/2014/main" id="{BCCA8E35-7EDC-4B54-84C6-7439052862AD}"/>
                </a:ext>
              </a:extLst>
            </p:cNvPr>
            <p:cNvSpPr/>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pPr rtl="0"/>
              <a:endParaRPr lang="en-US"/>
            </a:p>
          </p:txBody>
        </p:sp>
        <p:sp>
          <p:nvSpPr>
            <p:cNvPr id="15" name="Freeform: Shape 14">
              <a:extLst>
                <a:ext uri="{FF2B5EF4-FFF2-40B4-BE49-F238E27FC236}">
                  <a16:creationId xmlns:a16="http://schemas.microsoft.com/office/drawing/2014/main" id="{DA6E2D90-3377-475B-908D-8DEFA47683EF}"/>
                </a:ext>
              </a:extLst>
            </p:cNvPr>
            <p:cNvSpPr/>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pPr rtl="0"/>
              <a:endParaRPr lang="en-US"/>
            </a:p>
          </p:txBody>
        </p:sp>
        <p:sp>
          <p:nvSpPr>
            <p:cNvPr id="16" name="Freeform: Shape 15">
              <a:extLst>
                <a:ext uri="{FF2B5EF4-FFF2-40B4-BE49-F238E27FC236}">
                  <a16:creationId xmlns:a16="http://schemas.microsoft.com/office/drawing/2014/main" id="{976911BE-DDD3-49C2-8777-60297A15722D}"/>
                </a:ext>
              </a:extLst>
            </p:cNvPr>
            <p:cNvSpPr/>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pPr rtl="0"/>
              <a:endParaRPr lang="en-US"/>
            </a:p>
          </p:txBody>
        </p:sp>
        <p:sp>
          <p:nvSpPr>
            <p:cNvPr id="17" name="Freeform: Shape 16">
              <a:extLst>
                <a:ext uri="{FF2B5EF4-FFF2-40B4-BE49-F238E27FC236}">
                  <a16:creationId xmlns:a16="http://schemas.microsoft.com/office/drawing/2014/main" id="{45515E5A-13FF-4F37-9082-C1584EE41A65}"/>
                </a:ext>
              </a:extLst>
            </p:cNvPr>
            <p:cNvSpPr/>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pPr rtl="0"/>
              <a:endParaRPr lang="en-US"/>
            </a:p>
          </p:txBody>
        </p:sp>
        <p:sp>
          <p:nvSpPr>
            <p:cNvPr id="18" name="Freeform: Shape 17">
              <a:extLst>
                <a:ext uri="{FF2B5EF4-FFF2-40B4-BE49-F238E27FC236}">
                  <a16:creationId xmlns:a16="http://schemas.microsoft.com/office/drawing/2014/main" id="{A9C90979-3DFC-45AC-8666-5039DC14B0B5}"/>
                </a:ext>
              </a:extLst>
            </p:cNvPr>
            <p:cNvSpPr/>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pPr rtl="0"/>
              <a:endParaRPr lang="en-US"/>
            </a:p>
          </p:txBody>
        </p:sp>
        <p:sp>
          <p:nvSpPr>
            <p:cNvPr id="19" name="Freeform: Shape 18">
              <a:extLst>
                <a:ext uri="{FF2B5EF4-FFF2-40B4-BE49-F238E27FC236}">
                  <a16:creationId xmlns:a16="http://schemas.microsoft.com/office/drawing/2014/main" id="{7569B7C0-8434-4008-B429-35208DBDC7CB}"/>
                </a:ext>
              </a:extLst>
            </p:cNvPr>
            <p:cNvSpPr/>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pPr rtl="0"/>
              <a:endParaRPr lang="en-US"/>
            </a:p>
          </p:txBody>
        </p:sp>
        <p:sp>
          <p:nvSpPr>
            <p:cNvPr id="20" name="Freeform: Shape 19">
              <a:extLst>
                <a:ext uri="{FF2B5EF4-FFF2-40B4-BE49-F238E27FC236}">
                  <a16:creationId xmlns:a16="http://schemas.microsoft.com/office/drawing/2014/main" id="{00C7D2AA-D66F-4FD5-BB00-10B56396B8A1}"/>
                </a:ext>
              </a:extLst>
            </p:cNvPr>
            <p:cNvSpPr/>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pPr rtl="0"/>
              <a:endParaRPr lang="en-US"/>
            </a:p>
          </p:txBody>
        </p:sp>
        <p:sp>
          <p:nvSpPr>
            <p:cNvPr id="21" name="Freeform: Shape 20">
              <a:extLst>
                <a:ext uri="{FF2B5EF4-FFF2-40B4-BE49-F238E27FC236}">
                  <a16:creationId xmlns:a16="http://schemas.microsoft.com/office/drawing/2014/main" id="{29431D87-07CF-4EBC-97C6-C6BB01161057}"/>
                </a:ext>
              </a:extLst>
            </p:cNvPr>
            <p:cNvSpPr/>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pPr rtl="0"/>
              <a:endParaRPr lang="en-US"/>
            </a:p>
          </p:txBody>
        </p:sp>
        <p:sp>
          <p:nvSpPr>
            <p:cNvPr id="22" name="Freeform: Shape 21">
              <a:extLst>
                <a:ext uri="{FF2B5EF4-FFF2-40B4-BE49-F238E27FC236}">
                  <a16:creationId xmlns:a16="http://schemas.microsoft.com/office/drawing/2014/main" id="{A9DF15BC-97AC-4CEB-A3B4-6F400C38A32F}"/>
                </a:ext>
              </a:extLst>
            </p:cNvPr>
            <p:cNvSpPr/>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pPr rtl="0"/>
              <a:endParaRPr lang="en-US"/>
            </a:p>
          </p:txBody>
        </p:sp>
        <p:sp>
          <p:nvSpPr>
            <p:cNvPr id="23" name="Freeform: Shape 22">
              <a:extLst>
                <a:ext uri="{FF2B5EF4-FFF2-40B4-BE49-F238E27FC236}">
                  <a16:creationId xmlns:a16="http://schemas.microsoft.com/office/drawing/2014/main" id="{9DA02847-240E-4210-ABB0-6789739465D3}"/>
                </a:ext>
              </a:extLst>
            </p:cNvPr>
            <p:cNvSpPr/>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pPr rtl="0"/>
              <a:endParaRPr lang="en-US"/>
            </a:p>
          </p:txBody>
        </p:sp>
      </p:grpSp>
      <p:sp>
        <p:nvSpPr>
          <p:cNvPr id="7" name="Espaço Reservado para Imagem 6">
            <a:extLst>
              <a:ext uri="{FF2B5EF4-FFF2-40B4-BE49-F238E27FC236}">
                <a16:creationId xmlns:a16="http://schemas.microsoft.com/office/drawing/2014/main" id="{2DF631D5-865F-9599-97B7-780869B81179}"/>
              </a:ext>
            </a:extLst>
          </p:cNvPr>
          <p:cNvSpPr>
            <a:spLocks noGrp="1"/>
          </p:cNvSpPr>
          <p:nvPr>
            <p:ph type="pic" sz="quarter" idx="13"/>
          </p:nvPr>
        </p:nvSpPr>
        <p:spPr/>
        <p:txBody>
          <a:bodyPr/>
          <a:lstStyle/>
          <a:p>
            <a:endParaRPr lang="pt-BR"/>
          </a:p>
        </p:txBody>
      </p:sp>
    </p:spTree>
    <p:extLst>
      <p:ext uri="{BB962C8B-B14F-4D97-AF65-F5344CB8AC3E}">
        <p14:creationId xmlns:p14="http://schemas.microsoft.com/office/powerpoint/2010/main" val="233941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ítulo 8">
            <a:extLst>
              <a:ext uri="{FF2B5EF4-FFF2-40B4-BE49-F238E27FC236}">
                <a16:creationId xmlns:a16="http://schemas.microsoft.com/office/drawing/2014/main" id="{8B17EDBE-4FB7-472F-B26B-EB9ECD77B7A8}"/>
              </a:ext>
            </a:extLst>
          </p:cNvPr>
          <p:cNvSpPr>
            <a:spLocks noGrp="1"/>
          </p:cNvSpPr>
          <p:nvPr>
            <p:ph type="title"/>
          </p:nvPr>
        </p:nvSpPr>
        <p:spPr>
          <a:xfrm>
            <a:off x="938907" y="282800"/>
            <a:ext cx="5217172" cy="1288673"/>
          </a:xfrm>
        </p:spPr>
        <p:txBody>
          <a:bodyPr rtlCol="0"/>
          <a:lstStyle/>
          <a:p>
            <a:pPr rtl="0"/>
            <a:endParaRPr lang="en-US" dirty="0"/>
          </a:p>
        </p:txBody>
      </p:sp>
      <p:sp>
        <p:nvSpPr>
          <p:cNvPr id="10" name="Espaço Reservado para Conteúdo 9">
            <a:extLst>
              <a:ext uri="{FF2B5EF4-FFF2-40B4-BE49-F238E27FC236}">
                <a16:creationId xmlns:a16="http://schemas.microsoft.com/office/drawing/2014/main" id="{BE75E95A-A6B3-43C7-A552-1EAFCCA0A1EA}"/>
              </a:ext>
            </a:extLst>
          </p:cNvPr>
          <p:cNvSpPr>
            <a:spLocks noGrp="1"/>
          </p:cNvSpPr>
          <p:nvPr>
            <p:ph idx="1"/>
          </p:nvPr>
        </p:nvSpPr>
        <p:spPr>
          <a:xfrm>
            <a:off x="938906" y="1715151"/>
            <a:ext cx="5217173" cy="4351338"/>
          </a:xfrm>
        </p:spPr>
        <p:txBody>
          <a:bodyPr rtlCol="0">
            <a:normAutofit/>
          </a:bodyPr>
          <a:lstStyle/>
          <a:p>
            <a:pPr rtl="0"/>
            <a:endParaRPr lang="pt-br" dirty="0"/>
          </a:p>
        </p:txBody>
      </p:sp>
      <p:sp>
        <p:nvSpPr>
          <p:cNvPr id="19" name="Espaço Reservado para Rodapé 18">
            <a:extLst>
              <a:ext uri="{FF2B5EF4-FFF2-40B4-BE49-F238E27FC236}">
                <a16:creationId xmlns:a16="http://schemas.microsoft.com/office/drawing/2014/main" id="{A5CEF4C1-04B1-4BCC-8146-CC9871388878}"/>
              </a:ext>
            </a:extLst>
          </p:cNvPr>
          <p:cNvSpPr>
            <a:spLocks noGrp="1"/>
          </p:cNvSpPr>
          <p:nvPr>
            <p:ph type="ftr" sz="quarter" idx="16"/>
          </p:nvPr>
        </p:nvSpPr>
        <p:spPr>
          <a:xfrm>
            <a:off x="4038600" y="6356350"/>
            <a:ext cx="4114800" cy="365125"/>
          </a:xfrm>
        </p:spPr>
        <p:txBody>
          <a:bodyPr rtlCol="0"/>
          <a:lstStyle/>
          <a:p>
            <a:pPr rtl="0"/>
            <a:r>
              <a:rPr lang="pt-br"/>
              <a:t>TÍTULO DA APRESENTAÇÃO</a:t>
            </a:r>
          </a:p>
        </p:txBody>
      </p:sp>
      <p:sp>
        <p:nvSpPr>
          <p:cNvPr id="20" name="Espaço Reservado para o Número do Slide 19">
            <a:extLst>
              <a:ext uri="{FF2B5EF4-FFF2-40B4-BE49-F238E27FC236}">
                <a16:creationId xmlns:a16="http://schemas.microsoft.com/office/drawing/2014/main" id="{C427CAEE-862D-4FE1-99F2-70274992024D}"/>
              </a:ext>
            </a:extLst>
          </p:cNvPr>
          <p:cNvSpPr>
            <a:spLocks noGrp="1"/>
          </p:cNvSpPr>
          <p:nvPr>
            <p:ph type="sldNum" sz="quarter" idx="17"/>
          </p:nvPr>
        </p:nvSpPr>
        <p:spPr>
          <a:xfrm>
            <a:off x="8610600" y="6356350"/>
            <a:ext cx="2743200" cy="365125"/>
          </a:xfrm>
        </p:spPr>
        <p:txBody>
          <a:bodyPr rtlCol="0"/>
          <a:lstStyle/>
          <a:p>
            <a:pPr rtl="0"/>
            <a:fld id="{5EA792F7-1D9E-4C7E-A103-E8EDFDC2691E}" type="slidenum">
              <a:rPr lang="en-US" smtClean="0"/>
              <a:pPr/>
              <a:t>3</a:t>
            </a:fld>
            <a:endParaRPr lang="en-US"/>
          </a:p>
        </p:txBody>
      </p:sp>
      <p:sp>
        <p:nvSpPr>
          <p:cNvPr id="3" name="Espaço Reservado para Imagem 2">
            <a:extLst>
              <a:ext uri="{FF2B5EF4-FFF2-40B4-BE49-F238E27FC236}">
                <a16:creationId xmlns:a16="http://schemas.microsoft.com/office/drawing/2014/main" id="{D90BC590-52E5-7BA3-EE0A-16509D4C288A}"/>
              </a:ext>
            </a:extLst>
          </p:cNvPr>
          <p:cNvSpPr>
            <a:spLocks noGrp="1"/>
          </p:cNvSpPr>
          <p:nvPr>
            <p:ph type="pic" sz="quarter" idx="13"/>
          </p:nvPr>
        </p:nvSpPr>
        <p:spPr/>
        <p:txBody>
          <a:bodyPr/>
          <a:lstStyle/>
          <a:p>
            <a:endParaRPr lang="pt-BR"/>
          </a:p>
        </p:txBody>
      </p:sp>
      <p:sp>
        <p:nvSpPr>
          <p:cNvPr id="5" name="Espaço Reservado para Imagem 4">
            <a:extLst>
              <a:ext uri="{FF2B5EF4-FFF2-40B4-BE49-F238E27FC236}">
                <a16:creationId xmlns:a16="http://schemas.microsoft.com/office/drawing/2014/main" id="{0AA799C8-0B42-2925-B700-742467F25CCE}"/>
              </a:ext>
            </a:extLst>
          </p:cNvPr>
          <p:cNvSpPr>
            <a:spLocks noGrp="1"/>
          </p:cNvSpPr>
          <p:nvPr>
            <p:ph type="pic" sz="quarter" idx="14"/>
          </p:nvPr>
        </p:nvSpPr>
        <p:spPr/>
        <p:txBody>
          <a:bodyPr/>
          <a:lstStyle/>
          <a:p>
            <a:endParaRPr lang="pt-BR"/>
          </a:p>
        </p:txBody>
      </p:sp>
    </p:spTree>
    <p:extLst>
      <p:ext uri="{BB962C8B-B14F-4D97-AF65-F5344CB8AC3E}">
        <p14:creationId xmlns:p14="http://schemas.microsoft.com/office/powerpoint/2010/main" val="270808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DC7AE00E-3BDF-4D30-9783-F4262EB668F3}"/>
              </a:ext>
            </a:extLst>
          </p:cNvPr>
          <p:cNvSpPr>
            <a:spLocks noGrp="1"/>
          </p:cNvSpPr>
          <p:nvPr>
            <p:ph type="ctrTitle"/>
          </p:nvPr>
        </p:nvSpPr>
        <p:spPr>
          <a:xfrm>
            <a:off x="1760765" y="324937"/>
            <a:ext cx="4024032" cy="2885715"/>
          </a:xfrm>
        </p:spPr>
        <p:txBody>
          <a:bodyPr rtlCol="0"/>
          <a:lstStyle/>
          <a:p>
            <a:pPr rtl="0"/>
            <a:endParaRPr lang="en-US" dirty="0"/>
          </a:p>
        </p:txBody>
      </p:sp>
      <p:sp>
        <p:nvSpPr>
          <p:cNvPr id="6" name="Subtítulo 5">
            <a:extLst>
              <a:ext uri="{FF2B5EF4-FFF2-40B4-BE49-F238E27FC236}">
                <a16:creationId xmlns:a16="http://schemas.microsoft.com/office/drawing/2014/main" id="{4840E350-A8AF-4AAF-93E3-4D6B5B4B1EBC}"/>
              </a:ext>
            </a:extLst>
          </p:cNvPr>
          <p:cNvSpPr>
            <a:spLocks noGrp="1"/>
          </p:cNvSpPr>
          <p:nvPr>
            <p:ph type="subTitle" idx="1"/>
          </p:nvPr>
        </p:nvSpPr>
        <p:spPr>
          <a:xfrm>
            <a:off x="1760765" y="3166312"/>
            <a:ext cx="4024032" cy="771802"/>
          </a:xfrm>
        </p:spPr>
        <p:txBody>
          <a:bodyPr rtlCol="0"/>
          <a:lstStyle/>
          <a:p>
            <a:pPr rtl="0"/>
            <a:endParaRPr lang="en-US" dirty="0"/>
          </a:p>
        </p:txBody>
      </p:sp>
      <p:sp>
        <p:nvSpPr>
          <p:cNvPr id="3" name="Espaço Reservado para Imagem 2">
            <a:extLst>
              <a:ext uri="{FF2B5EF4-FFF2-40B4-BE49-F238E27FC236}">
                <a16:creationId xmlns:a16="http://schemas.microsoft.com/office/drawing/2014/main" id="{EA4750B3-82DE-4E7C-6D4F-D8446B819AEC}"/>
              </a:ext>
            </a:extLst>
          </p:cNvPr>
          <p:cNvSpPr>
            <a:spLocks noGrp="1"/>
          </p:cNvSpPr>
          <p:nvPr>
            <p:ph type="pic" sz="quarter" idx="13"/>
          </p:nvPr>
        </p:nvSpPr>
        <p:spPr/>
        <p:txBody>
          <a:bodyPr/>
          <a:lstStyle/>
          <a:p>
            <a:endParaRPr lang="pt-BR"/>
          </a:p>
        </p:txBody>
      </p:sp>
    </p:spTree>
    <p:extLst>
      <p:ext uri="{BB962C8B-B14F-4D97-AF65-F5344CB8AC3E}">
        <p14:creationId xmlns:p14="http://schemas.microsoft.com/office/powerpoint/2010/main" val="539444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1006A401-CF07-4206-AE08-EF5FB03B05A7}"/>
              </a:ext>
            </a:extLst>
          </p:cNvPr>
          <p:cNvSpPr>
            <a:spLocks noGrp="1"/>
          </p:cNvSpPr>
          <p:nvPr>
            <p:ph type="title"/>
          </p:nvPr>
        </p:nvSpPr>
        <p:spPr>
          <a:xfrm>
            <a:off x="1292868" y="358614"/>
            <a:ext cx="4150804" cy="1431000"/>
          </a:xfrm>
        </p:spPr>
        <p:txBody>
          <a:bodyPr rtlCol="0"/>
          <a:lstStyle/>
          <a:p>
            <a:pPr rtl="0"/>
            <a:endParaRPr lang="pt-br" dirty="0"/>
          </a:p>
        </p:txBody>
      </p:sp>
      <p:sp>
        <p:nvSpPr>
          <p:cNvPr id="4" name="Espaço Reservado para Rodapé 3">
            <a:extLst>
              <a:ext uri="{FF2B5EF4-FFF2-40B4-BE49-F238E27FC236}">
                <a16:creationId xmlns:a16="http://schemas.microsoft.com/office/drawing/2014/main" id="{EB6313F3-D0F1-45DF-826B-A3FBF6C9C6C7}"/>
              </a:ext>
            </a:extLst>
          </p:cNvPr>
          <p:cNvSpPr>
            <a:spLocks noGrp="1"/>
          </p:cNvSpPr>
          <p:nvPr>
            <p:ph type="ftr" sz="quarter" idx="11"/>
          </p:nvPr>
        </p:nvSpPr>
        <p:spPr>
          <a:xfrm>
            <a:off x="4038600" y="6356350"/>
            <a:ext cx="4114800" cy="365125"/>
          </a:xfrm>
        </p:spPr>
        <p:txBody>
          <a:bodyPr rtlCol="0"/>
          <a:lstStyle/>
          <a:p>
            <a:pPr lvl="0" rtl="0"/>
            <a:endParaRPr lang="pt-br" noProof="0" dirty="0"/>
          </a:p>
        </p:txBody>
      </p:sp>
      <p:sp>
        <p:nvSpPr>
          <p:cNvPr id="5" name="Espaço Reservado para o Número do Slide 4">
            <a:extLst>
              <a:ext uri="{FF2B5EF4-FFF2-40B4-BE49-F238E27FC236}">
                <a16:creationId xmlns:a16="http://schemas.microsoft.com/office/drawing/2014/main" id="{AD5B8617-403E-4606-8472-FB51AEEF1218}"/>
              </a:ext>
            </a:extLst>
          </p:cNvPr>
          <p:cNvSpPr>
            <a:spLocks noGrp="1"/>
          </p:cNvSpPr>
          <p:nvPr>
            <p:ph type="sldNum" sz="quarter" idx="12"/>
          </p:nvPr>
        </p:nvSpPr>
        <p:spPr>
          <a:xfrm>
            <a:off x="8610600" y="6356350"/>
            <a:ext cx="2743200" cy="365125"/>
          </a:xfrm>
        </p:spPr>
        <p:txBody>
          <a:bodyPr rtlCol="0"/>
          <a:lstStyle/>
          <a:p>
            <a:pPr lvl="0" rtl="0"/>
            <a:fld id="{5EA792F7-1D9E-4C7E-A103-E8EDFDC2691E}" type="slidenum">
              <a:rPr lang="en-US" noProof="0" smtClean="0"/>
              <a:pPr lvl="0"/>
              <a:t>5</a:t>
            </a:fld>
            <a:endParaRPr lang="en-US" noProof="0"/>
          </a:p>
        </p:txBody>
      </p:sp>
      <p:graphicFrame>
        <p:nvGraphicFramePr>
          <p:cNvPr id="9" name="Tabela 9">
            <a:extLst>
              <a:ext uri="{FF2B5EF4-FFF2-40B4-BE49-F238E27FC236}">
                <a16:creationId xmlns:a16="http://schemas.microsoft.com/office/drawing/2014/main" id="{6F3D4372-63D7-4B2E-9D3B-10C6B3B32477}"/>
              </a:ext>
            </a:extLst>
          </p:cNvPr>
          <p:cNvGraphicFramePr>
            <a:graphicFrameLocks noGrp="1"/>
          </p:cNvGraphicFramePr>
          <p:nvPr>
            <p:extLst>
              <p:ext uri="{D42A27DB-BD31-4B8C-83A1-F6EECF244321}">
                <p14:modId xmlns:p14="http://schemas.microsoft.com/office/powerpoint/2010/main" val="3930217387"/>
              </p:ext>
            </p:extLst>
          </p:nvPr>
        </p:nvGraphicFramePr>
        <p:xfrm>
          <a:off x="1764462" y="1789614"/>
          <a:ext cx="8663075" cy="3310890"/>
        </p:xfrm>
        <a:graphic>
          <a:graphicData uri="http://schemas.openxmlformats.org/drawingml/2006/table">
            <a:tbl>
              <a:tblPr firstRow="1" bandRow="1">
                <a:tableStyleId>{5C22544A-7EE6-4342-B048-85BDC9FD1C3A}</a:tableStyleId>
              </a:tblPr>
              <a:tblGrid>
                <a:gridCol w="1732615">
                  <a:extLst>
                    <a:ext uri="{9D8B030D-6E8A-4147-A177-3AD203B41FA5}">
                      <a16:colId xmlns:a16="http://schemas.microsoft.com/office/drawing/2014/main" val="1517755082"/>
                    </a:ext>
                  </a:extLst>
                </a:gridCol>
                <a:gridCol w="1732615">
                  <a:extLst>
                    <a:ext uri="{9D8B030D-6E8A-4147-A177-3AD203B41FA5}">
                      <a16:colId xmlns:a16="http://schemas.microsoft.com/office/drawing/2014/main" val="2446386500"/>
                    </a:ext>
                  </a:extLst>
                </a:gridCol>
                <a:gridCol w="1732615">
                  <a:extLst>
                    <a:ext uri="{9D8B030D-6E8A-4147-A177-3AD203B41FA5}">
                      <a16:colId xmlns:a16="http://schemas.microsoft.com/office/drawing/2014/main" val="3308918160"/>
                    </a:ext>
                  </a:extLst>
                </a:gridCol>
                <a:gridCol w="1732615">
                  <a:extLst>
                    <a:ext uri="{9D8B030D-6E8A-4147-A177-3AD203B41FA5}">
                      <a16:colId xmlns:a16="http://schemas.microsoft.com/office/drawing/2014/main" val="1854486728"/>
                    </a:ext>
                  </a:extLst>
                </a:gridCol>
                <a:gridCol w="1732615">
                  <a:extLst>
                    <a:ext uri="{9D8B030D-6E8A-4147-A177-3AD203B41FA5}">
                      <a16:colId xmlns:a16="http://schemas.microsoft.com/office/drawing/2014/main" val="1808496511"/>
                    </a:ext>
                  </a:extLst>
                </a:gridCol>
              </a:tblGrid>
              <a:tr h="662178">
                <a:tc>
                  <a:txBody>
                    <a:bodyPr/>
                    <a:lstStyle/>
                    <a:p>
                      <a:pPr algn="ctr" rtl="0"/>
                      <a:endParaRPr lang="en-US" dirty="0"/>
                    </a:p>
                  </a:txBody>
                  <a:tcPr anchor="ctr">
                    <a:solidFill>
                      <a:schemeClr val="bg1">
                        <a:lumMod val="85000"/>
                      </a:schemeClr>
                    </a:solidFill>
                  </a:tcPr>
                </a:tc>
                <a:tc>
                  <a:txBody>
                    <a:bodyPr/>
                    <a:lstStyle/>
                    <a:p>
                      <a:pPr algn="l" rtl="0"/>
                      <a:endParaRPr lang="en-US" b="0" dirty="0">
                        <a:solidFill>
                          <a:schemeClr val="tx1"/>
                        </a:solidFill>
                      </a:endParaRPr>
                    </a:p>
                  </a:txBody>
                  <a:tcPr anchor="ctr">
                    <a:solidFill>
                      <a:schemeClr val="bg1">
                        <a:lumMod val="85000"/>
                      </a:schemeClr>
                    </a:solidFill>
                  </a:tcPr>
                </a:tc>
                <a:tc>
                  <a:txBody>
                    <a:bodyPr/>
                    <a:lstStyle/>
                    <a:p>
                      <a:pPr algn="l" rtl="0"/>
                      <a:endParaRPr lang="en-US" b="0" dirty="0">
                        <a:solidFill>
                          <a:schemeClr val="tx1"/>
                        </a:solidFill>
                      </a:endParaRPr>
                    </a:p>
                  </a:txBody>
                  <a:tcPr anchor="ctr">
                    <a:solidFill>
                      <a:schemeClr val="bg1">
                        <a:lumMod val="85000"/>
                      </a:schemeClr>
                    </a:solidFill>
                  </a:tcPr>
                </a:tc>
                <a:tc>
                  <a:txBody>
                    <a:bodyPr/>
                    <a:lstStyle/>
                    <a:p>
                      <a:pPr algn="l" rtl="0"/>
                      <a:endParaRPr lang="en-US" b="0" dirty="0">
                        <a:solidFill>
                          <a:schemeClr val="tx1"/>
                        </a:solidFill>
                      </a:endParaRPr>
                    </a:p>
                  </a:txBody>
                  <a:tcPr anchor="ctr">
                    <a:solidFill>
                      <a:schemeClr val="bg1">
                        <a:lumMod val="85000"/>
                      </a:schemeClr>
                    </a:solidFill>
                  </a:tcPr>
                </a:tc>
                <a:tc>
                  <a:txBody>
                    <a:bodyPr/>
                    <a:lstStyle/>
                    <a:p>
                      <a:pPr algn="l" rtl="0"/>
                      <a:endParaRPr lang="pt-br" b="0">
                        <a:solidFill>
                          <a:schemeClr val="tx1"/>
                        </a:solidFill>
                      </a:endParaRPr>
                    </a:p>
                  </a:txBody>
                  <a:tcPr anchor="ctr">
                    <a:solidFill>
                      <a:schemeClr val="bg1">
                        <a:lumMod val="85000"/>
                      </a:schemeClr>
                    </a:solidFill>
                  </a:tcPr>
                </a:tc>
                <a:extLst>
                  <a:ext uri="{0D108BD9-81ED-4DB2-BD59-A6C34878D82A}">
                    <a16:rowId xmlns:a16="http://schemas.microsoft.com/office/drawing/2014/main" val="3100351803"/>
                  </a:ext>
                </a:extLst>
              </a:tr>
              <a:tr h="662178">
                <a:tc>
                  <a:txBody>
                    <a:bodyPr/>
                    <a:lstStyle/>
                    <a:p>
                      <a:pPr rtl="0"/>
                      <a:endParaRPr lang="pt-br"/>
                    </a:p>
                  </a:txBody>
                  <a:tcPr anchor="ctr">
                    <a:solidFill>
                      <a:schemeClr val="accent3">
                        <a:lumMod val="20000"/>
                        <a:lumOff val="80000"/>
                      </a:schemeClr>
                    </a:solidFill>
                  </a:tcPr>
                </a:tc>
                <a:tc>
                  <a:txBody>
                    <a:bodyPr/>
                    <a:lstStyle/>
                    <a:p>
                      <a:pPr rtl="0"/>
                      <a:endParaRPr lang="pt-br"/>
                    </a:p>
                  </a:txBody>
                  <a:tcPr anchor="ctr">
                    <a:solidFill>
                      <a:schemeClr val="accent3">
                        <a:lumMod val="20000"/>
                        <a:lumOff val="80000"/>
                      </a:schemeClr>
                    </a:solidFill>
                  </a:tcPr>
                </a:tc>
                <a:tc>
                  <a:txBody>
                    <a:bodyPr/>
                    <a:lstStyle/>
                    <a:p>
                      <a:pPr rtl="0"/>
                      <a:endParaRPr lang="pt-br"/>
                    </a:p>
                  </a:txBody>
                  <a:tcPr anchor="ctr">
                    <a:solidFill>
                      <a:schemeClr val="accent3">
                        <a:lumMod val="20000"/>
                        <a:lumOff val="80000"/>
                      </a:schemeClr>
                    </a:solidFill>
                  </a:tcPr>
                </a:tc>
                <a:tc>
                  <a:txBody>
                    <a:bodyPr/>
                    <a:lstStyle/>
                    <a:p>
                      <a:pPr rtl="0"/>
                      <a:endParaRPr lang="pt-br"/>
                    </a:p>
                  </a:txBody>
                  <a:tcPr anchor="ctr">
                    <a:solidFill>
                      <a:schemeClr val="accent3">
                        <a:lumMod val="20000"/>
                        <a:lumOff val="80000"/>
                      </a:schemeClr>
                    </a:solidFill>
                  </a:tcPr>
                </a:tc>
                <a:tc>
                  <a:txBody>
                    <a:bodyPr/>
                    <a:lstStyle/>
                    <a:p>
                      <a:pPr rtl="0"/>
                      <a:endParaRPr lang="pt-br"/>
                    </a:p>
                  </a:txBody>
                  <a:tcPr anchor="ctr">
                    <a:solidFill>
                      <a:schemeClr val="accent3">
                        <a:lumMod val="20000"/>
                        <a:lumOff val="80000"/>
                      </a:schemeClr>
                    </a:solidFill>
                  </a:tcPr>
                </a:tc>
                <a:extLst>
                  <a:ext uri="{0D108BD9-81ED-4DB2-BD59-A6C34878D82A}">
                    <a16:rowId xmlns:a16="http://schemas.microsoft.com/office/drawing/2014/main" val="2801628125"/>
                  </a:ext>
                </a:extLst>
              </a:tr>
              <a:tr h="662178">
                <a:tc>
                  <a:txBody>
                    <a:bodyPr/>
                    <a:lstStyle/>
                    <a:p>
                      <a:pPr rtl="0"/>
                      <a:endParaRPr lang="pt-br"/>
                    </a:p>
                  </a:txBody>
                  <a:tcPr anchor="ctr">
                    <a:solidFill>
                      <a:schemeClr val="accent1">
                        <a:lumMod val="20000"/>
                        <a:lumOff val="80000"/>
                      </a:schemeClr>
                    </a:solidFill>
                  </a:tcPr>
                </a:tc>
                <a:tc>
                  <a:txBody>
                    <a:bodyPr/>
                    <a:lstStyle/>
                    <a:p>
                      <a:pPr rtl="0"/>
                      <a:endParaRPr lang="pt-br"/>
                    </a:p>
                  </a:txBody>
                  <a:tcPr anchor="ctr">
                    <a:solidFill>
                      <a:schemeClr val="accent1">
                        <a:lumMod val="20000"/>
                        <a:lumOff val="80000"/>
                      </a:schemeClr>
                    </a:solidFill>
                  </a:tcPr>
                </a:tc>
                <a:tc>
                  <a:txBody>
                    <a:bodyPr/>
                    <a:lstStyle/>
                    <a:p>
                      <a:pPr rtl="0"/>
                      <a:endParaRPr lang="pt-br"/>
                    </a:p>
                  </a:txBody>
                  <a:tcPr anchor="ctr">
                    <a:solidFill>
                      <a:schemeClr val="accent1">
                        <a:lumMod val="20000"/>
                        <a:lumOff val="80000"/>
                      </a:schemeClr>
                    </a:solidFill>
                  </a:tcPr>
                </a:tc>
                <a:tc>
                  <a:txBody>
                    <a:bodyPr/>
                    <a:lstStyle/>
                    <a:p>
                      <a:pPr rtl="0"/>
                      <a:endParaRPr lang="pt-br"/>
                    </a:p>
                  </a:txBody>
                  <a:tcPr anchor="ctr">
                    <a:solidFill>
                      <a:schemeClr val="accent1">
                        <a:lumMod val="20000"/>
                        <a:lumOff val="80000"/>
                      </a:schemeClr>
                    </a:solidFill>
                  </a:tcPr>
                </a:tc>
                <a:tc>
                  <a:txBody>
                    <a:bodyPr/>
                    <a:lstStyle/>
                    <a:p>
                      <a:pPr rtl="0"/>
                      <a:endParaRPr lang="pt-br"/>
                    </a:p>
                  </a:txBody>
                  <a:tcPr anchor="ctr">
                    <a:solidFill>
                      <a:schemeClr val="accent1">
                        <a:lumMod val="20000"/>
                        <a:lumOff val="80000"/>
                      </a:schemeClr>
                    </a:solidFill>
                  </a:tcPr>
                </a:tc>
                <a:extLst>
                  <a:ext uri="{0D108BD9-81ED-4DB2-BD59-A6C34878D82A}">
                    <a16:rowId xmlns:a16="http://schemas.microsoft.com/office/drawing/2014/main" val="522315634"/>
                  </a:ext>
                </a:extLst>
              </a:tr>
              <a:tr h="662178">
                <a:tc>
                  <a:txBody>
                    <a:bodyPr/>
                    <a:lstStyle/>
                    <a:p>
                      <a:pPr rtl="0"/>
                      <a:endParaRPr lang="pt-br"/>
                    </a:p>
                  </a:txBody>
                  <a:tcPr anchor="ctr">
                    <a:lnB w="1270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rtl="0"/>
                      <a:endParaRPr lang="pt-br"/>
                    </a:p>
                  </a:txBody>
                  <a:tcPr anchor="ctr">
                    <a:lnB w="1270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rtl="0"/>
                      <a:endParaRPr lang="pt-br"/>
                    </a:p>
                  </a:txBody>
                  <a:tcPr anchor="ctr">
                    <a:lnB w="1270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rtl="0"/>
                      <a:endParaRPr lang="pt-br"/>
                    </a:p>
                  </a:txBody>
                  <a:tcPr anchor="ctr">
                    <a:lnB w="1270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rtl="0"/>
                      <a:endParaRPr lang="pt-br"/>
                    </a:p>
                  </a:txBody>
                  <a:tcPr anchor="ctr">
                    <a:lnB w="12700" cap="flat" cmpd="sng" algn="ctr">
                      <a:solidFill>
                        <a:schemeClr val="bg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923311043"/>
                  </a:ext>
                </a:extLst>
              </a:tr>
              <a:tr h="662178">
                <a:tc>
                  <a:txBody>
                    <a:bodyPr/>
                    <a:lstStyle/>
                    <a:p>
                      <a:pPr rtl="0"/>
                      <a:endParaRPr lang="pt-b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rtl="0"/>
                      <a:endParaRPr lang="pt-b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rtl="0"/>
                      <a:endParaRPr lang="pt-b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rtl="0"/>
                      <a:endParaRPr lang="pt-b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rtl="0"/>
                      <a:endParaRPr lang="pt-br"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046739586"/>
                  </a:ext>
                </a:extLst>
              </a:tr>
            </a:tbl>
          </a:graphicData>
        </a:graphic>
      </p:graphicFrame>
    </p:spTree>
    <p:extLst>
      <p:ext uri="{BB962C8B-B14F-4D97-AF65-F5344CB8AC3E}">
        <p14:creationId xmlns:p14="http://schemas.microsoft.com/office/powerpoint/2010/main" val="42718274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D6DB8235-1304-4172-AC66-0D702AECD94D}"/>
              </a:ext>
            </a:extLst>
          </p:cNvPr>
          <p:cNvSpPr>
            <a:spLocks noGrp="1"/>
          </p:cNvSpPr>
          <p:nvPr>
            <p:ph type="title"/>
          </p:nvPr>
        </p:nvSpPr>
        <p:spPr>
          <a:xfrm>
            <a:off x="2838271" y="1010170"/>
            <a:ext cx="5178019" cy="3713638"/>
          </a:xfrm>
        </p:spPr>
        <p:txBody>
          <a:bodyPr rtlCol="0"/>
          <a:lstStyle/>
          <a:p>
            <a:pPr rtl="0"/>
            <a:endParaRPr lang="pt-br" dirty="0"/>
          </a:p>
        </p:txBody>
      </p:sp>
      <p:sp>
        <p:nvSpPr>
          <p:cNvPr id="6" name="Espaço Reservado para Conteúdo 5">
            <a:extLst>
              <a:ext uri="{FF2B5EF4-FFF2-40B4-BE49-F238E27FC236}">
                <a16:creationId xmlns:a16="http://schemas.microsoft.com/office/drawing/2014/main" id="{61622E21-16A8-4B36-9CC7-2DA24DE03487}"/>
              </a:ext>
            </a:extLst>
          </p:cNvPr>
          <p:cNvSpPr>
            <a:spLocks noGrp="1"/>
          </p:cNvSpPr>
          <p:nvPr>
            <p:ph type="body" sz="quarter" idx="13"/>
          </p:nvPr>
        </p:nvSpPr>
        <p:spPr>
          <a:xfrm>
            <a:off x="2838044" y="4914900"/>
            <a:ext cx="5178514" cy="819076"/>
          </a:xfrm>
        </p:spPr>
        <p:txBody>
          <a:bodyPr rtlCol="0"/>
          <a:lstStyle/>
          <a:p>
            <a:pPr rtl="0"/>
            <a:endParaRPr lang="pt-br" dirty="0"/>
          </a:p>
        </p:txBody>
      </p:sp>
      <p:sp>
        <p:nvSpPr>
          <p:cNvPr id="3" name="Espaço Reservado para Rodapé 2">
            <a:extLst>
              <a:ext uri="{FF2B5EF4-FFF2-40B4-BE49-F238E27FC236}">
                <a16:creationId xmlns:a16="http://schemas.microsoft.com/office/drawing/2014/main" id="{C911102A-3894-4E98-993F-1814860041E3}"/>
              </a:ext>
            </a:extLst>
          </p:cNvPr>
          <p:cNvSpPr>
            <a:spLocks noGrp="1"/>
          </p:cNvSpPr>
          <p:nvPr>
            <p:ph type="ftr" sz="quarter" idx="11"/>
          </p:nvPr>
        </p:nvSpPr>
        <p:spPr>
          <a:xfrm>
            <a:off x="4038600" y="6356350"/>
            <a:ext cx="4114800" cy="365125"/>
          </a:xfrm>
        </p:spPr>
        <p:txBody>
          <a:bodyPr rtlCol="0"/>
          <a:lstStyle/>
          <a:p>
            <a:pPr lvl="0" rtl="0"/>
            <a:endParaRPr lang="pt-br" noProof="0" dirty="0"/>
          </a:p>
        </p:txBody>
      </p:sp>
      <p:sp>
        <p:nvSpPr>
          <p:cNvPr id="4" name="Espaço Reservado para o Número do Slide 3">
            <a:extLst>
              <a:ext uri="{FF2B5EF4-FFF2-40B4-BE49-F238E27FC236}">
                <a16:creationId xmlns:a16="http://schemas.microsoft.com/office/drawing/2014/main" id="{7DEC6FF8-181E-4897-9463-A6F20768A5D0}"/>
              </a:ext>
            </a:extLst>
          </p:cNvPr>
          <p:cNvSpPr>
            <a:spLocks noGrp="1"/>
          </p:cNvSpPr>
          <p:nvPr>
            <p:ph type="sldNum" sz="quarter" idx="12"/>
          </p:nvPr>
        </p:nvSpPr>
        <p:spPr>
          <a:xfrm>
            <a:off x="8610600" y="6356350"/>
            <a:ext cx="2743200" cy="365125"/>
          </a:xfrm>
        </p:spPr>
        <p:txBody>
          <a:bodyPr rtlCol="0"/>
          <a:lstStyle/>
          <a:p>
            <a:pPr lvl="0" rtl="0"/>
            <a:fld id="{5EA792F7-1D9E-4C7E-A103-E8EDFDC2691E}" type="slidenum">
              <a:rPr lang="en-US" noProof="0" smtClean="0"/>
              <a:pPr lvl="0"/>
              <a:t>6</a:t>
            </a:fld>
            <a:endParaRPr lang="en-US" noProof="0"/>
          </a:p>
        </p:txBody>
      </p:sp>
    </p:spTree>
    <p:extLst>
      <p:ext uri="{BB962C8B-B14F-4D97-AF65-F5344CB8AC3E}">
        <p14:creationId xmlns:p14="http://schemas.microsoft.com/office/powerpoint/2010/main" val="2144753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ítulo 32">
            <a:extLst>
              <a:ext uri="{FF2B5EF4-FFF2-40B4-BE49-F238E27FC236}">
                <a16:creationId xmlns:a16="http://schemas.microsoft.com/office/drawing/2014/main" id="{C0EEC988-4F7A-45B3-AE68-371F625CA30E}"/>
              </a:ext>
            </a:extLst>
          </p:cNvPr>
          <p:cNvSpPr>
            <a:spLocks noGrp="1"/>
          </p:cNvSpPr>
          <p:nvPr>
            <p:ph type="title"/>
          </p:nvPr>
        </p:nvSpPr>
        <p:spPr>
          <a:xfrm>
            <a:off x="1331088" y="565739"/>
            <a:ext cx="9745883" cy="1124949"/>
          </a:xfrm>
        </p:spPr>
        <p:txBody>
          <a:bodyPr rtlCol="0"/>
          <a:lstStyle/>
          <a:p>
            <a:pPr rtl="0"/>
            <a:endParaRPr lang="pt-br" dirty="0"/>
          </a:p>
        </p:txBody>
      </p:sp>
      <p:sp>
        <p:nvSpPr>
          <p:cNvPr id="41" name="Espaço Reservado para Texto 40">
            <a:extLst>
              <a:ext uri="{FF2B5EF4-FFF2-40B4-BE49-F238E27FC236}">
                <a16:creationId xmlns:a16="http://schemas.microsoft.com/office/drawing/2014/main" id="{EBA3EDBE-046D-4F33-B94C-E1C491CE8F74}"/>
              </a:ext>
            </a:extLst>
          </p:cNvPr>
          <p:cNvSpPr>
            <a:spLocks noGrp="1"/>
          </p:cNvSpPr>
          <p:nvPr>
            <p:ph type="body" sz="quarter" idx="18"/>
          </p:nvPr>
        </p:nvSpPr>
        <p:spPr/>
        <p:txBody>
          <a:bodyPr rtlCol="0"/>
          <a:lstStyle/>
          <a:p>
            <a:pPr rtl="0"/>
            <a:r>
              <a:rPr lang="pt-br"/>
              <a:t>Nome</a:t>
            </a:r>
          </a:p>
        </p:txBody>
      </p:sp>
      <p:sp>
        <p:nvSpPr>
          <p:cNvPr id="43" name="Espaço Reservado para Texto 42">
            <a:extLst>
              <a:ext uri="{FF2B5EF4-FFF2-40B4-BE49-F238E27FC236}">
                <a16:creationId xmlns:a16="http://schemas.microsoft.com/office/drawing/2014/main" id="{25476672-071C-4AA3-A30C-D6754DEEBC2B}"/>
              </a:ext>
            </a:extLst>
          </p:cNvPr>
          <p:cNvSpPr>
            <a:spLocks noGrp="1"/>
          </p:cNvSpPr>
          <p:nvPr>
            <p:ph type="body" sz="quarter" idx="19"/>
          </p:nvPr>
        </p:nvSpPr>
        <p:spPr/>
        <p:txBody>
          <a:bodyPr rtlCol="0"/>
          <a:lstStyle/>
          <a:p>
            <a:pPr rtl="0"/>
            <a:r>
              <a:rPr lang="pt-br"/>
              <a:t>Título</a:t>
            </a:r>
          </a:p>
        </p:txBody>
      </p:sp>
      <p:sp>
        <p:nvSpPr>
          <p:cNvPr id="44" name="Espaço Reservado para Texto 43">
            <a:extLst>
              <a:ext uri="{FF2B5EF4-FFF2-40B4-BE49-F238E27FC236}">
                <a16:creationId xmlns:a16="http://schemas.microsoft.com/office/drawing/2014/main" id="{911CE1C5-E2A0-4578-8491-3C6197497335}"/>
              </a:ext>
            </a:extLst>
          </p:cNvPr>
          <p:cNvSpPr>
            <a:spLocks noGrp="1"/>
          </p:cNvSpPr>
          <p:nvPr>
            <p:ph type="body" sz="quarter" idx="20"/>
          </p:nvPr>
        </p:nvSpPr>
        <p:spPr/>
        <p:txBody>
          <a:bodyPr rtlCol="0"/>
          <a:lstStyle/>
          <a:p>
            <a:pPr rtl="0"/>
            <a:r>
              <a:rPr lang="pt-br"/>
              <a:t>Nome</a:t>
            </a:r>
          </a:p>
        </p:txBody>
      </p:sp>
      <p:sp>
        <p:nvSpPr>
          <p:cNvPr id="45" name="Espaço Reservado para Texto 44">
            <a:extLst>
              <a:ext uri="{FF2B5EF4-FFF2-40B4-BE49-F238E27FC236}">
                <a16:creationId xmlns:a16="http://schemas.microsoft.com/office/drawing/2014/main" id="{68715EA8-91EC-41EB-9E39-8245C0C51F54}"/>
              </a:ext>
            </a:extLst>
          </p:cNvPr>
          <p:cNvSpPr>
            <a:spLocks noGrp="1"/>
          </p:cNvSpPr>
          <p:nvPr>
            <p:ph type="body" sz="quarter" idx="21"/>
          </p:nvPr>
        </p:nvSpPr>
        <p:spPr/>
        <p:txBody>
          <a:bodyPr rtlCol="0"/>
          <a:lstStyle/>
          <a:p>
            <a:pPr rtl="0"/>
            <a:r>
              <a:rPr lang="pt-br"/>
              <a:t>Título</a:t>
            </a:r>
          </a:p>
          <a:p>
            <a:pPr rtl="0"/>
            <a:endParaRPr lang="en-US" dirty="0"/>
          </a:p>
        </p:txBody>
      </p:sp>
      <p:sp>
        <p:nvSpPr>
          <p:cNvPr id="46" name="Espaço Reservado para Texto 45">
            <a:extLst>
              <a:ext uri="{FF2B5EF4-FFF2-40B4-BE49-F238E27FC236}">
                <a16:creationId xmlns:a16="http://schemas.microsoft.com/office/drawing/2014/main" id="{73349223-29CE-41F9-A54B-F588ED389D21}"/>
              </a:ext>
            </a:extLst>
          </p:cNvPr>
          <p:cNvSpPr>
            <a:spLocks noGrp="1"/>
          </p:cNvSpPr>
          <p:nvPr>
            <p:ph type="body" sz="quarter" idx="22"/>
          </p:nvPr>
        </p:nvSpPr>
        <p:spPr/>
        <p:txBody>
          <a:bodyPr rtlCol="0"/>
          <a:lstStyle/>
          <a:p>
            <a:pPr rtl="0"/>
            <a:endParaRPr lang="pt-br" dirty="0"/>
          </a:p>
        </p:txBody>
      </p:sp>
      <p:sp>
        <p:nvSpPr>
          <p:cNvPr id="47" name="Espaço Reservado para Texto 46">
            <a:extLst>
              <a:ext uri="{FF2B5EF4-FFF2-40B4-BE49-F238E27FC236}">
                <a16:creationId xmlns:a16="http://schemas.microsoft.com/office/drawing/2014/main" id="{5FFDF6A3-3A8E-42F8-9E2C-21C11F3D13B5}"/>
              </a:ext>
            </a:extLst>
          </p:cNvPr>
          <p:cNvSpPr>
            <a:spLocks noGrp="1"/>
          </p:cNvSpPr>
          <p:nvPr>
            <p:ph type="body" sz="quarter" idx="23"/>
          </p:nvPr>
        </p:nvSpPr>
        <p:spPr/>
        <p:txBody>
          <a:bodyPr rtlCol="0"/>
          <a:lstStyle/>
          <a:p>
            <a:pPr rtl="0"/>
            <a:r>
              <a:rPr lang="pt-br"/>
              <a:t>Título</a:t>
            </a:r>
          </a:p>
          <a:p>
            <a:pPr rtl="0"/>
            <a:endParaRPr lang="en-US" dirty="0"/>
          </a:p>
        </p:txBody>
      </p:sp>
      <p:sp>
        <p:nvSpPr>
          <p:cNvPr id="48" name="Espaço Reservado para Texto 47">
            <a:extLst>
              <a:ext uri="{FF2B5EF4-FFF2-40B4-BE49-F238E27FC236}">
                <a16:creationId xmlns:a16="http://schemas.microsoft.com/office/drawing/2014/main" id="{B0A17B3A-5BE3-4DD2-B798-C8CF7FACC7AC}"/>
              </a:ext>
            </a:extLst>
          </p:cNvPr>
          <p:cNvSpPr>
            <a:spLocks noGrp="1"/>
          </p:cNvSpPr>
          <p:nvPr>
            <p:ph type="body" sz="quarter" idx="24"/>
          </p:nvPr>
        </p:nvSpPr>
        <p:spPr/>
        <p:txBody>
          <a:bodyPr rtlCol="0"/>
          <a:lstStyle/>
          <a:p>
            <a:pPr rtl="0"/>
            <a:endParaRPr lang="pt-br" dirty="0"/>
          </a:p>
        </p:txBody>
      </p:sp>
      <p:sp>
        <p:nvSpPr>
          <p:cNvPr id="49" name="Espaço Reservado para Texto 48">
            <a:extLst>
              <a:ext uri="{FF2B5EF4-FFF2-40B4-BE49-F238E27FC236}">
                <a16:creationId xmlns:a16="http://schemas.microsoft.com/office/drawing/2014/main" id="{BBFE272C-15B4-424A-8768-A831873628A9}"/>
              </a:ext>
            </a:extLst>
          </p:cNvPr>
          <p:cNvSpPr>
            <a:spLocks noGrp="1"/>
          </p:cNvSpPr>
          <p:nvPr>
            <p:ph type="body" sz="quarter" idx="25"/>
          </p:nvPr>
        </p:nvSpPr>
        <p:spPr/>
        <p:txBody>
          <a:bodyPr rtlCol="0"/>
          <a:lstStyle/>
          <a:p>
            <a:pPr rtl="0"/>
            <a:r>
              <a:rPr lang="pt-br"/>
              <a:t>Título</a:t>
            </a:r>
          </a:p>
          <a:p>
            <a:pPr rtl="0"/>
            <a:endParaRPr lang="en-US" dirty="0"/>
          </a:p>
        </p:txBody>
      </p:sp>
      <p:sp>
        <p:nvSpPr>
          <p:cNvPr id="9" name="Espaço Reservado para Rodapé 8">
            <a:extLst>
              <a:ext uri="{FF2B5EF4-FFF2-40B4-BE49-F238E27FC236}">
                <a16:creationId xmlns:a16="http://schemas.microsoft.com/office/drawing/2014/main" id="{A52B9969-A8BC-44B0-9F1A-0124B7C8D08B}"/>
              </a:ext>
            </a:extLst>
          </p:cNvPr>
          <p:cNvSpPr>
            <a:spLocks noGrp="1"/>
          </p:cNvSpPr>
          <p:nvPr>
            <p:ph type="ftr" sz="quarter" idx="11"/>
          </p:nvPr>
        </p:nvSpPr>
        <p:spPr>
          <a:xfrm>
            <a:off x="4038600" y="6356350"/>
            <a:ext cx="4114800" cy="365125"/>
          </a:xfrm>
        </p:spPr>
        <p:txBody>
          <a:bodyPr rtlCol="0"/>
          <a:lstStyle/>
          <a:p>
            <a:pPr lvl="0" rtl="0"/>
            <a:r>
              <a:rPr lang="pt-br" noProof="0"/>
              <a:t>TÍTULO DA APRESENTAÇÃO</a:t>
            </a:r>
            <a:endParaRPr lang="en-US" noProof="0" dirty="0"/>
          </a:p>
        </p:txBody>
      </p:sp>
      <p:sp>
        <p:nvSpPr>
          <p:cNvPr id="10" name="Espaço Reservado para o Número do Slide 9">
            <a:extLst>
              <a:ext uri="{FF2B5EF4-FFF2-40B4-BE49-F238E27FC236}">
                <a16:creationId xmlns:a16="http://schemas.microsoft.com/office/drawing/2014/main" id="{37A986E4-75CF-42E9-9DD9-A12348A15083}"/>
              </a:ext>
            </a:extLst>
          </p:cNvPr>
          <p:cNvSpPr>
            <a:spLocks noGrp="1"/>
          </p:cNvSpPr>
          <p:nvPr>
            <p:ph type="sldNum" sz="quarter" idx="12"/>
          </p:nvPr>
        </p:nvSpPr>
        <p:spPr>
          <a:xfrm>
            <a:off x="8644339" y="6356350"/>
            <a:ext cx="2743200" cy="365125"/>
          </a:xfrm>
        </p:spPr>
        <p:txBody>
          <a:bodyPr rtlCol="0"/>
          <a:lstStyle/>
          <a:p>
            <a:pPr lvl="0" rtl="0"/>
            <a:fld id="{F3450C42-9A0B-4425-92C2-70FCF7C45734}" type="slidenum">
              <a:rPr lang="en-US" noProof="0" smtClean="0"/>
              <a:pPr lvl="0"/>
              <a:t>7</a:t>
            </a:fld>
            <a:endParaRPr lang="en-US" noProof="0"/>
          </a:p>
        </p:txBody>
      </p:sp>
      <p:sp>
        <p:nvSpPr>
          <p:cNvPr id="3" name="Espaço Reservado para Imagem 2">
            <a:extLst>
              <a:ext uri="{FF2B5EF4-FFF2-40B4-BE49-F238E27FC236}">
                <a16:creationId xmlns:a16="http://schemas.microsoft.com/office/drawing/2014/main" id="{598554C2-0252-2693-BCA6-74EB605505D7}"/>
              </a:ext>
            </a:extLst>
          </p:cNvPr>
          <p:cNvSpPr>
            <a:spLocks noGrp="1"/>
          </p:cNvSpPr>
          <p:nvPr>
            <p:ph type="pic" sz="quarter" idx="14"/>
          </p:nvPr>
        </p:nvSpPr>
        <p:spPr/>
        <p:txBody>
          <a:bodyPr/>
          <a:lstStyle/>
          <a:p>
            <a:endParaRPr lang="pt-BR"/>
          </a:p>
        </p:txBody>
      </p:sp>
      <p:sp>
        <p:nvSpPr>
          <p:cNvPr id="5" name="Espaço Reservado para Imagem 4">
            <a:extLst>
              <a:ext uri="{FF2B5EF4-FFF2-40B4-BE49-F238E27FC236}">
                <a16:creationId xmlns:a16="http://schemas.microsoft.com/office/drawing/2014/main" id="{02C8FD9D-498D-C63B-61FB-EE7DCEB6B1F7}"/>
              </a:ext>
            </a:extLst>
          </p:cNvPr>
          <p:cNvSpPr>
            <a:spLocks noGrp="1"/>
          </p:cNvSpPr>
          <p:nvPr>
            <p:ph type="pic" sz="quarter" idx="15"/>
          </p:nvPr>
        </p:nvSpPr>
        <p:spPr/>
        <p:txBody>
          <a:bodyPr/>
          <a:lstStyle/>
          <a:p>
            <a:endParaRPr lang="pt-BR"/>
          </a:p>
        </p:txBody>
      </p:sp>
      <p:sp>
        <p:nvSpPr>
          <p:cNvPr id="7" name="Espaço Reservado para Imagem 6">
            <a:extLst>
              <a:ext uri="{FF2B5EF4-FFF2-40B4-BE49-F238E27FC236}">
                <a16:creationId xmlns:a16="http://schemas.microsoft.com/office/drawing/2014/main" id="{7B969245-C2E5-024B-699D-E9C7D4D60818}"/>
              </a:ext>
            </a:extLst>
          </p:cNvPr>
          <p:cNvSpPr>
            <a:spLocks noGrp="1"/>
          </p:cNvSpPr>
          <p:nvPr>
            <p:ph type="pic" sz="quarter" idx="16"/>
          </p:nvPr>
        </p:nvSpPr>
        <p:spPr/>
        <p:txBody>
          <a:bodyPr/>
          <a:lstStyle/>
          <a:p>
            <a:endParaRPr lang="pt-BR"/>
          </a:p>
        </p:txBody>
      </p:sp>
      <p:sp>
        <p:nvSpPr>
          <p:cNvPr id="11" name="Espaço Reservado para Imagem 10">
            <a:extLst>
              <a:ext uri="{FF2B5EF4-FFF2-40B4-BE49-F238E27FC236}">
                <a16:creationId xmlns:a16="http://schemas.microsoft.com/office/drawing/2014/main" id="{72791C21-02AA-62C2-85D8-95164F4E49FA}"/>
              </a:ext>
            </a:extLst>
          </p:cNvPr>
          <p:cNvSpPr>
            <a:spLocks noGrp="1"/>
          </p:cNvSpPr>
          <p:nvPr>
            <p:ph type="pic" sz="quarter" idx="17"/>
          </p:nvPr>
        </p:nvSpPr>
        <p:spPr/>
        <p:txBody>
          <a:bodyPr/>
          <a:lstStyle/>
          <a:p>
            <a:endParaRPr lang="pt-BR"/>
          </a:p>
        </p:txBody>
      </p:sp>
    </p:spTree>
    <p:extLst>
      <p:ext uri="{BB962C8B-B14F-4D97-AF65-F5344CB8AC3E}">
        <p14:creationId xmlns:p14="http://schemas.microsoft.com/office/powerpoint/2010/main" val="1668016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18C84775-97AD-427D-88E8-31BFF8D1CD91}"/>
              </a:ext>
            </a:extLst>
          </p:cNvPr>
          <p:cNvSpPr>
            <a:spLocks noGrp="1"/>
          </p:cNvSpPr>
          <p:nvPr>
            <p:ph type="title"/>
          </p:nvPr>
        </p:nvSpPr>
        <p:spPr>
          <a:xfrm>
            <a:off x="1331088" y="565739"/>
            <a:ext cx="9745883" cy="1124949"/>
          </a:xfrm>
        </p:spPr>
        <p:txBody>
          <a:bodyPr rtlCol="0"/>
          <a:lstStyle/>
          <a:p>
            <a:pPr rtl="0"/>
            <a:r>
              <a:rPr lang="pt-br"/>
              <a:t>Linha do Tempo</a:t>
            </a:r>
          </a:p>
        </p:txBody>
      </p:sp>
      <p:sp>
        <p:nvSpPr>
          <p:cNvPr id="9" name="Espaço Reservado para Rodapé 8">
            <a:extLst>
              <a:ext uri="{FF2B5EF4-FFF2-40B4-BE49-F238E27FC236}">
                <a16:creationId xmlns:a16="http://schemas.microsoft.com/office/drawing/2014/main" id="{65D95395-B266-4514-9D32-B764E04CE0FB}"/>
              </a:ext>
            </a:extLst>
          </p:cNvPr>
          <p:cNvSpPr>
            <a:spLocks noGrp="1"/>
          </p:cNvSpPr>
          <p:nvPr>
            <p:ph type="ftr" sz="quarter" idx="11"/>
          </p:nvPr>
        </p:nvSpPr>
        <p:spPr>
          <a:xfrm>
            <a:off x="4038600" y="6356350"/>
            <a:ext cx="4114800" cy="365125"/>
          </a:xfrm>
        </p:spPr>
        <p:txBody>
          <a:bodyPr rtlCol="0"/>
          <a:lstStyle/>
          <a:p>
            <a:pPr lvl="0" rtl="0"/>
            <a:endParaRPr lang="en-US" noProof="0" dirty="0"/>
          </a:p>
        </p:txBody>
      </p:sp>
      <p:sp>
        <p:nvSpPr>
          <p:cNvPr id="10" name="Espaço Reservado para o Número do Slide 9">
            <a:extLst>
              <a:ext uri="{FF2B5EF4-FFF2-40B4-BE49-F238E27FC236}">
                <a16:creationId xmlns:a16="http://schemas.microsoft.com/office/drawing/2014/main" id="{2C362DCA-E911-4257-9999-C68876AD46A3}"/>
              </a:ext>
            </a:extLst>
          </p:cNvPr>
          <p:cNvSpPr>
            <a:spLocks noGrp="1"/>
          </p:cNvSpPr>
          <p:nvPr>
            <p:ph type="sldNum" sz="quarter" idx="12"/>
          </p:nvPr>
        </p:nvSpPr>
        <p:spPr>
          <a:xfrm>
            <a:off x="8610600" y="6356350"/>
            <a:ext cx="2743200" cy="365125"/>
          </a:xfrm>
        </p:spPr>
        <p:txBody>
          <a:bodyPr rtlCol="0"/>
          <a:lstStyle/>
          <a:p>
            <a:pPr lvl="0" rtl="0"/>
            <a:fld id="{80967E29-1480-472A-9FC5-C4768A52587C}" type="slidenum">
              <a:rPr lang="en-US" noProof="0" smtClean="0"/>
              <a:pPr lvl="0"/>
              <a:t>8</a:t>
            </a:fld>
            <a:endParaRPr lang="en-US" noProof="0"/>
          </a:p>
        </p:txBody>
      </p:sp>
      <p:graphicFrame>
        <p:nvGraphicFramePr>
          <p:cNvPr id="59" name="Espaço Reservado para Conteúdo 3" descr="Smart Art da Linha do Tempo">
            <a:extLst>
              <a:ext uri="{FF2B5EF4-FFF2-40B4-BE49-F238E27FC236}">
                <a16:creationId xmlns:a16="http://schemas.microsoft.com/office/drawing/2014/main" id="{5BAF0755-8ABE-4C20-8B40-32ED0B27700B}"/>
              </a:ext>
            </a:extLst>
          </p:cNvPr>
          <p:cNvGraphicFramePr>
            <a:graphicFrameLocks/>
          </p:cNvGraphicFramePr>
          <p:nvPr>
            <p:extLst>
              <p:ext uri="{D42A27DB-BD31-4B8C-83A1-F6EECF244321}">
                <p14:modId xmlns:p14="http://schemas.microsoft.com/office/powerpoint/2010/main" val="1017643492"/>
              </p:ext>
            </p:extLst>
          </p:nvPr>
        </p:nvGraphicFramePr>
        <p:xfrm>
          <a:off x="522514" y="1673225"/>
          <a:ext cx="11146971"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03195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3FBA6305-913D-44BD-B3AA-6395AECC850C}"/>
              </a:ext>
            </a:extLst>
          </p:cNvPr>
          <p:cNvSpPr>
            <a:spLocks noGrp="1"/>
          </p:cNvSpPr>
          <p:nvPr>
            <p:ph type="title"/>
          </p:nvPr>
        </p:nvSpPr>
        <p:spPr>
          <a:xfrm>
            <a:off x="1292868" y="358614"/>
            <a:ext cx="4150804" cy="1431000"/>
          </a:xfrm>
        </p:spPr>
        <p:txBody>
          <a:bodyPr rtlCol="0"/>
          <a:lstStyle/>
          <a:p>
            <a:pPr rtl="0"/>
            <a:endParaRPr lang="pt-br" dirty="0"/>
          </a:p>
        </p:txBody>
      </p:sp>
      <p:sp>
        <p:nvSpPr>
          <p:cNvPr id="11" name="Espaço Reservado para Texto 10">
            <a:extLst>
              <a:ext uri="{FF2B5EF4-FFF2-40B4-BE49-F238E27FC236}">
                <a16:creationId xmlns:a16="http://schemas.microsoft.com/office/drawing/2014/main" id="{A041F272-B0EC-411D-87B2-D32DE20B3755}"/>
              </a:ext>
            </a:extLst>
          </p:cNvPr>
          <p:cNvSpPr>
            <a:spLocks noGrp="1"/>
          </p:cNvSpPr>
          <p:nvPr>
            <p:ph type="body" sz="quarter" idx="13"/>
          </p:nvPr>
        </p:nvSpPr>
        <p:spPr>
          <a:xfrm>
            <a:off x="1691325" y="2014538"/>
            <a:ext cx="4307160" cy="518874"/>
          </a:xfrm>
        </p:spPr>
        <p:txBody>
          <a:bodyPr rtlCol="0"/>
          <a:lstStyle/>
          <a:p>
            <a:pPr rtl="0"/>
            <a:endParaRPr lang="pt-br" dirty="0"/>
          </a:p>
        </p:txBody>
      </p:sp>
      <p:sp>
        <p:nvSpPr>
          <p:cNvPr id="8" name="Espaço Reservado para Texto 7">
            <a:extLst>
              <a:ext uri="{FF2B5EF4-FFF2-40B4-BE49-F238E27FC236}">
                <a16:creationId xmlns:a16="http://schemas.microsoft.com/office/drawing/2014/main" id="{4AF735B0-B62B-4999-B4B5-A783FC1BD446}"/>
              </a:ext>
            </a:extLst>
          </p:cNvPr>
          <p:cNvSpPr>
            <a:spLocks noGrp="1"/>
          </p:cNvSpPr>
          <p:nvPr>
            <p:ph type="body" sz="quarter" idx="14"/>
          </p:nvPr>
        </p:nvSpPr>
        <p:spPr>
          <a:xfrm>
            <a:off x="1691325" y="2666318"/>
            <a:ext cx="4307160" cy="3295650"/>
          </a:xfrm>
        </p:spPr>
        <p:txBody>
          <a:bodyPr rtlCol="0"/>
          <a:lstStyle/>
          <a:p>
            <a:pPr rtl="0"/>
            <a:endParaRPr lang="pt-br" dirty="0"/>
          </a:p>
        </p:txBody>
      </p:sp>
      <p:sp>
        <p:nvSpPr>
          <p:cNvPr id="12" name="Espaço Reservado para Texto 11">
            <a:extLst>
              <a:ext uri="{FF2B5EF4-FFF2-40B4-BE49-F238E27FC236}">
                <a16:creationId xmlns:a16="http://schemas.microsoft.com/office/drawing/2014/main" id="{48A7706A-F796-462B-89DC-7BD4CF122FBD}"/>
              </a:ext>
            </a:extLst>
          </p:cNvPr>
          <p:cNvSpPr>
            <a:spLocks noGrp="1"/>
          </p:cNvSpPr>
          <p:nvPr>
            <p:ph type="body" sz="quarter" idx="15"/>
          </p:nvPr>
        </p:nvSpPr>
        <p:spPr>
          <a:xfrm>
            <a:off x="6317484" y="2014538"/>
            <a:ext cx="4307160" cy="518874"/>
          </a:xfrm>
        </p:spPr>
        <p:txBody>
          <a:bodyPr rtlCol="0"/>
          <a:lstStyle/>
          <a:p>
            <a:pPr rtl="0"/>
            <a:endParaRPr lang="pt-br" dirty="0"/>
          </a:p>
        </p:txBody>
      </p:sp>
      <p:sp>
        <p:nvSpPr>
          <p:cNvPr id="10" name="Espaço Reservado para Texto 9">
            <a:extLst>
              <a:ext uri="{FF2B5EF4-FFF2-40B4-BE49-F238E27FC236}">
                <a16:creationId xmlns:a16="http://schemas.microsoft.com/office/drawing/2014/main" id="{F518C6B7-20BA-4142-996A-BE121D653561}"/>
              </a:ext>
            </a:extLst>
          </p:cNvPr>
          <p:cNvSpPr>
            <a:spLocks noGrp="1"/>
          </p:cNvSpPr>
          <p:nvPr>
            <p:ph type="body" sz="quarter" idx="16"/>
          </p:nvPr>
        </p:nvSpPr>
        <p:spPr>
          <a:xfrm>
            <a:off x="6317484" y="2666318"/>
            <a:ext cx="4307160" cy="3295650"/>
          </a:xfrm>
        </p:spPr>
        <p:txBody>
          <a:bodyPr rtlCol="0"/>
          <a:lstStyle/>
          <a:p>
            <a:pPr rtl="0"/>
            <a:endParaRPr lang="pt-br" dirty="0"/>
          </a:p>
        </p:txBody>
      </p:sp>
      <p:sp>
        <p:nvSpPr>
          <p:cNvPr id="4" name="Espaço Reservado para Rodapé 3">
            <a:extLst>
              <a:ext uri="{FF2B5EF4-FFF2-40B4-BE49-F238E27FC236}">
                <a16:creationId xmlns:a16="http://schemas.microsoft.com/office/drawing/2014/main" id="{8CA6A79D-6FA3-4776-8DAB-38BD89064E59}"/>
              </a:ext>
            </a:extLst>
          </p:cNvPr>
          <p:cNvSpPr>
            <a:spLocks noGrp="1"/>
          </p:cNvSpPr>
          <p:nvPr>
            <p:ph type="ftr" sz="quarter" idx="11"/>
          </p:nvPr>
        </p:nvSpPr>
        <p:spPr>
          <a:xfrm>
            <a:off x="4038600" y="6356350"/>
            <a:ext cx="4114800" cy="365125"/>
          </a:xfrm>
        </p:spPr>
        <p:txBody>
          <a:bodyPr rtlCol="0"/>
          <a:lstStyle/>
          <a:p>
            <a:pPr lvl="0" rtl="0"/>
            <a:r>
              <a:rPr lang="pt-br" noProof="0"/>
              <a:t>TÍTULO DA APRESENTAÇÃO</a:t>
            </a:r>
            <a:endParaRPr lang="en-US" noProof="0" dirty="0"/>
          </a:p>
        </p:txBody>
      </p:sp>
      <p:sp>
        <p:nvSpPr>
          <p:cNvPr id="5" name="Espaço Reservado para o Número do Slide 4">
            <a:extLst>
              <a:ext uri="{FF2B5EF4-FFF2-40B4-BE49-F238E27FC236}">
                <a16:creationId xmlns:a16="http://schemas.microsoft.com/office/drawing/2014/main" id="{0F97A4DD-6112-4908-B134-BBE48A0F6114}"/>
              </a:ext>
            </a:extLst>
          </p:cNvPr>
          <p:cNvSpPr>
            <a:spLocks noGrp="1"/>
          </p:cNvSpPr>
          <p:nvPr>
            <p:ph type="sldNum" sz="quarter" idx="12"/>
          </p:nvPr>
        </p:nvSpPr>
        <p:spPr>
          <a:xfrm>
            <a:off x="8610600" y="6356350"/>
            <a:ext cx="2743200" cy="365125"/>
          </a:xfrm>
        </p:spPr>
        <p:txBody>
          <a:bodyPr rtlCol="0"/>
          <a:lstStyle/>
          <a:p>
            <a:pPr lvl="0" rtl="0"/>
            <a:fld id="{80967E29-1480-472A-9FC5-C4768A52587C}" type="slidenum">
              <a:rPr lang="en-US" noProof="0" smtClean="0"/>
              <a:pPr lvl="0"/>
              <a:t>9</a:t>
            </a:fld>
            <a:endParaRPr lang="en-US" noProof="0"/>
          </a:p>
        </p:txBody>
      </p:sp>
    </p:spTree>
    <p:extLst>
      <p:ext uri="{BB962C8B-B14F-4D97-AF65-F5344CB8AC3E}">
        <p14:creationId xmlns:p14="http://schemas.microsoft.com/office/powerpoint/2010/main" val="35146314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7DC15D8B-94BE-4CFD-BA52-BE8D2A5691D4}"/>
              </a:ext>
            </a:extLst>
          </p:cNvPr>
          <p:cNvSpPr>
            <a:spLocks noGrp="1"/>
          </p:cNvSpPr>
          <p:nvPr>
            <p:ph type="title"/>
          </p:nvPr>
        </p:nvSpPr>
        <p:spPr>
          <a:xfrm>
            <a:off x="1292868" y="358614"/>
            <a:ext cx="4150804" cy="1431000"/>
          </a:xfrm>
        </p:spPr>
        <p:txBody>
          <a:bodyPr rtlCol="0"/>
          <a:lstStyle/>
          <a:p>
            <a:pPr rtl="0"/>
            <a:r>
              <a:rPr lang="pt-br"/>
              <a:t>Conteúdo 2</a:t>
            </a:r>
          </a:p>
        </p:txBody>
      </p:sp>
      <p:sp>
        <p:nvSpPr>
          <p:cNvPr id="14" name="Espaço Reservado para Texto 13">
            <a:extLst>
              <a:ext uri="{FF2B5EF4-FFF2-40B4-BE49-F238E27FC236}">
                <a16:creationId xmlns:a16="http://schemas.microsoft.com/office/drawing/2014/main" id="{A53FF10D-5527-4952-B591-F7CCE100C658}"/>
              </a:ext>
            </a:extLst>
          </p:cNvPr>
          <p:cNvSpPr>
            <a:spLocks noGrp="1"/>
          </p:cNvSpPr>
          <p:nvPr>
            <p:ph type="body" sz="quarter" idx="13"/>
          </p:nvPr>
        </p:nvSpPr>
        <p:spPr>
          <a:xfrm>
            <a:off x="504392" y="2014538"/>
            <a:ext cx="3534208" cy="518874"/>
          </a:xfrm>
        </p:spPr>
        <p:txBody>
          <a:bodyPr rtlCol="0"/>
          <a:lstStyle/>
          <a:p>
            <a:pPr rtl="0"/>
            <a:endParaRPr lang="pt-br" dirty="0"/>
          </a:p>
        </p:txBody>
      </p:sp>
      <p:sp>
        <p:nvSpPr>
          <p:cNvPr id="15" name="Espaço Reservado para Texto 14">
            <a:extLst>
              <a:ext uri="{FF2B5EF4-FFF2-40B4-BE49-F238E27FC236}">
                <a16:creationId xmlns:a16="http://schemas.microsoft.com/office/drawing/2014/main" id="{AAEA8234-005E-4355-AE0F-4DB31EB808C2}"/>
              </a:ext>
            </a:extLst>
          </p:cNvPr>
          <p:cNvSpPr>
            <a:spLocks noGrp="1"/>
          </p:cNvSpPr>
          <p:nvPr>
            <p:ph type="body" sz="quarter" idx="14"/>
          </p:nvPr>
        </p:nvSpPr>
        <p:spPr>
          <a:xfrm>
            <a:off x="504392" y="2666318"/>
            <a:ext cx="3534208" cy="3295650"/>
          </a:xfrm>
        </p:spPr>
        <p:txBody>
          <a:bodyPr rtlCol="0"/>
          <a:lstStyle/>
          <a:p>
            <a:pPr rtl="0"/>
            <a:endParaRPr lang="pt-br" dirty="0"/>
          </a:p>
        </p:txBody>
      </p:sp>
      <p:sp>
        <p:nvSpPr>
          <p:cNvPr id="16" name="Espaço Reservado para Texto 15">
            <a:extLst>
              <a:ext uri="{FF2B5EF4-FFF2-40B4-BE49-F238E27FC236}">
                <a16:creationId xmlns:a16="http://schemas.microsoft.com/office/drawing/2014/main" id="{9E20DDB6-3A4E-4ADF-A61F-8925A9C30DD5}"/>
              </a:ext>
            </a:extLst>
          </p:cNvPr>
          <p:cNvSpPr>
            <a:spLocks noGrp="1"/>
          </p:cNvSpPr>
          <p:nvPr>
            <p:ph type="body" sz="quarter" idx="15"/>
          </p:nvPr>
        </p:nvSpPr>
        <p:spPr>
          <a:xfrm>
            <a:off x="4356809" y="2014538"/>
            <a:ext cx="3534208" cy="518874"/>
          </a:xfrm>
        </p:spPr>
        <p:txBody>
          <a:bodyPr rtlCol="0"/>
          <a:lstStyle/>
          <a:p>
            <a:pPr rtl="0"/>
            <a:endParaRPr lang="pt-br" dirty="0"/>
          </a:p>
        </p:txBody>
      </p:sp>
      <p:sp>
        <p:nvSpPr>
          <p:cNvPr id="17" name="Espaço Reservado para Texto 16">
            <a:extLst>
              <a:ext uri="{FF2B5EF4-FFF2-40B4-BE49-F238E27FC236}">
                <a16:creationId xmlns:a16="http://schemas.microsoft.com/office/drawing/2014/main" id="{1D1F1CAC-04A7-480E-8513-42188AF1C176}"/>
              </a:ext>
            </a:extLst>
          </p:cNvPr>
          <p:cNvSpPr>
            <a:spLocks noGrp="1"/>
          </p:cNvSpPr>
          <p:nvPr>
            <p:ph type="body" sz="quarter" idx="16"/>
          </p:nvPr>
        </p:nvSpPr>
        <p:spPr>
          <a:xfrm>
            <a:off x="4356809" y="2666318"/>
            <a:ext cx="3534208" cy="3295650"/>
          </a:xfrm>
        </p:spPr>
        <p:txBody>
          <a:bodyPr rtlCol="0"/>
          <a:lstStyle/>
          <a:p>
            <a:pPr rtl="0"/>
            <a:endParaRPr lang="pt-br" dirty="0"/>
          </a:p>
        </p:txBody>
      </p:sp>
      <p:sp>
        <p:nvSpPr>
          <p:cNvPr id="18" name="Espaço Reservado para Texto 17">
            <a:extLst>
              <a:ext uri="{FF2B5EF4-FFF2-40B4-BE49-F238E27FC236}">
                <a16:creationId xmlns:a16="http://schemas.microsoft.com/office/drawing/2014/main" id="{BC46A10D-E6A3-4EA7-9CD2-0368CE304C90}"/>
              </a:ext>
            </a:extLst>
          </p:cNvPr>
          <p:cNvSpPr>
            <a:spLocks noGrp="1"/>
          </p:cNvSpPr>
          <p:nvPr>
            <p:ph type="body" sz="quarter" idx="17"/>
          </p:nvPr>
        </p:nvSpPr>
        <p:spPr>
          <a:xfrm>
            <a:off x="8209226" y="2014538"/>
            <a:ext cx="3534208" cy="518874"/>
          </a:xfrm>
        </p:spPr>
        <p:txBody>
          <a:bodyPr rtlCol="0"/>
          <a:lstStyle/>
          <a:p>
            <a:pPr rtl="0"/>
            <a:endParaRPr lang="pt-br" dirty="0"/>
          </a:p>
        </p:txBody>
      </p:sp>
      <p:sp>
        <p:nvSpPr>
          <p:cNvPr id="19" name="Espaço Reservado para Texto 18">
            <a:extLst>
              <a:ext uri="{FF2B5EF4-FFF2-40B4-BE49-F238E27FC236}">
                <a16:creationId xmlns:a16="http://schemas.microsoft.com/office/drawing/2014/main" id="{E61B204D-02B0-46AE-8026-DFB6421F1855}"/>
              </a:ext>
            </a:extLst>
          </p:cNvPr>
          <p:cNvSpPr>
            <a:spLocks noGrp="1"/>
          </p:cNvSpPr>
          <p:nvPr>
            <p:ph type="body" sz="quarter" idx="18"/>
          </p:nvPr>
        </p:nvSpPr>
        <p:spPr>
          <a:xfrm>
            <a:off x="8209226" y="2666318"/>
            <a:ext cx="3534208" cy="3295650"/>
          </a:xfrm>
        </p:spPr>
        <p:txBody>
          <a:bodyPr rtlCol="0"/>
          <a:lstStyle/>
          <a:p>
            <a:pPr rtl="0"/>
            <a:endParaRPr lang="pt-br" dirty="0"/>
          </a:p>
        </p:txBody>
      </p:sp>
      <p:sp>
        <p:nvSpPr>
          <p:cNvPr id="5" name="Espaço Reservado para Rodapé 4">
            <a:extLst>
              <a:ext uri="{FF2B5EF4-FFF2-40B4-BE49-F238E27FC236}">
                <a16:creationId xmlns:a16="http://schemas.microsoft.com/office/drawing/2014/main" id="{51039951-5412-4565-83AC-F61E020A2455}"/>
              </a:ext>
            </a:extLst>
          </p:cNvPr>
          <p:cNvSpPr>
            <a:spLocks noGrp="1"/>
          </p:cNvSpPr>
          <p:nvPr>
            <p:ph type="ftr" sz="quarter" idx="11"/>
          </p:nvPr>
        </p:nvSpPr>
        <p:spPr>
          <a:xfrm>
            <a:off x="4038600" y="6356350"/>
            <a:ext cx="4114800" cy="365125"/>
          </a:xfrm>
        </p:spPr>
        <p:txBody>
          <a:bodyPr rtlCol="0"/>
          <a:lstStyle/>
          <a:p>
            <a:pPr lvl="0" rtl="0"/>
            <a:endParaRPr lang="pt-br" noProof="0" dirty="0"/>
          </a:p>
        </p:txBody>
      </p:sp>
      <p:sp>
        <p:nvSpPr>
          <p:cNvPr id="6" name="Espaço Reservado para o Número do Slide 5">
            <a:extLst>
              <a:ext uri="{FF2B5EF4-FFF2-40B4-BE49-F238E27FC236}">
                <a16:creationId xmlns:a16="http://schemas.microsoft.com/office/drawing/2014/main" id="{42CEA7C5-E6C4-48E0-98A6-F9D868FD4E55}"/>
              </a:ext>
            </a:extLst>
          </p:cNvPr>
          <p:cNvSpPr>
            <a:spLocks noGrp="1"/>
          </p:cNvSpPr>
          <p:nvPr>
            <p:ph type="sldNum" sz="quarter" idx="12"/>
          </p:nvPr>
        </p:nvSpPr>
        <p:spPr>
          <a:xfrm>
            <a:off x="8610600" y="6356350"/>
            <a:ext cx="2743200" cy="365125"/>
          </a:xfrm>
        </p:spPr>
        <p:txBody>
          <a:bodyPr rtlCol="0"/>
          <a:lstStyle/>
          <a:p>
            <a:pPr lvl="0" rtl="0"/>
            <a:fld id="{5EA792F7-1D9E-4C7E-A103-E8EDFDC2691E}" type="slidenum">
              <a:rPr lang="en-US" noProof="0" smtClean="0"/>
              <a:pPr lvl="0"/>
              <a:t>10</a:t>
            </a:fld>
            <a:endParaRPr lang="en-US" noProof="0"/>
          </a:p>
        </p:txBody>
      </p:sp>
    </p:spTree>
    <p:extLst>
      <p:ext uri="{BB962C8B-B14F-4D97-AF65-F5344CB8AC3E}">
        <p14:creationId xmlns:p14="http://schemas.microsoft.com/office/powerpoint/2010/main" val="42693029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8CD1624-12C6-45A2-BF83-5AC90136437F}"/>
              </a:ext>
            </a:extLst>
          </p:cNvPr>
          <p:cNvSpPr>
            <a:spLocks noGrp="1"/>
          </p:cNvSpPr>
          <p:nvPr>
            <p:ph type="title"/>
          </p:nvPr>
        </p:nvSpPr>
        <p:spPr>
          <a:xfrm>
            <a:off x="2232251" y="633046"/>
            <a:ext cx="3863749" cy="1314996"/>
          </a:xfrm>
        </p:spPr>
        <p:txBody>
          <a:bodyPr rtlCol="0"/>
          <a:lstStyle/>
          <a:p>
            <a:pPr rtl="0"/>
            <a:endParaRPr lang="pt-br" dirty="0"/>
          </a:p>
        </p:txBody>
      </p:sp>
      <p:sp>
        <p:nvSpPr>
          <p:cNvPr id="6" name="Espaço Reservado para Conteúdo 5">
            <a:extLst>
              <a:ext uri="{FF2B5EF4-FFF2-40B4-BE49-F238E27FC236}">
                <a16:creationId xmlns:a16="http://schemas.microsoft.com/office/drawing/2014/main" id="{1DFC3670-CE6C-4149-800C-ED198FC28937}"/>
              </a:ext>
            </a:extLst>
          </p:cNvPr>
          <p:cNvSpPr>
            <a:spLocks noGrp="1"/>
          </p:cNvSpPr>
          <p:nvPr>
            <p:ph idx="1"/>
          </p:nvPr>
        </p:nvSpPr>
        <p:spPr>
          <a:xfrm>
            <a:off x="2232251" y="2125737"/>
            <a:ext cx="3863749" cy="4044463"/>
          </a:xfrm>
        </p:spPr>
        <p:txBody>
          <a:bodyPr rtlCol="0">
            <a:normAutofit/>
          </a:bodyPr>
          <a:lstStyle/>
          <a:p>
            <a:pPr rtl="0"/>
            <a:endParaRPr lang="pt-br" dirty="0"/>
          </a:p>
        </p:txBody>
      </p:sp>
      <p:sp>
        <p:nvSpPr>
          <p:cNvPr id="36" name="Espaço Reservado para Rodapé 35">
            <a:extLst>
              <a:ext uri="{FF2B5EF4-FFF2-40B4-BE49-F238E27FC236}">
                <a16:creationId xmlns:a16="http://schemas.microsoft.com/office/drawing/2014/main" id="{3318ABB8-FF08-4643-9329-BBBB6B2BAEA0}"/>
              </a:ext>
            </a:extLst>
          </p:cNvPr>
          <p:cNvSpPr>
            <a:spLocks noGrp="1"/>
          </p:cNvSpPr>
          <p:nvPr>
            <p:ph type="ftr" sz="quarter" idx="11"/>
          </p:nvPr>
        </p:nvSpPr>
        <p:spPr>
          <a:xfrm>
            <a:off x="4038600" y="6356350"/>
            <a:ext cx="4114800" cy="365125"/>
          </a:xfrm>
        </p:spPr>
        <p:txBody>
          <a:bodyPr rtlCol="0"/>
          <a:lstStyle/>
          <a:p>
            <a:pPr lvl="0" rtl="0"/>
            <a:endParaRPr lang="en-US" noProof="0" dirty="0"/>
          </a:p>
        </p:txBody>
      </p:sp>
      <p:sp>
        <p:nvSpPr>
          <p:cNvPr id="37" name="Espaço Reservado para o Número do Slide 36">
            <a:extLst>
              <a:ext uri="{FF2B5EF4-FFF2-40B4-BE49-F238E27FC236}">
                <a16:creationId xmlns:a16="http://schemas.microsoft.com/office/drawing/2014/main" id="{B0573956-0AA9-4FDF-8CDA-AC7558A89542}"/>
              </a:ext>
            </a:extLst>
          </p:cNvPr>
          <p:cNvSpPr>
            <a:spLocks noGrp="1"/>
          </p:cNvSpPr>
          <p:nvPr>
            <p:ph type="sldNum" sz="quarter" idx="12"/>
          </p:nvPr>
        </p:nvSpPr>
        <p:spPr>
          <a:xfrm>
            <a:off x="8610600" y="6356350"/>
            <a:ext cx="2743200" cy="365125"/>
          </a:xfrm>
        </p:spPr>
        <p:txBody>
          <a:bodyPr rtlCol="0"/>
          <a:lstStyle/>
          <a:p>
            <a:pPr lvl="0" rtl="0"/>
            <a:fld id="{5EA792F7-1D9E-4C7E-A103-E8EDFDC2691E}" type="slidenum">
              <a:rPr lang="en-US" noProof="0" smtClean="0"/>
              <a:pPr lvl="0"/>
              <a:t>11</a:t>
            </a:fld>
            <a:endParaRPr lang="en-US" noProof="0" dirty="0"/>
          </a:p>
        </p:txBody>
      </p:sp>
      <p:grpSp>
        <p:nvGrpSpPr>
          <p:cNvPr id="38" name="Elemento gráfico 185">
            <a:extLst>
              <a:ext uri="{FF2B5EF4-FFF2-40B4-BE49-F238E27FC236}">
                <a16:creationId xmlns:a16="http://schemas.microsoft.com/office/drawing/2014/main" id="{62ECD7B8-E70F-4597-823C-6C0A5EC4F4F1}"/>
              </a:ext>
              <a:ext uri="{C183D7F6-B498-43B3-948B-1728B52AA6E4}">
                <adec:decorative xmlns:adec="http://schemas.microsoft.com/office/drawing/2017/decorative" val="1"/>
              </a:ext>
            </a:extLst>
          </p:cNvPr>
          <p:cNvGrpSpPr/>
          <p:nvPr/>
        </p:nvGrpSpPr>
        <p:grpSpPr>
          <a:xfrm>
            <a:off x="10299333" y="5649598"/>
            <a:ext cx="1054467" cy="469689"/>
            <a:chOff x="9841624" y="4115729"/>
            <a:chExt cx="602170" cy="268223"/>
          </a:xfrm>
          <a:solidFill>
            <a:schemeClr val="tx1"/>
          </a:solidFill>
        </p:grpSpPr>
        <p:sp>
          <p:nvSpPr>
            <p:cNvPr id="39" name="Forma Livre: Forma 38">
              <a:extLst>
                <a:ext uri="{FF2B5EF4-FFF2-40B4-BE49-F238E27FC236}">
                  <a16:creationId xmlns:a16="http://schemas.microsoft.com/office/drawing/2014/main" id="{F74CB819-B1E4-4C4C-ABCB-151970A9A0DD}"/>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0" name="Forma livre: Forma 39">
              <a:extLst>
                <a:ext uri="{FF2B5EF4-FFF2-40B4-BE49-F238E27FC236}">
                  <a16:creationId xmlns:a16="http://schemas.microsoft.com/office/drawing/2014/main" id="{7F2A7F6B-452F-4A76-87BA-468BA643B88A}"/>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1" name="Forma livre: Forma 40">
              <a:extLst>
                <a:ext uri="{FF2B5EF4-FFF2-40B4-BE49-F238E27FC236}">
                  <a16:creationId xmlns:a16="http://schemas.microsoft.com/office/drawing/2014/main" id="{CB957824-0255-4243-A7A5-CE19287C2503}"/>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2" name="Forma livre: Forma 41">
              <a:extLst>
                <a:ext uri="{FF2B5EF4-FFF2-40B4-BE49-F238E27FC236}">
                  <a16:creationId xmlns:a16="http://schemas.microsoft.com/office/drawing/2014/main" id="{4067041A-231A-4FC6-ABA0-1B5F8A7315BC}"/>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3" name="Forma livre: Forma 42">
              <a:extLst>
                <a:ext uri="{FF2B5EF4-FFF2-40B4-BE49-F238E27FC236}">
                  <a16:creationId xmlns:a16="http://schemas.microsoft.com/office/drawing/2014/main" id="{24ACB53C-8728-49C6-A574-EFB0416BCD4B}"/>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3" name="Espaço Reservado para Imagem 2">
            <a:extLst>
              <a:ext uri="{FF2B5EF4-FFF2-40B4-BE49-F238E27FC236}">
                <a16:creationId xmlns:a16="http://schemas.microsoft.com/office/drawing/2014/main" id="{3DEE4572-EB50-2B5F-B4E5-504C2A0D88B6}"/>
              </a:ext>
            </a:extLst>
          </p:cNvPr>
          <p:cNvSpPr>
            <a:spLocks noGrp="1"/>
          </p:cNvSpPr>
          <p:nvPr>
            <p:ph type="pic" sz="quarter" idx="14"/>
          </p:nvPr>
        </p:nvSpPr>
        <p:spPr/>
        <p:txBody>
          <a:bodyPr/>
          <a:lstStyle/>
          <a:p>
            <a:endParaRPr lang="pt-BR"/>
          </a:p>
        </p:txBody>
      </p:sp>
      <p:sp>
        <p:nvSpPr>
          <p:cNvPr id="7" name="Espaço Reservado para Imagem 6">
            <a:extLst>
              <a:ext uri="{FF2B5EF4-FFF2-40B4-BE49-F238E27FC236}">
                <a16:creationId xmlns:a16="http://schemas.microsoft.com/office/drawing/2014/main" id="{B6ACD54A-D129-0DE7-8679-8D4848FB5DD4}"/>
              </a:ext>
            </a:extLst>
          </p:cNvPr>
          <p:cNvSpPr>
            <a:spLocks noGrp="1"/>
          </p:cNvSpPr>
          <p:nvPr>
            <p:ph type="pic" sz="quarter" idx="13"/>
          </p:nvPr>
        </p:nvSpPr>
        <p:spPr/>
        <p:txBody>
          <a:bodyPr/>
          <a:lstStyle/>
          <a:p>
            <a:endParaRPr lang="pt-BR"/>
          </a:p>
        </p:txBody>
      </p:sp>
      <p:sp>
        <p:nvSpPr>
          <p:cNvPr id="9" name="Espaço Reservado para Imagem 8">
            <a:extLst>
              <a:ext uri="{FF2B5EF4-FFF2-40B4-BE49-F238E27FC236}">
                <a16:creationId xmlns:a16="http://schemas.microsoft.com/office/drawing/2014/main" id="{084FA15B-218F-E0AE-146B-853CA5AEAE80}"/>
              </a:ext>
            </a:extLst>
          </p:cNvPr>
          <p:cNvSpPr>
            <a:spLocks noGrp="1"/>
          </p:cNvSpPr>
          <p:nvPr>
            <p:ph type="pic" sz="quarter" idx="15"/>
          </p:nvPr>
        </p:nvSpPr>
        <p:spPr/>
        <p:txBody>
          <a:bodyPr/>
          <a:lstStyle/>
          <a:p>
            <a:endParaRPr lang="pt-BR"/>
          </a:p>
        </p:txBody>
      </p:sp>
    </p:spTree>
    <p:extLst>
      <p:ext uri="{BB962C8B-B14F-4D97-AF65-F5344CB8AC3E}">
        <p14:creationId xmlns:p14="http://schemas.microsoft.com/office/powerpoint/2010/main" val="28619131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0209C3A7-31E6-4EE8-BF99-2440C094C970}"/>
              </a:ext>
            </a:extLst>
          </p:cNvPr>
          <p:cNvSpPr>
            <a:spLocks noGrp="1"/>
          </p:cNvSpPr>
          <p:nvPr>
            <p:ph type="ctrTitle"/>
          </p:nvPr>
        </p:nvSpPr>
        <p:spPr>
          <a:xfrm>
            <a:off x="7012297" y="786881"/>
            <a:ext cx="4203323" cy="2927350"/>
          </a:xfrm>
        </p:spPr>
        <p:txBody>
          <a:bodyPr rtlCol="0"/>
          <a:lstStyle/>
          <a:p>
            <a:pPr rtl="0"/>
            <a:endParaRPr lang="en-US" dirty="0"/>
          </a:p>
        </p:txBody>
      </p:sp>
      <p:sp>
        <p:nvSpPr>
          <p:cNvPr id="8" name="Subtítulo 7">
            <a:extLst>
              <a:ext uri="{FF2B5EF4-FFF2-40B4-BE49-F238E27FC236}">
                <a16:creationId xmlns:a16="http://schemas.microsoft.com/office/drawing/2014/main" id="{E0BE5AE7-0A6C-4369-BD8C-2F815E4F3E2F}"/>
              </a:ext>
            </a:extLst>
          </p:cNvPr>
          <p:cNvSpPr>
            <a:spLocks noGrp="1"/>
          </p:cNvSpPr>
          <p:nvPr>
            <p:ph type="subTitle" idx="1"/>
          </p:nvPr>
        </p:nvSpPr>
        <p:spPr>
          <a:xfrm>
            <a:off x="7012297" y="3970527"/>
            <a:ext cx="4203323" cy="1647919"/>
          </a:xfrm>
        </p:spPr>
        <p:txBody>
          <a:bodyPr rtlCol="0">
            <a:normAutofit/>
          </a:bodyPr>
          <a:lstStyle/>
          <a:p>
            <a:pPr rtl="0"/>
            <a:endParaRPr lang="en-US" dirty="0"/>
          </a:p>
        </p:txBody>
      </p:sp>
      <p:sp>
        <p:nvSpPr>
          <p:cNvPr id="5" name="Espaço Reservado para Rodapé 4">
            <a:extLst>
              <a:ext uri="{FF2B5EF4-FFF2-40B4-BE49-F238E27FC236}">
                <a16:creationId xmlns:a16="http://schemas.microsoft.com/office/drawing/2014/main" id="{D1E85B58-3E33-4718-B21A-F723800F796F}"/>
              </a:ext>
            </a:extLst>
          </p:cNvPr>
          <p:cNvSpPr>
            <a:spLocks noGrp="1"/>
          </p:cNvSpPr>
          <p:nvPr>
            <p:ph type="ftr" sz="quarter" idx="11"/>
          </p:nvPr>
        </p:nvSpPr>
        <p:spPr>
          <a:xfrm>
            <a:off x="4038600" y="6356350"/>
            <a:ext cx="4114800" cy="365125"/>
          </a:xfrm>
        </p:spPr>
        <p:txBody>
          <a:bodyPr rtlCol="0"/>
          <a:lstStyle/>
          <a:p>
            <a:pPr lvl="0" rtl="0"/>
            <a:endParaRPr lang="pt-br" noProof="0" dirty="0"/>
          </a:p>
        </p:txBody>
      </p:sp>
      <p:sp>
        <p:nvSpPr>
          <p:cNvPr id="6" name="Espaço Reservado para o Número do Slide 5">
            <a:extLst>
              <a:ext uri="{FF2B5EF4-FFF2-40B4-BE49-F238E27FC236}">
                <a16:creationId xmlns:a16="http://schemas.microsoft.com/office/drawing/2014/main" id="{AF849C70-F913-4CB3-A901-694767834BFB}"/>
              </a:ext>
            </a:extLst>
          </p:cNvPr>
          <p:cNvSpPr>
            <a:spLocks noGrp="1"/>
          </p:cNvSpPr>
          <p:nvPr>
            <p:ph type="sldNum" sz="quarter" idx="12"/>
          </p:nvPr>
        </p:nvSpPr>
        <p:spPr>
          <a:xfrm>
            <a:off x="8610600" y="6356350"/>
            <a:ext cx="2743200" cy="365125"/>
          </a:xfrm>
        </p:spPr>
        <p:txBody>
          <a:bodyPr rtlCol="0"/>
          <a:lstStyle/>
          <a:p>
            <a:pPr lvl="0" rtl="0"/>
            <a:fld id="{F3450C42-9A0B-4425-92C2-70FCF7C45734}" type="slidenum">
              <a:rPr lang="en-US" noProof="0" smtClean="0"/>
              <a:pPr lvl="0"/>
              <a:t>12</a:t>
            </a:fld>
            <a:endParaRPr lang="en-US" noProof="0"/>
          </a:p>
        </p:txBody>
      </p:sp>
      <p:sp>
        <p:nvSpPr>
          <p:cNvPr id="3" name="Espaço Reservado para Imagem 2">
            <a:extLst>
              <a:ext uri="{FF2B5EF4-FFF2-40B4-BE49-F238E27FC236}">
                <a16:creationId xmlns:a16="http://schemas.microsoft.com/office/drawing/2014/main" id="{F675C182-81B3-5AD9-9BF2-21518F558039}"/>
              </a:ext>
            </a:extLst>
          </p:cNvPr>
          <p:cNvSpPr>
            <a:spLocks noGrp="1"/>
          </p:cNvSpPr>
          <p:nvPr>
            <p:ph type="pic" sz="quarter" idx="13"/>
          </p:nvPr>
        </p:nvSpPr>
        <p:spPr/>
        <p:txBody>
          <a:bodyPr/>
          <a:lstStyle/>
          <a:p>
            <a:endParaRPr lang="pt-BR"/>
          </a:p>
        </p:txBody>
      </p:sp>
    </p:spTree>
    <p:extLst>
      <p:ext uri="{BB962C8B-B14F-4D97-AF65-F5344CB8AC3E}">
        <p14:creationId xmlns:p14="http://schemas.microsoft.com/office/powerpoint/2010/main" val="679062198"/>
      </p:ext>
    </p:extLst>
  </p:cSld>
  <p:clrMapOvr>
    <a:masterClrMapping/>
  </p:clrMapOvr>
</p:sld>
</file>

<file path=ppt/theme/theme1.xml><?xml version="1.0" encoding="utf-8"?>
<a:theme xmlns:a="http://schemas.openxmlformats.org/drawingml/2006/main" name="1_FunkyShapesVTI">
  <a:themeElements>
    <a:clrScheme name="Custom 15">
      <a:dk1>
        <a:sysClr val="windowText" lastClr="000000"/>
      </a:dk1>
      <a:lt1>
        <a:sysClr val="window" lastClr="FFFFFF"/>
      </a:lt1>
      <a:dk2>
        <a:srgbClr val="2D2D2D"/>
      </a:dk2>
      <a:lt2>
        <a:srgbClr val="F3FFF8"/>
      </a:lt2>
      <a:accent1>
        <a:srgbClr val="FF80BD"/>
      </a:accent1>
      <a:accent2>
        <a:srgbClr val="1EB9D3"/>
      </a:accent2>
      <a:accent3>
        <a:srgbClr val="21C46B"/>
      </a:accent3>
      <a:accent4>
        <a:srgbClr val="EA9600"/>
      </a:accent4>
      <a:accent5>
        <a:srgbClr val="F43B56"/>
      </a:accent5>
      <a:accent6>
        <a:srgbClr val="4B56E8"/>
      </a:accent6>
      <a:hlink>
        <a:srgbClr val="8F61FF"/>
      </a:hlink>
      <a:folHlink>
        <a:srgbClr val="F900A0"/>
      </a:folHlink>
    </a:clrScheme>
    <a:fontScheme name="Custom 7">
      <a:majorFont>
        <a:latin typeface="Source Sans Pro "/>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unkyShapesVTI" id="{A7F40C41-3FB2-45B0-B0D6-DFB7FDD9B7AD}" vid="{C49381A0-09CD-46EE-B141-E2CDD87ABFE3}"/>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74A60CD-0DE5-49D4-8EE4-931437A2651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04279500-64D1-4E99-9E84-D64A6313B3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0EA051F-84B4-4065-A650-AA89D1B04233}">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
  <TotalTime>1</TotalTime>
  <Words>45</Words>
  <Application>Microsoft Office PowerPoint</Application>
  <PresentationFormat>Widescreen</PresentationFormat>
  <Paragraphs>34</Paragraphs>
  <Slides>12</Slides>
  <Notes>12</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12</vt:i4>
      </vt:variant>
    </vt:vector>
  </HeadingPairs>
  <TitlesOfParts>
    <vt:vector size="17" baseType="lpstr">
      <vt:lpstr>Arial</vt:lpstr>
      <vt:lpstr>Calibri</vt:lpstr>
      <vt:lpstr>Source Sans Pro</vt:lpstr>
      <vt:lpstr>Source Sans Pro </vt:lpstr>
      <vt:lpstr>1_FunkyShapesVTI</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Linha do Tempo</vt:lpstr>
      <vt:lpstr>Apresentação do PowerPoint</vt:lpstr>
      <vt:lpstr>Conteúdo 2</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Gean Santos</cp:lastModifiedBy>
  <cp:revision>3</cp:revision>
  <dcterms:created xsi:type="dcterms:W3CDTF">2026-03-13T01:12:03Z</dcterms:created>
  <dcterms:modified xsi:type="dcterms:W3CDTF">2026-03-14T17:55:19Z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SIP_Label_defa4170-0d19-0005-0004-bc88714345d2_Enabled">
    <vt:lpwstr>true</vt:lpwstr>
  </property>
  <property fmtid="{D5CDD505-2E9C-101B-9397-08002B2CF9AE}" pid="4" name="MSIP_Label_defa4170-0d19-0005-0004-bc88714345d2_SetDate">
    <vt:lpwstr>2026-03-14T17:53:34Z</vt:lpwstr>
  </property>
  <property fmtid="{D5CDD505-2E9C-101B-9397-08002B2CF9AE}" pid="5" name="MSIP_Label_defa4170-0d19-0005-0004-bc88714345d2_Method">
    <vt:lpwstr>Standard</vt:lpwstr>
  </property>
  <property fmtid="{D5CDD505-2E9C-101B-9397-08002B2CF9AE}" pid="6" name="MSIP_Label_defa4170-0d19-0005-0004-bc88714345d2_Name">
    <vt:lpwstr>defa4170-0d19-0005-0004-bc88714345d2</vt:lpwstr>
  </property>
  <property fmtid="{D5CDD505-2E9C-101B-9397-08002B2CF9AE}" pid="7" name="MSIP_Label_defa4170-0d19-0005-0004-bc88714345d2_SiteId">
    <vt:lpwstr>cde9cf13-cbc7-4116-a4eb-62f2be7fe935</vt:lpwstr>
  </property>
  <property fmtid="{D5CDD505-2E9C-101B-9397-08002B2CF9AE}" pid="8" name="MSIP_Label_defa4170-0d19-0005-0004-bc88714345d2_ActionId">
    <vt:lpwstr>03ab5455-0fe6-4716-8f0a-c55e8906bdba</vt:lpwstr>
  </property>
  <property fmtid="{D5CDD505-2E9C-101B-9397-08002B2CF9AE}" pid="9" name="MSIP_Label_defa4170-0d19-0005-0004-bc88714345d2_ContentBits">
    <vt:lpwstr>0</vt:lpwstr>
  </property>
  <property fmtid="{D5CDD505-2E9C-101B-9397-08002B2CF9AE}" pid="10" name="MSIP_Label_defa4170-0d19-0005-0004-bc88714345d2_Tag">
    <vt:lpwstr>10, 3, 0, 1</vt:lpwstr>
  </property>
</Properties>
</file>