
<file path=[Content_Types].xml><?xml version="1.0" encoding="utf-8"?>
<Types xmlns="http://schemas.openxmlformats.org/package/2006/content-types">
  <Default Extension="jpeg" ContentType="image/jpeg"/>
  <Default Extension="rels" ContentType="application/vnd.openxmlformats-package.relationships+xml"/>
  <Default Extension="xml" ContentType="application/xml"/>
  <Override PartName="/ppt/presentation.xml" ContentType="application/vnd.openxmlformats-officedocument.presentationml.presentation.main+xml"/>
  <Override PartName="/customXml/itemProps1.xml" ContentType="application/vnd.openxmlformats-officedocument.customXmlProperties+xml"/>
  <Override PartName="/customXml/itemProps2.xml" ContentType="application/vnd.openxmlformats-officedocument.customXmlProperties+xml"/>
  <Override PartName="/customXml/itemProps3.xml" ContentType="application/vnd.openxmlformats-officedocument.customXmlProperties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slides/slide12.xml" ContentType="application/vnd.openxmlformats-officedocument.presentationml.slide+xml"/>
  <Override PartName="/ppt/slides/slide13.xml" ContentType="application/vnd.openxmlformats-officedocument.presentationml.slide+xml"/>
  <Override PartName="/ppt/notesMasters/notesMaster1.xml" ContentType="application/vnd.openxmlformats-officedocument.presentationml.notesMaster+xml"/>
  <Override PartName="/ppt/handoutMasters/handoutMaster1.xml" ContentType="application/vnd.openxmlformats-officedocument.presentationml.handoutMaster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12.xml" ContentType="application/vnd.openxmlformats-officedocument.presentationml.slideLayout+xml"/>
  <Override PartName="/ppt/slideLayouts/slideLayout13.xml" ContentType="application/vnd.openxmlformats-officedocument.presentationml.slideLayout+xml"/>
  <Override PartName="/ppt/theme/theme2.xml" ContentType="application/vnd.openxmlformats-officedocument.theme+xml"/>
  <Override PartName="/ppt/theme/theme3.xml" ContentType="application/vnd.openxmlformats-officedocument.theme+xml"/>
  <Override PartName="/ppt/notesSlides/notesSlide1.xml" ContentType="application/vnd.openxmlformats-officedocument.presentationml.notesSlide+xml"/>
  <Override PartName="/ppt/notesSlides/notesSlide2.xml" ContentType="application/vnd.openxmlformats-officedocument.presentationml.notesSlide+xml"/>
  <Override PartName="/ppt/notesSlides/notesSlide3.xml" ContentType="application/vnd.openxmlformats-officedocument.presentationml.notesSlide+xml"/>
  <Override PartName="/ppt/notesSlides/notesSlide4.xml" ContentType="application/vnd.openxmlformats-officedocument.presentationml.notesSlide+xml"/>
  <Override PartName="/ppt/notesSlides/notesSlide5.xml" ContentType="application/vnd.openxmlformats-officedocument.presentationml.notesSlide+xml"/>
  <Override PartName="/ppt/notesSlides/notesSlide6.xml" ContentType="application/vnd.openxmlformats-officedocument.presentationml.notesSlide+xml"/>
  <Override PartName="/ppt/notesSlides/notesSlide7.xml" ContentType="application/vnd.openxmlformats-officedocument.presentationml.notesSlide+xml"/>
  <Override PartName="/ppt/notesSlides/notesSlide8.xml" ContentType="application/vnd.openxmlformats-officedocument.presentationml.notesSlide+xml"/>
  <Override PartName="/ppt/notesSlides/notesSlide9.xml" ContentType="application/vnd.openxmlformats-officedocument.presentationml.notesSlide+xml"/>
  <Override PartName="/ppt/notesSlides/notesSlide10.xml" ContentType="application/vnd.openxmlformats-officedocument.presentationml.notesSlide+xml"/>
  <Override PartName="/ppt/notesSlides/notesSlide11.xml" ContentType="application/vnd.openxmlformats-officedocument.presentationml.notesSlide+xml"/>
  <Override PartName="/ppt/notesSlides/notesSlide12.xml" ContentType="application/vnd.openxmlformats-officedocument.presentationml.notesSlide+xml"/>
  <Override PartName="/ppt/notesSlides/notesSlide13.xml" ContentType="application/vnd.openxmlformats-officedocument.presentationml.notesSlide+xml"/>
  <Override PartName="/ppt/authors.xml" ContentType="application/vnd.ms-powerpoint.authors+xml"/>
  <Override PartName="/docProps/core.xml" ContentType="application/vnd.openxmlformats-package.core-properties+xml"/>
  <Override PartName="/docProps/app.xml" ContentType="application/vnd.openxmlformats-officedocument.extended-properties+xml"/>
  <Override PartName="/docProps/custom.xml" ContentType="application/vnd.openxmlformats-officedocument.custom-properties+xml"/>
  <Override PartName="/docMetadata/LabelInfo.xml" ContentType="application/vnd.ms-office.classificationlabels+xml"/>
</Types>
</file>

<file path=_rels/.rels><?xml version="1.0" encoding="UTF-8" standalone="yes"?>
<Relationships xmlns="http://schemas.openxmlformats.org/package/2006/relationships"><Relationship Id="rId3" Type="http://schemas.openxmlformats.org/package/2006/relationships/metadata/core-properties" Target="docProps/core.xml"/><Relationship Id="rId2" Type="http://schemas.openxmlformats.org/package/2006/relationships/metadata/thumbnail" Target="docProps/thumbnail.jpeg"/><Relationship Id="rId1" Type="http://schemas.openxmlformats.org/officeDocument/2006/relationships/officeDocument" Target="ppt/presentation.xml"/><Relationship Id="rId6" Type="http://schemas.microsoft.com/office/2020/02/relationships/classificationlabels" Target="docMetadata/LabelInfo.xml"/><Relationship Id="rId5" Type="http://schemas.openxmlformats.org/officeDocument/2006/relationships/custom-properties" Target="docProps/custom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60" r:id="rId4"/>
  </p:sldMasterIdLst>
  <p:notesMasterIdLst>
    <p:notesMasterId r:id="rId18"/>
  </p:notesMasterIdLst>
  <p:handoutMasterIdLst>
    <p:handoutMasterId r:id="rId19"/>
  </p:handoutMasterIdLst>
  <p:sldIdLst>
    <p:sldId id="315" r:id="rId5"/>
    <p:sldId id="266" r:id="rId6"/>
    <p:sldId id="314" r:id="rId7"/>
    <p:sldId id="271" r:id="rId8"/>
    <p:sldId id="309" r:id="rId9"/>
    <p:sldId id="256" r:id="rId10"/>
    <p:sldId id="312" r:id="rId11"/>
    <p:sldId id="305" r:id="rId12"/>
    <p:sldId id="310" r:id="rId13"/>
    <p:sldId id="316" r:id="rId14"/>
    <p:sldId id="313" r:id="rId15"/>
    <p:sldId id="300" r:id="rId16"/>
    <p:sldId id="295" r:id="rId17"/>
  </p:sldIdLst>
  <p:sldSz cx="12192000" cy="6858000"/>
  <p:notesSz cx="6858000" cy="9144000"/>
  <p:defaultTextStyle>
    <a:defPPr rtl="0">
      <a:defRPr lang="pt-BR"/>
    </a:defPPr>
    <a:lvl1pPr marL="0" algn="l" defTabSz="914400" rtl="0" eaLnBrk="1" latinLnBrk="0" hangingPunct="1">
      <a:defRPr lang="pt-BR"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lang="pt-BR"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lang="pt-BR"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lang="pt-BR"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lang="pt-BR"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lang="pt-BR"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lang="pt-BR"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lang="pt-BR"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lang="pt-BR" sz="1800" kern="1200">
        <a:solidFill>
          <a:schemeClr val="tx1"/>
        </a:solidFill>
        <a:latin typeface="+mn-lt"/>
        <a:ea typeface="+mn-ea"/>
        <a:cs typeface="+mn-cs"/>
      </a:defRPr>
    </a:lvl9pPr>
  </p:defaultTextStyle>
  <p:extLst>
    <p:ext uri="{EFAFB233-063F-42B5-8137-9DF3F51BA10A}">
      <p15:sldGuideLst xmlns:p15="http://schemas.microsoft.com/office/powerpoint/2012/main"/>
    </p:ext>
    <p:ext uri="{2D200454-40CA-4A62-9FC3-DE9A4176ACB9}">
      <p15:notesGuideLst xmlns:p15="http://schemas.microsoft.com/office/powerpoint/2012/main"/>
    </p:ext>
  </p:extLst>
</p:presentation>
</file>

<file path=ppt/authors.xml><?xml version="1.0" encoding="utf-8"?>
<p188:authorLst xmlns:a="http://schemas.openxmlformats.org/drawingml/2006/main" xmlns:r="http://schemas.openxmlformats.org/officeDocument/2006/relationships" xmlns:p188="http://schemas.microsoft.com/office/powerpoint/2018/8/main">
  <p188:author id="{00000000-0000-0000-0000-000000000000}" name="Author" initials="A" userId="Author" providerId="AD"/>
  <p188:author id="{5AA1BD55-57CD-466E-0725-B6CBA11E0D12}" name="Lauren Weldy (ALLEGIS GROUP SERVICES)" initials="LW" userId="S::v-lweldy@microsoft.com::07a2285c-a352-4b96-8658-ecc34365c15e" providerId="AD"/>
</p188:authorLst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showPr showNarration="1" useTimings="0">
    <p:present/>
    <p:sldAll/>
    <p:penClr>
      <a:prstClr val="red"/>
    </p:penClr>
    <p:extLst>
      <p:ext uri="{EC167BDD-8182-4AB7-AECC-EB403E3ABB37}">
        <p14:laserClr xmlns:p14="http://schemas.microsoft.com/office/powerpoint/2010/main">
          <a:srgbClr val="FF0000"/>
        </p14:laserClr>
      </p:ext>
      <p:ext uri="{2FDB2607-1784-4EEB-B798-7EB5836EED8A}">
        <p14:showMediaCtrls xmlns:p14="http://schemas.microsoft.com/office/powerpoint/2010/main" val="1"/>
      </p:ext>
    </p:extLst>
  </p:showPr>
  <p:clrMru>
    <a:srgbClr val="EBEDEB"/>
  </p:clrMru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150"/>
    </p:ext>
    <p:ext uri="{FD5EFAAD-0ECE-453E-9831-46B23BE46B34}">
      <p15:chartTrackingRefBased xmlns:p15="http://schemas.microsoft.com/office/powerpoint/2012/main" val="1"/>
    </p:ext>
  </p:extLst>
</p:presentationPr>
</file>

<file path=ppt/tableStyles.xml><?xml version="1.0" encoding="utf-8"?>
<a:tblStyleLst xmlns:a="http://schemas.openxmlformats.org/drawingml/2006/main" def="{8A107856-5554-42FB-B03E-39F5DBC370BA}">
  <a:tblStyle styleId="{21E4AEA4-8DFA-4A89-87EB-49C32662AFE0}" styleName="Medium Style 2 - Accent 2">
    <a:wholeTbl>
      <a:tcTxStyle>
        <a:fontRef idx="minor">
          <a:prstClr val="black"/>
        </a:fontRef>
        <a:schemeClr val="dk1"/>
      </a:tcTxStyle>
      <a:tcStyle>
        <a:tcBdr>
          <a:left>
            <a:ln w="12700" cmpd="sng">
              <a:solidFill>
                <a:schemeClr val="lt1"/>
              </a:solidFill>
            </a:ln>
          </a:left>
          <a:right>
            <a:ln w="12700" cmpd="sng">
              <a:solidFill>
                <a:schemeClr val="lt1"/>
              </a:solidFill>
            </a:ln>
          </a:right>
          <a:top>
            <a:ln w="12700" cmpd="sng">
              <a:solidFill>
                <a:schemeClr val="lt1"/>
              </a:solidFill>
            </a:ln>
          </a:top>
          <a:bottom>
            <a:ln w="12700" cmpd="sng">
              <a:solidFill>
                <a:schemeClr val="lt1"/>
              </a:solidFill>
            </a:ln>
          </a:bottom>
          <a:insideH>
            <a:ln w="12700" cmpd="sng">
              <a:solidFill>
                <a:schemeClr val="lt1"/>
              </a:solidFill>
            </a:ln>
          </a:insideH>
          <a:insideV>
            <a:ln w="12700" cmpd="sng">
              <a:solidFill>
                <a:schemeClr val="lt1"/>
              </a:solidFill>
            </a:ln>
          </a:insideV>
        </a:tcBdr>
        <a:fill>
          <a:solidFill>
            <a:schemeClr val="accent2">
              <a:tint val="20000"/>
            </a:schemeClr>
          </a:solidFill>
        </a:fill>
      </a:tcStyle>
    </a:wholeTbl>
    <a:band1H>
      <a:tcStyle>
        <a:tcBdr/>
        <a:fill>
          <a:solidFill>
            <a:schemeClr val="accent2">
              <a:tint val="40000"/>
            </a:schemeClr>
          </a:solidFill>
        </a:fill>
      </a:tcStyle>
    </a:band1H>
    <a:band2H>
      <a:tcStyle>
        <a:tcBdr/>
      </a:tcStyle>
    </a:band2H>
    <a:band1V>
      <a:tcStyle>
        <a:tcBdr/>
        <a:fill>
          <a:solidFill>
            <a:schemeClr val="accent2">
              <a:tint val="40000"/>
            </a:schemeClr>
          </a:solidFill>
        </a:fill>
      </a:tcStyle>
    </a:band1V>
    <a:band2V>
      <a:tcStyle>
        <a:tcBdr/>
      </a:tcStyle>
    </a:band2V>
    <a:la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2"/>
          </a:solidFill>
        </a:fill>
      </a:tcStyle>
    </a:lastCol>
    <a:fir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2"/>
          </a:solidFill>
        </a:fill>
      </a:tcStyle>
    </a:firstCol>
    <a:lastRow>
      <a:tcTxStyle b="on">
        <a:fontRef idx="minor">
          <a:prstClr val="black"/>
        </a:fontRef>
        <a:schemeClr val="lt1"/>
      </a:tcTxStyle>
      <a:tcStyle>
        <a:tcBdr>
          <a:top>
            <a:ln w="38100" cmpd="sng">
              <a:solidFill>
                <a:schemeClr val="lt1"/>
              </a:solidFill>
            </a:ln>
          </a:top>
        </a:tcBdr>
        <a:fill>
          <a:solidFill>
            <a:schemeClr val="accent2"/>
          </a:solidFill>
        </a:fill>
      </a:tcStyle>
    </a:lastRow>
    <a:firstRow>
      <a:tcTxStyle b="on">
        <a:fontRef idx="minor">
          <a:prstClr val="black"/>
        </a:fontRef>
        <a:schemeClr val="lt1"/>
      </a:tcTxStyle>
      <a:tcStyle>
        <a:tcBdr>
          <a:bottom>
            <a:ln w="38100" cmpd="sng">
              <a:solidFill>
                <a:schemeClr val="lt1"/>
              </a:solidFill>
            </a:ln>
          </a:bottom>
        </a:tcBdr>
        <a:fill>
          <a:solidFill>
            <a:schemeClr val="accent2"/>
          </a:solidFill>
        </a:fill>
      </a:tcStyle>
    </a:firstRow>
  </a:tblStyle>
  <a:tblStyle styleId="{5C22544A-7EE6-4342-B048-85BDC9FD1C3A}" styleName="Medium Style 2 - Accent 1">
    <a:wholeTbl>
      <a:tcTxStyle>
        <a:fontRef idx="minor">
          <a:prstClr val="black"/>
        </a:fontRef>
        <a:schemeClr val="dk1"/>
      </a:tcTxStyle>
      <a:tcStyle>
        <a:tcBdr>
          <a:left>
            <a:ln w="12700" cmpd="sng">
              <a:solidFill>
                <a:schemeClr val="lt1"/>
              </a:solidFill>
            </a:ln>
          </a:left>
          <a:right>
            <a:ln w="12700" cmpd="sng">
              <a:solidFill>
                <a:schemeClr val="lt1"/>
              </a:solidFill>
            </a:ln>
          </a:right>
          <a:top>
            <a:ln w="12700" cmpd="sng">
              <a:solidFill>
                <a:schemeClr val="lt1"/>
              </a:solidFill>
            </a:ln>
          </a:top>
          <a:bottom>
            <a:ln w="12700" cmpd="sng">
              <a:solidFill>
                <a:schemeClr val="lt1"/>
              </a:solidFill>
            </a:ln>
          </a:bottom>
          <a:insideH>
            <a:ln w="12700" cmpd="sng">
              <a:solidFill>
                <a:schemeClr val="lt1"/>
              </a:solidFill>
            </a:ln>
          </a:insideH>
          <a:insideV>
            <a:ln w="12700" cmpd="sng">
              <a:solidFill>
                <a:schemeClr val="lt1"/>
              </a:solidFill>
            </a:ln>
          </a:insideV>
        </a:tcBdr>
        <a:fill>
          <a:solidFill>
            <a:schemeClr val="accent1">
              <a:tint val="20000"/>
            </a:schemeClr>
          </a:solidFill>
        </a:fill>
      </a:tcStyle>
    </a:wholeTbl>
    <a:band1H>
      <a:tcStyle>
        <a:tcBdr/>
        <a:fill>
          <a:solidFill>
            <a:schemeClr val="accent1">
              <a:tint val="40000"/>
            </a:schemeClr>
          </a:solidFill>
        </a:fill>
      </a:tcStyle>
    </a:band1H>
    <a:band2H>
      <a:tcStyle>
        <a:tcBdr/>
      </a:tcStyle>
    </a:band2H>
    <a:band1V>
      <a:tcStyle>
        <a:tcBdr/>
        <a:fill>
          <a:solidFill>
            <a:schemeClr val="accent1">
              <a:tint val="40000"/>
            </a:schemeClr>
          </a:solidFill>
        </a:fill>
      </a:tcStyle>
    </a:band1V>
    <a:band2V>
      <a:tcStyle>
        <a:tcBdr/>
      </a:tcStyle>
    </a:band2V>
    <a:la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1"/>
          </a:solidFill>
        </a:fill>
      </a:tcStyle>
    </a:lastCol>
    <a:fir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1"/>
          </a:solidFill>
        </a:fill>
      </a:tcStyle>
    </a:firstCol>
    <a:lastRow>
      <a:tcTxStyle b="on">
        <a:fontRef idx="minor">
          <a:prstClr val="black"/>
        </a:fontRef>
        <a:schemeClr val="lt1"/>
      </a:tcTxStyle>
      <a:tcStyle>
        <a:tcBdr>
          <a:top>
            <a:ln w="38100" cmpd="sng">
              <a:solidFill>
                <a:schemeClr val="lt1"/>
              </a:solidFill>
            </a:ln>
          </a:top>
        </a:tcBdr>
        <a:fill>
          <a:solidFill>
            <a:schemeClr val="accent1"/>
          </a:solidFill>
        </a:fill>
      </a:tcStyle>
    </a:lastRow>
    <a:firstRow>
      <a:tcTxStyle b="on">
        <a:fontRef idx="minor">
          <a:prstClr val="black"/>
        </a:fontRef>
        <a:schemeClr val="lt1"/>
      </a:tcTxStyle>
      <a:tcStyle>
        <a:tcBdr>
          <a:bottom>
            <a:ln w="38100" cmpd="sng">
              <a:solidFill>
                <a:schemeClr val="lt1"/>
              </a:solidFill>
            </a:ln>
          </a:bottom>
        </a:tcBdr>
        <a:fill>
          <a:solidFill>
            <a:schemeClr val="accent1"/>
          </a:solidFill>
        </a:fill>
      </a:tcStyle>
    </a:firstRow>
  </a:tblStyle>
  <a:tblStyle styleId="{93296810-A885-4BE3-A3E7-6D5BEEA58F35}" styleName="Medium Style 2 - Accent 6">
    <a:wholeTbl>
      <a:tcTxStyle>
        <a:fontRef idx="minor">
          <a:prstClr val="black"/>
        </a:fontRef>
        <a:schemeClr val="dk1"/>
      </a:tcTxStyle>
      <a:tcStyle>
        <a:tcBdr>
          <a:left>
            <a:ln w="12700" cmpd="sng">
              <a:solidFill>
                <a:schemeClr val="lt1"/>
              </a:solidFill>
            </a:ln>
          </a:left>
          <a:right>
            <a:ln w="12700" cmpd="sng">
              <a:solidFill>
                <a:schemeClr val="lt1"/>
              </a:solidFill>
            </a:ln>
          </a:right>
          <a:top>
            <a:ln w="12700" cmpd="sng">
              <a:solidFill>
                <a:schemeClr val="lt1"/>
              </a:solidFill>
            </a:ln>
          </a:top>
          <a:bottom>
            <a:ln w="12700" cmpd="sng">
              <a:solidFill>
                <a:schemeClr val="lt1"/>
              </a:solidFill>
            </a:ln>
          </a:bottom>
          <a:insideH>
            <a:ln w="12700" cmpd="sng">
              <a:solidFill>
                <a:schemeClr val="lt1"/>
              </a:solidFill>
            </a:ln>
          </a:insideH>
          <a:insideV>
            <a:ln w="12700" cmpd="sng">
              <a:solidFill>
                <a:schemeClr val="lt1"/>
              </a:solidFill>
            </a:ln>
          </a:insideV>
        </a:tcBdr>
        <a:fill>
          <a:solidFill>
            <a:schemeClr val="accent6">
              <a:tint val="20000"/>
            </a:schemeClr>
          </a:solidFill>
        </a:fill>
      </a:tcStyle>
    </a:wholeTbl>
    <a:band1H>
      <a:tcStyle>
        <a:tcBdr/>
        <a:fill>
          <a:solidFill>
            <a:schemeClr val="accent6">
              <a:tint val="40000"/>
            </a:schemeClr>
          </a:solidFill>
        </a:fill>
      </a:tcStyle>
    </a:band1H>
    <a:band2H>
      <a:tcStyle>
        <a:tcBdr/>
      </a:tcStyle>
    </a:band2H>
    <a:band1V>
      <a:tcStyle>
        <a:tcBdr/>
        <a:fill>
          <a:solidFill>
            <a:schemeClr val="accent6">
              <a:tint val="40000"/>
            </a:schemeClr>
          </a:solidFill>
        </a:fill>
      </a:tcStyle>
    </a:band1V>
    <a:band2V>
      <a:tcStyle>
        <a:tcBdr/>
      </a:tcStyle>
    </a:band2V>
    <a:la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6"/>
          </a:solidFill>
        </a:fill>
      </a:tcStyle>
    </a:lastCol>
    <a:fir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6"/>
          </a:solidFill>
        </a:fill>
      </a:tcStyle>
    </a:firstCol>
    <a:lastRow>
      <a:tcTxStyle b="on">
        <a:fontRef idx="minor">
          <a:prstClr val="black"/>
        </a:fontRef>
        <a:schemeClr val="lt1"/>
      </a:tcTxStyle>
      <a:tcStyle>
        <a:tcBdr>
          <a:top>
            <a:ln w="38100" cmpd="sng">
              <a:solidFill>
                <a:schemeClr val="lt1"/>
              </a:solidFill>
            </a:ln>
          </a:top>
        </a:tcBdr>
        <a:fill>
          <a:solidFill>
            <a:schemeClr val="accent6"/>
          </a:solidFill>
        </a:fill>
      </a:tcStyle>
    </a:lastRow>
    <a:firstRow>
      <a:tcTxStyle b="on">
        <a:fontRef idx="minor">
          <a:prstClr val="black"/>
        </a:fontRef>
        <a:schemeClr val="lt1"/>
      </a:tcTxStyle>
      <a:tcStyle>
        <a:tcBdr>
          <a:bottom>
            <a:ln w="38100" cmpd="sng">
              <a:solidFill>
                <a:schemeClr val="lt1"/>
              </a:solidFill>
            </a:ln>
          </a:bottom>
        </a:tcBdr>
        <a:fill>
          <a:solidFill>
            <a:schemeClr val="accent6"/>
          </a:solidFill>
        </a:fill>
      </a:tcStyle>
    </a:firstRow>
  </a:tblStyle>
  <a:tblStyle styleId="{72833802-FEF1-4C79-8D5D-14CF1EAF98D9}" styleName="Light Style 2 - Accent 2">
    <a:wholeTbl>
      <a:tcTxStyle>
        <a:fontRef idx="minor">
          <a:scrgbClr r="0" g="0" b="0"/>
        </a:fontRef>
        <a:schemeClr val="tx1"/>
      </a:tcTxStyle>
      <a:tcStyle>
        <a:tcBdr>
          <a:left>
            <a:lnRef idx="1">
              <a:schemeClr val="accent2"/>
            </a:lnRef>
          </a:left>
          <a:right>
            <a:lnRef idx="1">
              <a:schemeClr val="accent2"/>
            </a:lnRef>
          </a:right>
          <a:top>
            <a:lnRef idx="1">
              <a:schemeClr val="accent2"/>
            </a:lnRef>
          </a:top>
          <a:bottom>
            <a:lnRef idx="1">
              <a:schemeClr val="accent2"/>
            </a:lnRef>
          </a:bottom>
          <a:insideH>
            <a:ln>
              <a:noFill/>
            </a:ln>
          </a:insideH>
          <a:insideV>
            <a:ln>
              <a:noFill/>
            </a:ln>
          </a:insideV>
        </a:tcBdr>
        <a:fill>
          <a:noFill/>
        </a:fill>
      </a:tcStyle>
    </a:wholeTbl>
    <a:band1H>
      <a:tcStyle>
        <a:tcBdr>
          <a:top>
            <a:lnRef idx="1">
              <a:schemeClr val="accent2"/>
            </a:lnRef>
          </a:top>
          <a:bottom>
            <a:lnRef idx="1">
              <a:schemeClr val="accent2"/>
            </a:lnRef>
          </a:bottom>
        </a:tcBdr>
      </a:tcStyle>
    </a:band1H>
    <a:band1V>
      <a:tcStyle>
        <a:tcBdr>
          <a:left>
            <a:lnRef idx="1">
              <a:schemeClr val="accent2"/>
            </a:lnRef>
          </a:left>
          <a:right>
            <a:lnRef idx="1">
              <a:schemeClr val="accent2"/>
            </a:lnRef>
          </a:right>
        </a:tcBdr>
      </a:tcStyle>
    </a:band1V>
    <a:band2V>
      <a:tcStyle>
        <a:tcBdr>
          <a:left>
            <a:lnRef idx="1">
              <a:schemeClr val="accent2"/>
            </a:lnRef>
          </a:left>
          <a:right>
            <a:lnRef idx="1">
              <a:schemeClr val="accent2"/>
            </a:lnRef>
          </a:right>
        </a:tcBdr>
      </a:tcStyle>
    </a:band2V>
    <a:lastCol>
      <a:tcTxStyle b="on"/>
      <a:tcStyle>
        <a:tcBdr/>
      </a:tcStyle>
    </a:lastCol>
    <a:firstCol>
      <a:tcTxStyle b="on"/>
      <a:tcStyle>
        <a:tcBdr/>
      </a:tcStyle>
    </a:firstCol>
    <a:lastRow>
      <a:tcTxStyle b="on"/>
      <a:tcStyle>
        <a:tcBdr>
          <a:top>
            <a:ln w="50800" cmpd="dbl">
              <a:solidFill>
                <a:schemeClr val="accent2"/>
              </a:solidFill>
            </a:ln>
          </a:top>
        </a:tcBdr>
      </a:tcStyle>
    </a:lastRow>
    <a:firstRow>
      <a:tcTxStyle b="on">
        <a:fontRef idx="minor">
          <a:scrgbClr r="0" g="0" b="0"/>
        </a:fontRef>
        <a:schemeClr val="bg1"/>
      </a:tcTxStyle>
      <a:tcStyle>
        <a:tcBdr/>
        <a:fillRef idx="1">
          <a:schemeClr val="accent2"/>
        </a:fillRef>
      </a:tcStyle>
    </a:firstRow>
  </a:tblStyle>
  <a:tblStyle styleId="{69012ECD-51FC-41F1-AA8D-1B2483CD663E}" styleName="Light Style 2 - Accent 1">
    <a:wholeTbl>
      <a:tcTxStyle>
        <a:fontRef idx="minor">
          <a:scrgbClr r="0" g="0" b="0"/>
        </a:fontRef>
        <a:schemeClr val="tx1"/>
      </a:tcTxStyle>
      <a:tcStyle>
        <a:tcBdr>
          <a:left>
            <a:lnRef idx="1">
              <a:schemeClr val="accent1"/>
            </a:lnRef>
          </a:left>
          <a:right>
            <a:lnRef idx="1">
              <a:schemeClr val="accent1"/>
            </a:lnRef>
          </a:right>
          <a:top>
            <a:lnRef idx="1">
              <a:schemeClr val="accent1"/>
            </a:lnRef>
          </a:top>
          <a:bottom>
            <a:lnRef idx="1">
              <a:schemeClr val="accent1"/>
            </a:lnRef>
          </a:bottom>
          <a:insideH>
            <a:ln>
              <a:noFill/>
            </a:ln>
          </a:insideH>
          <a:insideV>
            <a:ln>
              <a:noFill/>
            </a:ln>
          </a:insideV>
        </a:tcBdr>
        <a:fill>
          <a:noFill/>
        </a:fill>
      </a:tcStyle>
    </a:wholeTbl>
    <a:band1H>
      <a:tcStyle>
        <a:tcBdr>
          <a:top>
            <a:lnRef idx="1">
              <a:schemeClr val="accent1"/>
            </a:lnRef>
          </a:top>
          <a:bottom>
            <a:lnRef idx="1">
              <a:schemeClr val="accent1"/>
            </a:lnRef>
          </a:bottom>
        </a:tcBdr>
      </a:tcStyle>
    </a:band1H>
    <a:band1V>
      <a:tcStyle>
        <a:tcBdr>
          <a:left>
            <a:lnRef idx="1">
              <a:schemeClr val="accent1"/>
            </a:lnRef>
          </a:left>
          <a:right>
            <a:lnRef idx="1">
              <a:schemeClr val="accent1"/>
            </a:lnRef>
          </a:right>
        </a:tcBdr>
      </a:tcStyle>
    </a:band1V>
    <a:band2V>
      <a:tcStyle>
        <a:tcBdr>
          <a:left>
            <a:lnRef idx="1">
              <a:schemeClr val="accent1"/>
            </a:lnRef>
          </a:left>
          <a:right>
            <a:lnRef idx="1">
              <a:schemeClr val="accent1"/>
            </a:lnRef>
          </a:right>
        </a:tcBdr>
      </a:tcStyle>
    </a:band2V>
    <a:lastCol>
      <a:tcTxStyle b="on"/>
      <a:tcStyle>
        <a:tcBdr/>
      </a:tcStyle>
    </a:lastCol>
    <a:firstCol>
      <a:tcTxStyle b="on"/>
      <a:tcStyle>
        <a:tcBdr/>
      </a:tcStyle>
    </a:firstCol>
    <a:lastRow>
      <a:tcTxStyle b="on"/>
      <a:tcStyle>
        <a:tcBdr>
          <a:top>
            <a:ln w="50800" cmpd="dbl">
              <a:solidFill>
                <a:schemeClr val="accent1"/>
              </a:solidFill>
            </a:ln>
          </a:top>
        </a:tcBdr>
      </a:tcStyle>
    </a:lastRow>
    <a:firstRow>
      <a:tcTxStyle b="on">
        <a:fontRef idx="minor">
          <a:scrgbClr r="0" g="0" b="0"/>
        </a:fontRef>
        <a:schemeClr val="bg1"/>
      </a:tcTxStyle>
      <a:tcStyle>
        <a:tcBdr/>
        <a:fillRef idx="1">
          <a:schemeClr val="accent1"/>
        </a:fillRef>
      </a:tcStyle>
    </a:firstRow>
  </a:tblStyle>
  <a:tblStyle styleId="{B301B821-A1FF-4177-AEE7-76D212191A09}" styleName="Medium Style 1 - Accent 1">
    <a:wholeTbl>
      <a:tcTxStyle>
        <a:fontRef idx="minor">
          <a:scrgbClr r="0" g="0" b="0"/>
        </a:fontRef>
        <a:schemeClr val="dk1"/>
      </a:tcTxStyle>
      <a:tcStyle>
        <a:tcBdr>
          <a:left>
            <a:ln w="12700" cmpd="sng">
              <a:solidFill>
                <a:schemeClr val="accent1"/>
              </a:solidFill>
            </a:ln>
          </a:left>
          <a:right>
            <a:ln w="12700" cmpd="sng">
              <a:solidFill>
                <a:schemeClr val="accent1"/>
              </a:solidFill>
            </a:ln>
          </a:right>
          <a:top>
            <a:ln w="12700" cmpd="sng">
              <a:solidFill>
                <a:schemeClr val="accent1"/>
              </a:solidFill>
            </a:ln>
          </a:top>
          <a:bottom>
            <a:ln w="12700" cmpd="sng">
              <a:solidFill>
                <a:schemeClr val="accent1"/>
              </a:solidFill>
            </a:ln>
          </a:bottom>
          <a:insideH>
            <a:ln w="12700" cmpd="sng">
              <a:solidFill>
                <a:schemeClr val="accent1"/>
              </a:solidFill>
            </a:ln>
          </a:insideH>
          <a:insideV>
            <a:ln>
              <a:noFill/>
            </a:ln>
          </a:insideV>
        </a:tcBdr>
        <a:fill>
          <a:solidFill>
            <a:schemeClr val="lt1"/>
          </a:solidFill>
        </a:fill>
      </a:tcStyle>
    </a:wholeTbl>
    <a:band1H>
      <a:tcStyle>
        <a:tcBdr/>
        <a:fill>
          <a:solidFill>
            <a:schemeClr val="accent1">
              <a:tint val="20000"/>
            </a:schemeClr>
          </a:solidFill>
        </a:fill>
      </a:tcStyle>
    </a:band1H>
    <a:band1V>
      <a:tcStyle>
        <a:tcBdr/>
        <a:fill>
          <a:solidFill>
            <a:schemeClr val="accent1">
              <a:tint val="20000"/>
            </a:schemeClr>
          </a:solidFill>
        </a:fill>
      </a:tcStyle>
    </a:band1V>
    <a:lastCol>
      <a:tcTxStyle b="on"/>
      <a:tcStyle>
        <a:tcBdr/>
      </a:tcStyle>
    </a:lastCol>
    <a:firstCol>
      <a:tcTxStyle b="on"/>
      <a:tcStyle>
        <a:tcBdr/>
      </a:tcStyle>
    </a:firstCol>
    <a:lastRow>
      <a:tcTxStyle b="on"/>
      <a:tcStyle>
        <a:tcBdr>
          <a:top>
            <a:ln w="50800" cmpd="dbl">
              <a:solidFill>
                <a:schemeClr val="accent1"/>
              </a:solidFill>
            </a:ln>
          </a:top>
        </a:tcBdr>
        <a:fill>
          <a:solidFill>
            <a:schemeClr val="lt1"/>
          </a:solidFill>
        </a:fill>
      </a:tcStyle>
    </a:lastRow>
    <a:firstRow>
      <a:tcTxStyle b="on">
        <a:fontRef idx="minor">
          <a:scrgbClr r="0" g="0" b="0"/>
        </a:fontRef>
        <a:schemeClr val="lt1"/>
      </a:tcTxStyle>
      <a:tcStyle>
        <a:tcBdr/>
        <a:fill>
          <a:solidFill>
            <a:schemeClr val="accent1"/>
          </a:solidFill>
        </a:fill>
      </a:tcStyle>
    </a:firstRow>
  </a:tblStyle>
  <a:tblStyle styleId="{69CF1AB2-1976-4502-BF36-3FF5EA218861}" styleName="Medium Style 4 - Accent 1">
    <a:wholeTbl>
      <a:tcTxStyle>
        <a:fontRef idx="minor">
          <a:scrgbClr r="0" g="0" b="0"/>
        </a:fontRef>
        <a:schemeClr val="dk1"/>
      </a:tcTxStyle>
      <a:tcStyle>
        <a:tcBdr>
          <a:left>
            <a:ln w="12700" cmpd="sng">
              <a:solidFill>
                <a:schemeClr val="accent1"/>
              </a:solidFill>
            </a:ln>
          </a:left>
          <a:right>
            <a:ln w="12700" cmpd="sng">
              <a:solidFill>
                <a:schemeClr val="accent1"/>
              </a:solidFill>
            </a:ln>
          </a:right>
          <a:top>
            <a:ln w="12700" cmpd="sng">
              <a:solidFill>
                <a:schemeClr val="accent1"/>
              </a:solidFill>
            </a:ln>
          </a:top>
          <a:bottom>
            <a:ln w="12700" cmpd="sng">
              <a:solidFill>
                <a:schemeClr val="accent1"/>
              </a:solidFill>
            </a:ln>
          </a:bottom>
          <a:insideH>
            <a:ln w="12700" cmpd="sng">
              <a:solidFill>
                <a:schemeClr val="accent1"/>
              </a:solidFill>
            </a:ln>
          </a:insideH>
          <a:insideV>
            <a:ln w="12700" cmpd="sng">
              <a:solidFill>
                <a:schemeClr val="accent1"/>
              </a:solidFill>
            </a:ln>
          </a:insideV>
        </a:tcBdr>
        <a:fill>
          <a:solidFill>
            <a:schemeClr val="accent1">
              <a:tint val="20000"/>
            </a:schemeClr>
          </a:solidFill>
        </a:fill>
      </a:tcStyle>
    </a:wholeTbl>
    <a:band1H>
      <a:tcStyle>
        <a:tcBdr/>
        <a:fill>
          <a:solidFill>
            <a:schemeClr val="accent1">
              <a:tint val="40000"/>
            </a:schemeClr>
          </a:solidFill>
        </a:fill>
      </a:tcStyle>
    </a:band1H>
    <a:band1V>
      <a:tcStyle>
        <a:tcBdr/>
        <a:fill>
          <a:solidFill>
            <a:schemeClr val="accent1">
              <a:tint val="40000"/>
            </a:schemeClr>
          </a:solidFill>
        </a:fill>
      </a:tcStyle>
    </a:band1V>
    <a:lastCol>
      <a:tcTxStyle b="on"/>
      <a:tcStyle>
        <a:tcBdr/>
      </a:tcStyle>
    </a:lastCol>
    <a:firstCol>
      <a:tcTxStyle b="on"/>
      <a:tcStyle>
        <a:tcBdr/>
      </a:tcStyle>
    </a:firstCol>
    <a:lastRow>
      <a:tcTxStyle b="on"/>
      <a:tcStyle>
        <a:tcBdr>
          <a:top>
            <a:ln w="25400" cmpd="sng">
              <a:solidFill>
                <a:schemeClr val="accent1"/>
              </a:solidFill>
            </a:ln>
          </a:top>
        </a:tcBdr>
        <a:fill>
          <a:solidFill>
            <a:schemeClr val="accent1">
              <a:tint val="20000"/>
            </a:schemeClr>
          </a:solidFill>
        </a:fill>
      </a:tcStyle>
    </a:lastRow>
    <a:firstRow>
      <a:tcTxStyle b="on"/>
      <a:tcStyle>
        <a:tcBdr/>
        <a:fill>
          <a:solidFill>
            <a:schemeClr val="accent1">
              <a:tint val="20000"/>
            </a:schemeClr>
          </a:solidFill>
        </a:fill>
      </a:tcStyle>
    </a:firstRow>
  </a:tblStyle>
  <a:tblStyle styleId="{D7AC3CCA-C797-4891-BE02-D94E43425B78}" styleName="Medium Style 4">
    <a:wholeTbl>
      <a:tcTxStyle>
        <a:fontRef idx="minor">
          <a:scrgbClr r="0" g="0" b="0"/>
        </a:fontRef>
        <a:schemeClr val="dk1"/>
      </a:tcTxStyle>
      <a:tcStyle>
        <a:tcBdr>
          <a:left>
            <a:ln w="12700" cmpd="sng">
              <a:solidFill>
                <a:schemeClr val="dk1"/>
              </a:solidFill>
            </a:ln>
          </a:left>
          <a:right>
            <a:ln w="12700" cmpd="sng">
              <a:solidFill>
                <a:schemeClr val="dk1"/>
              </a:solidFill>
            </a:ln>
          </a:right>
          <a:top>
            <a:ln w="12700" cmpd="sng">
              <a:solidFill>
                <a:schemeClr val="dk1"/>
              </a:solidFill>
            </a:ln>
          </a:top>
          <a:bottom>
            <a:ln w="12700" cmpd="sng">
              <a:solidFill>
                <a:schemeClr val="dk1"/>
              </a:solidFill>
            </a:ln>
          </a:bottom>
          <a:insideH>
            <a:ln w="12700" cmpd="sng">
              <a:solidFill>
                <a:schemeClr val="dk1"/>
              </a:solidFill>
            </a:ln>
          </a:insideH>
          <a:insideV>
            <a:ln w="12700" cmpd="sng">
              <a:solidFill>
                <a:schemeClr val="dk1"/>
              </a:solidFill>
            </a:ln>
          </a:insideV>
        </a:tcBdr>
        <a:fill>
          <a:solidFill>
            <a:schemeClr val="dk1">
              <a:tint val="20000"/>
            </a:schemeClr>
          </a:solidFill>
        </a:fill>
      </a:tcStyle>
    </a:wholeTbl>
    <a:band1H>
      <a:tcStyle>
        <a:tcBdr/>
        <a:fill>
          <a:solidFill>
            <a:schemeClr val="dk1">
              <a:tint val="40000"/>
            </a:schemeClr>
          </a:solidFill>
        </a:fill>
      </a:tcStyle>
    </a:band1H>
    <a:band1V>
      <a:tcStyle>
        <a:tcBdr/>
        <a:fill>
          <a:solidFill>
            <a:schemeClr val="dk1">
              <a:tint val="40000"/>
            </a:schemeClr>
          </a:solidFill>
        </a:fill>
      </a:tcStyle>
    </a:band1V>
    <a:lastCol>
      <a:tcTxStyle b="on"/>
      <a:tcStyle>
        <a:tcBdr/>
      </a:tcStyle>
    </a:lastCol>
    <a:firstCol>
      <a:tcTxStyle b="on"/>
      <a:tcStyle>
        <a:tcBdr/>
      </a:tcStyle>
    </a:firstCol>
    <a:lastRow>
      <a:tcTxStyle b="on"/>
      <a:tcStyle>
        <a:tcBdr>
          <a:top>
            <a:ln w="25400" cmpd="sng">
              <a:solidFill>
                <a:schemeClr val="dk1"/>
              </a:solidFill>
            </a:ln>
          </a:top>
        </a:tcBdr>
        <a:fill>
          <a:solidFill>
            <a:schemeClr val="dk1">
              <a:tint val="20000"/>
            </a:schemeClr>
          </a:solidFill>
        </a:fill>
      </a:tcStyle>
    </a:lastRow>
    <a:firstRow>
      <a:tcTxStyle b="on"/>
      <a:tcStyle>
        <a:tcBdr/>
        <a:fill>
          <a:solidFill>
            <a:schemeClr val="dk1">
              <a:tint val="20000"/>
            </a:schemeClr>
          </a:solidFill>
        </a:fill>
      </a:tcStyle>
    </a:firstRow>
  </a:tblStyle>
  <a:tblStyle styleId="{8A107856-5554-42FB-B03E-39F5DBC370BA}" styleName="Medium Style 4 - Accent 2">
    <a:wholeTbl>
      <a:tcTxStyle>
        <a:fontRef idx="minor">
          <a:scrgbClr r="0" g="0" b="0"/>
        </a:fontRef>
        <a:schemeClr val="dk1"/>
      </a:tcTxStyle>
      <a:tcStyle>
        <a:tcBdr>
          <a:left>
            <a:ln w="12700" cmpd="sng">
              <a:solidFill>
                <a:schemeClr val="accent2"/>
              </a:solidFill>
            </a:ln>
          </a:left>
          <a:right>
            <a:ln w="12700" cmpd="sng">
              <a:solidFill>
                <a:schemeClr val="accent2"/>
              </a:solidFill>
            </a:ln>
          </a:right>
          <a:top>
            <a:ln w="12700" cmpd="sng">
              <a:solidFill>
                <a:schemeClr val="accent2"/>
              </a:solidFill>
            </a:ln>
          </a:top>
          <a:bottom>
            <a:ln w="12700" cmpd="sng">
              <a:solidFill>
                <a:schemeClr val="accent2"/>
              </a:solidFill>
            </a:ln>
          </a:bottom>
          <a:insideH>
            <a:ln w="12700" cmpd="sng">
              <a:solidFill>
                <a:schemeClr val="accent2"/>
              </a:solidFill>
            </a:ln>
          </a:insideH>
          <a:insideV>
            <a:ln w="12700" cmpd="sng">
              <a:solidFill>
                <a:schemeClr val="accent2"/>
              </a:solidFill>
            </a:ln>
          </a:insideV>
        </a:tcBdr>
        <a:fill>
          <a:solidFill>
            <a:schemeClr val="accent2">
              <a:tint val="20000"/>
            </a:schemeClr>
          </a:solidFill>
        </a:fill>
      </a:tcStyle>
    </a:wholeTbl>
    <a:band1H>
      <a:tcStyle>
        <a:tcBdr/>
        <a:fill>
          <a:solidFill>
            <a:schemeClr val="accent2">
              <a:tint val="40000"/>
            </a:schemeClr>
          </a:solidFill>
        </a:fill>
      </a:tcStyle>
    </a:band1H>
    <a:band1V>
      <a:tcStyle>
        <a:tcBdr/>
        <a:fill>
          <a:solidFill>
            <a:schemeClr val="accent2">
              <a:tint val="40000"/>
            </a:schemeClr>
          </a:solidFill>
        </a:fill>
      </a:tcStyle>
    </a:band1V>
    <a:lastCol>
      <a:tcTxStyle b="on"/>
      <a:tcStyle>
        <a:tcBdr/>
      </a:tcStyle>
    </a:lastCol>
    <a:firstCol>
      <a:tcTxStyle b="on"/>
      <a:tcStyle>
        <a:tcBdr/>
      </a:tcStyle>
    </a:firstCol>
    <a:lastRow>
      <a:tcTxStyle b="on"/>
      <a:tcStyle>
        <a:tcBdr>
          <a:top>
            <a:ln w="25400" cmpd="sng">
              <a:solidFill>
                <a:schemeClr val="accent2"/>
              </a:solidFill>
            </a:ln>
          </a:top>
        </a:tcBdr>
        <a:fill>
          <a:solidFill>
            <a:schemeClr val="accent2">
              <a:tint val="20000"/>
            </a:schemeClr>
          </a:solidFill>
        </a:fill>
      </a:tcStyle>
    </a:lastRow>
    <a:firstRow>
      <a:tcTxStyle b="on"/>
      <a:tcStyle>
        <a:tcBdr/>
        <a:fill>
          <a:solidFill>
            <a:schemeClr val="accent2">
              <a:tint val="20000"/>
            </a:schemeClr>
          </a:solidFill>
        </a:fill>
      </a:tcStyle>
    </a:firstRow>
  </a:tblStyle>
  <a:tblStyle styleId="{F2DE63D5-997A-4646-A377-4702673A728D}" styleName="Light Style 2 - Accent 3">
    <a:wholeTbl>
      <a:tcTxStyle>
        <a:fontRef idx="minor">
          <a:scrgbClr r="0" g="0" b="0"/>
        </a:fontRef>
        <a:schemeClr val="tx1"/>
      </a:tcTxStyle>
      <a:tcStyle>
        <a:tcBdr>
          <a:left>
            <a:lnRef idx="1">
              <a:schemeClr val="accent3"/>
            </a:lnRef>
          </a:left>
          <a:right>
            <a:lnRef idx="1">
              <a:schemeClr val="accent3"/>
            </a:lnRef>
          </a:right>
          <a:top>
            <a:lnRef idx="1">
              <a:schemeClr val="accent3"/>
            </a:lnRef>
          </a:top>
          <a:bottom>
            <a:lnRef idx="1">
              <a:schemeClr val="accent3"/>
            </a:lnRef>
          </a:bottom>
          <a:insideH>
            <a:ln>
              <a:noFill/>
            </a:ln>
          </a:insideH>
          <a:insideV>
            <a:ln>
              <a:noFill/>
            </a:ln>
          </a:insideV>
        </a:tcBdr>
        <a:fill>
          <a:noFill/>
        </a:fill>
      </a:tcStyle>
    </a:wholeTbl>
    <a:band1H>
      <a:tcStyle>
        <a:tcBdr>
          <a:top>
            <a:lnRef idx="1">
              <a:schemeClr val="accent3"/>
            </a:lnRef>
          </a:top>
          <a:bottom>
            <a:lnRef idx="1">
              <a:schemeClr val="accent3"/>
            </a:lnRef>
          </a:bottom>
        </a:tcBdr>
      </a:tcStyle>
    </a:band1H>
    <a:band1V>
      <a:tcStyle>
        <a:tcBdr>
          <a:left>
            <a:lnRef idx="1">
              <a:schemeClr val="accent3"/>
            </a:lnRef>
          </a:left>
          <a:right>
            <a:lnRef idx="1">
              <a:schemeClr val="accent3"/>
            </a:lnRef>
          </a:right>
        </a:tcBdr>
      </a:tcStyle>
    </a:band1V>
    <a:band2V>
      <a:tcStyle>
        <a:tcBdr>
          <a:left>
            <a:lnRef idx="1">
              <a:schemeClr val="accent3"/>
            </a:lnRef>
          </a:left>
          <a:right>
            <a:lnRef idx="1">
              <a:schemeClr val="accent3"/>
            </a:lnRef>
          </a:right>
        </a:tcBdr>
      </a:tcStyle>
    </a:band2V>
    <a:lastCol>
      <a:tcTxStyle b="on"/>
      <a:tcStyle>
        <a:tcBdr/>
      </a:tcStyle>
    </a:lastCol>
    <a:firstCol>
      <a:tcTxStyle b="on"/>
      <a:tcStyle>
        <a:tcBdr/>
      </a:tcStyle>
    </a:firstCol>
    <a:lastRow>
      <a:tcTxStyle b="on"/>
      <a:tcStyle>
        <a:tcBdr>
          <a:top>
            <a:ln w="50800" cmpd="dbl">
              <a:solidFill>
                <a:schemeClr val="accent3"/>
              </a:solidFill>
            </a:ln>
          </a:top>
        </a:tcBdr>
      </a:tcStyle>
    </a:lastRow>
    <a:firstRow>
      <a:tcTxStyle b="on">
        <a:fontRef idx="minor">
          <a:scrgbClr r="0" g="0" b="0"/>
        </a:fontRef>
        <a:schemeClr val="bg1"/>
      </a:tcTxStyle>
      <a:tcStyle>
        <a:tcBdr/>
        <a:fillRef idx="1">
          <a:schemeClr val="accent3"/>
        </a:fillRef>
      </a:tcStyle>
    </a:firstRow>
  </a:tblStyle>
</a:tblStyleLst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5989" autoAdjust="0"/>
    <p:restoredTop sz="95388" autoAdjust="0"/>
  </p:normalViewPr>
  <p:slideViewPr>
    <p:cSldViewPr snapToGrid="0">
      <p:cViewPr varScale="1">
        <p:scale>
          <a:sx n="103" d="100"/>
          <a:sy n="103" d="100"/>
        </p:scale>
        <p:origin x="828" y="108"/>
      </p:cViewPr>
      <p:guideLst/>
    </p:cSldViewPr>
  </p:slideViewPr>
  <p:outlineViewPr>
    <p:cViewPr>
      <p:scale>
        <a:sx n="33" d="100"/>
        <a:sy n="33" d="100"/>
      </p:scale>
      <p:origin x="0" y="0"/>
    </p:cViewPr>
  </p:outlineViewPr>
  <p:notesTextViewPr>
    <p:cViewPr>
      <p:scale>
        <a:sx n="1" d="1"/>
        <a:sy n="1" d="1"/>
      </p:scale>
      <p:origin x="0" y="0"/>
    </p:cViewPr>
  </p:notesTextViewPr>
  <p:sorterViewPr>
    <p:cViewPr varScale="1">
      <p:scale>
        <a:sx n="1" d="1"/>
        <a:sy n="1" d="1"/>
      </p:scale>
      <p:origin x="0" y="-3149"/>
    </p:cViewPr>
  </p:sorterViewPr>
  <p:notesViewPr>
    <p:cSldViewPr snapToGrid="0">
      <p:cViewPr>
        <p:scale>
          <a:sx n="80" d="100"/>
          <a:sy n="80" d="100"/>
        </p:scale>
        <p:origin x="3972" y="162"/>
      </p:cViewPr>
      <p:guideLst/>
    </p:cSldViewPr>
  </p:notesViewPr>
  <p:gridSpacing cx="76200" cy="76200"/>
</p:viewPr>
</file>

<file path=ppt/_rels/presentation.xml.rels><?xml version="1.0" encoding="UTF-8" standalone="yes"?>
<Relationships xmlns="http://schemas.openxmlformats.org/package/2006/relationships"><Relationship Id="rId8" Type="http://schemas.openxmlformats.org/officeDocument/2006/relationships/slide" Target="slides/slide4.xml"/><Relationship Id="rId13" Type="http://schemas.openxmlformats.org/officeDocument/2006/relationships/slide" Target="slides/slide9.xml"/><Relationship Id="rId18" Type="http://schemas.openxmlformats.org/officeDocument/2006/relationships/notesMaster" Target="notesMasters/notesMaster1.xml"/><Relationship Id="rId3" Type="http://schemas.openxmlformats.org/officeDocument/2006/relationships/customXml" Target="../customXml/item3.xml"/><Relationship Id="rId21" Type="http://schemas.openxmlformats.org/officeDocument/2006/relationships/viewProps" Target="viewProps.xml"/><Relationship Id="rId7" Type="http://schemas.openxmlformats.org/officeDocument/2006/relationships/slide" Target="slides/slide3.xml"/><Relationship Id="rId12" Type="http://schemas.openxmlformats.org/officeDocument/2006/relationships/slide" Target="slides/slide8.xml"/><Relationship Id="rId17" Type="http://schemas.openxmlformats.org/officeDocument/2006/relationships/slide" Target="slides/slide13.xml"/><Relationship Id="rId2" Type="http://schemas.openxmlformats.org/officeDocument/2006/relationships/customXml" Target="../customXml/item2.xml"/><Relationship Id="rId16" Type="http://schemas.openxmlformats.org/officeDocument/2006/relationships/slide" Target="slides/slide12.xml"/><Relationship Id="rId20" Type="http://schemas.openxmlformats.org/officeDocument/2006/relationships/presProps" Target="presProps.xml"/><Relationship Id="rId1" Type="http://schemas.openxmlformats.org/officeDocument/2006/relationships/customXml" Target="../customXml/item1.xml"/><Relationship Id="rId6" Type="http://schemas.openxmlformats.org/officeDocument/2006/relationships/slide" Target="slides/slide2.xml"/><Relationship Id="rId11" Type="http://schemas.openxmlformats.org/officeDocument/2006/relationships/slide" Target="slides/slide7.xml"/><Relationship Id="rId24" Type="http://schemas.microsoft.com/office/2018/10/relationships/authors" Target="authors.xml"/><Relationship Id="rId5" Type="http://schemas.openxmlformats.org/officeDocument/2006/relationships/slide" Target="slides/slide1.xml"/><Relationship Id="rId15" Type="http://schemas.openxmlformats.org/officeDocument/2006/relationships/slide" Target="slides/slide11.xml"/><Relationship Id="rId23" Type="http://schemas.openxmlformats.org/officeDocument/2006/relationships/tableStyles" Target="tableStyles.xml"/><Relationship Id="rId10" Type="http://schemas.openxmlformats.org/officeDocument/2006/relationships/slide" Target="slides/slide6.xml"/><Relationship Id="rId19" Type="http://schemas.openxmlformats.org/officeDocument/2006/relationships/handoutMaster" Target="handoutMasters/handoutMaster1.xml"/><Relationship Id="rId4" Type="http://schemas.openxmlformats.org/officeDocument/2006/relationships/slideMaster" Target="slideMasters/slideMaster1.xml"/><Relationship Id="rId9" Type="http://schemas.openxmlformats.org/officeDocument/2006/relationships/slide" Target="slides/slide5.xml"/><Relationship Id="rId14" Type="http://schemas.openxmlformats.org/officeDocument/2006/relationships/slide" Target="slides/slide10.xml"/><Relationship Id="rId22" Type="http://schemas.openxmlformats.org/officeDocument/2006/relationships/theme" Target="theme/theme1.xml"/></Relationships>
</file>

<file path=ppt/handoutMasters/_rels/handoutMaster1.xml.rels><?xml version="1.0" encoding="UTF-8" standalone="yes"?>
<Relationships xmlns="http://schemas.openxmlformats.org/package/2006/relationships"><Relationship Id="rId1" Type="http://schemas.openxmlformats.org/officeDocument/2006/relationships/theme" Target="../theme/theme3.xml"/></Relationships>
</file>

<file path=ppt/handoutMasters/handoutMaster1.xml><?xml version="1.0" encoding="utf-8"?>
<p:handout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Espaço Reservado para Cabeçalho 1">
            <a:extLst>
              <a:ext uri="{FF2B5EF4-FFF2-40B4-BE49-F238E27FC236}">
                <a16:creationId xmlns:a16="http://schemas.microsoft.com/office/drawing/2014/main" id="{0589D207-BE08-4B33-B5B0-5A5A94C95126}"/>
              </a:ext>
            </a:extLst>
          </p:cNvPr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lang="pt-BR" sz="1200"/>
            </a:lvl1pPr>
          </a:lstStyle>
          <a:p>
            <a:pPr rtl="0"/>
            <a:endParaRPr lang="pt-BR" dirty="0"/>
          </a:p>
        </p:txBody>
      </p:sp>
      <p:sp>
        <p:nvSpPr>
          <p:cNvPr id="3" name="Espaço Reservado para Data 2">
            <a:extLst>
              <a:ext uri="{FF2B5EF4-FFF2-40B4-BE49-F238E27FC236}">
                <a16:creationId xmlns:a16="http://schemas.microsoft.com/office/drawing/2014/main" id="{C5E58DB9-49DC-495B-A68F-33D105C9065A}"/>
              </a:ext>
            </a:extLst>
          </p:cNvPr>
          <p:cNvSpPr>
            <a:spLocks noGrp="1"/>
          </p:cNvSpPr>
          <p:nvPr>
            <p:ph type="dt" sz="quarter" idx="1"/>
          </p:nvPr>
        </p:nvSpPr>
        <p:spPr>
          <a:xfrm>
            <a:off x="3884613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lang="pt-BR" sz="1200"/>
            </a:lvl1pPr>
          </a:lstStyle>
          <a:p>
            <a:pPr rtl="0"/>
            <a:fld id="{25DD9122-D05D-4A43-A096-A574C475C73E}" type="datetime1">
              <a:rPr lang="pt-BR" smtClean="0"/>
              <a:t>12/03/2026</a:t>
            </a:fld>
            <a:endParaRPr lang="pt-BR" dirty="0"/>
          </a:p>
        </p:txBody>
      </p:sp>
      <p:sp>
        <p:nvSpPr>
          <p:cNvPr id="4" name="Espaço Reservado para Rodapé 3">
            <a:extLst>
              <a:ext uri="{FF2B5EF4-FFF2-40B4-BE49-F238E27FC236}">
                <a16:creationId xmlns:a16="http://schemas.microsoft.com/office/drawing/2014/main" id="{7F66337E-DAD5-442C-9B8F-E10EB7D972CB}"/>
              </a:ext>
            </a:extLst>
          </p:cNvPr>
          <p:cNvSpPr>
            <a:spLocks noGrp="1"/>
          </p:cNvSpPr>
          <p:nvPr>
            <p:ph type="ftr" sz="quarter" idx="2"/>
          </p:nvPr>
        </p:nvSpPr>
        <p:spPr>
          <a:xfrm>
            <a:off x="0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lang="pt-BR" sz="1200"/>
            </a:lvl1pPr>
          </a:lstStyle>
          <a:p>
            <a:pPr rtl="0"/>
            <a:endParaRPr lang="pt-BR" dirty="0"/>
          </a:p>
        </p:txBody>
      </p:sp>
      <p:sp>
        <p:nvSpPr>
          <p:cNvPr id="5" name="Espaço Reservado para o Número do Slide 4">
            <a:extLst>
              <a:ext uri="{FF2B5EF4-FFF2-40B4-BE49-F238E27FC236}">
                <a16:creationId xmlns:a16="http://schemas.microsoft.com/office/drawing/2014/main" id="{7EE3BDF2-02BD-4181-AC28-FD56172CC622}"/>
              </a:ext>
            </a:extLst>
          </p:cNvPr>
          <p:cNvSpPr>
            <a:spLocks noGrp="1"/>
          </p:cNvSpPr>
          <p:nvPr>
            <p:ph type="sldNum" sz="quarter" idx="3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lang="pt-BR" sz="1200"/>
            </a:lvl1pPr>
          </a:lstStyle>
          <a:p>
            <a:pPr rtl="0"/>
            <a:fld id="{7AF8A362-CAFC-4987-9A50-47570528395E}" type="slidenum">
              <a:rPr lang="pt-BR" smtClean="0"/>
              <a:t>‹nº›</a:t>
            </a:fld>
            <a:endParaRPr lang="pt-BR" dirty="0"/>
          </a:p>
        </p:txBody>
      </p:sp>
    </p:spTree>
    <p:extLst>
      <p:ext uri="{BB962C8B-B14F-4D97-AF65-F5344CB8AC3E}">
        <p14:creationId xmlns:p14="http://schemas.microsoft.com/office/powerpoint/2010/main" val="452374917"/>
      </p:ext>
    </p:extLst>
  </p:cSld>
  <p:clrMap bg1="lt1" tx1="dk1" bg2="lt2" tx2="dk2" accent1="accent1" accent2="accent2" accent3="accent3" accent4="accent4" accent5="accent5" accent6="accent6" hlink="hlink" folHlink="folHlink"/>
</p:handoutMaster>
</file>

<file path=ppt/notesMasters/_rels/notesMaster1.xml.rels><?xml version="1.0" encoding="UTF-8" standalone="yes"?>
<Relationships xmlns="http://schemas.openxmlformats.org/package/2006/relationships"><Relationship Id="rId1" Type="http://schemas.openxmlformats.org/officeDocument/2006/relationships/theme" Target="../theme/theme2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Espaço Reservado para Cabeçalho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lang="pt-BR" sz="1200"/>
            </a:lvl1pPr>
          </a:lstStyle>
          <a:p>
            <a:pPr rtl="0"/>
            <a:endParaRPr lang="pt-BR" dirty="0"/>
          </a:p>
        </p:txBody>
      </p:sp>
      <p:sp>
        <p:nvSpPr>
          <p:cNvPr id="3" name="Espaço Reservado para Data 2"/>
          <p:cNvSpPr>
            <a:spLocks noGrp="1"/>
          </p:cNvSpPr>
          <p:nvPr>
            <p:ph type="dt" idx="1"/>
          </p:nvPr>
        </p:nvSpPr>
        <p:spPr>
          <a:xfrm>
            <a:off x="3884613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lang="pt-BR" sz="1200"/>
            </a:lvl1pPr>
          </a:lstStyle>
          <a:p>
            <a:fld id="{3E7ADFC6-13D1-4D8C-911F-25A24D69046B}" type="datetime1">
              <a:rPr lang="pt-BR" smtClean="0"/>
              <a:pPr/>
              <a:t>12/03/2026</a:t>
            </a:fld>
            <a:endParaRPr lang="pt-BR" dirty="0"/>
          </a:p>
        </p:txBody>
      </p:sp>
      <p:sp>
        <p:nvSpPr>
          <p:cNvPr id="4" name="Espaço Reservado para Imagem do Slide 3"/>
          <p:cNvSpPr>
            <a:spLocks noGrp="1" noRot="1" noChangeAspect="1"/>
          </p:cNvSpPr>
          <p:nvPr>
            <p:ph type="sldImg" idx="2"/>
          </p:nvPr>
        </p:nvSpPr>
        <p:spPr>
          <a:xfrm>
            <a:off x="685800" y="1143000"/>
            <a:ext cx="5486400" cy="308610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>
            <a:defPPr>
              <a:defRPr lang="pt-BR"/>
            </a:defPPr>
          </a:lstStyle>
          <a:p>
            <a:pPr rtl="0"/>
            <a:endParaRPr lang="pt-BR" dirty="0"/>
          </a:p>
        </p:txBody>
      </p:sp>
      <p:sp>
        <p:nvSpPr>
          <p:cNvPr id="5" name="Espaço Reservado para Notas 4"/>
          <p:cNvSpPr>
            <a:spLocks noGrp="1"/>
          </p:cNvSpPr>
          <p:nvPr>
            <p:ph type="body" sz="quarter" idx="3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</p:spPr>
        <p:txBody>
          <a:bodyPr vert="horz" lIns="91440" tIns="45720" rIns="91440" bIns="45720" rtlCol="0"/>
          <a:lstStyle>
            <a:defPPr>
              <a:defRPr lang="pt-BR"/>
            </a:defPPr>
          </a:lstStyle>
          <a:p>
            <a:pPr lvl="0" rtl="0"/>
            <a:r>
              <a:rPr lang="pt-BR"/>
              <a:t>Clique para editar o texto Mestre</a:t>
            </a:r>
          </a:p>
          <a:p>
            <a:pPr lvl="1" rtl="0"/>
            <a:r>
              <a:rPr lang="pt-BR"/>
              <a:t>Segundo nível</a:t>
            </a:r>
          </a:p>
          <a:p>
            <a:pPr lvl="2" rtl="0"/>
            <a:r>
              <a:rPr lang="pt-BR"/>
              <a:t>Terceiro nível</a:t>
            </a:r>
          </a:p>
          <a:p>
            <a:pPr lvl="3" rtl="0"/>
            <a:r>
              <a:rPr lang="pt-BR"/>
              <a:t>Quarto nível</a:t>
            </a:r>
          </a:p>
          <a:p>
            <a:pPr lvl="4" rtl="0"/>
            <a:r>
              <a:rPr lang="pt-BR"/>
              <a:t>Quinto nível</a:t>
            </a:r>
          </a:p>
        </p:txBody>
      </p:sp>
      <p:sp>
        <p:nvSpPr>
          <p:cNvPr id="6" name="Espaço Reservado para Rodapé 5"/>
          <p:cNvSpPr>
            <a:spLocks noGrp="1"/>
          </p:cNvSpPr>
          <p:nvPr>
            <p:ph type="ftr" sz="quarter" idx="4"/>
          </p:nvPr>
        </p:nvSpPr>
        <p:spPr>
          <a:xfrm>
            <a:off x="0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lang="pt-BR" sz="1200"/>
            </a:lvl1pPr>
          </a:lstStyle>
          <a:p>
            <a:pPr rtl="0"/>
            <a:endParaRPr lang="pt-BR" dirty="0"/>
          </a:p>
        </p:txBody>
      </p:sp>
      <p:sp>
        <p:nvSpPr>
          <p:cNvPr id="7" name="Espaço Reservado para o Número do Slide 6"/>
          <p:cNvSpPr>
            <a:spLocks noGrp="1"/>
          </p:cNvSpPr>
          <p:nvPr>
            <p:ph type="sldNum" sz="quarter" idx="5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lang="pt-BR" sz="1200"/>
            </a:lvl1pPr>
          </a:lstStyle>
          <a:p>
            <a:pPr rtl="0"/>
            <a:fld id="{54EEB602-95FC-483A-B12D-216A7AD7EA24}" type="slidenum">
              <a:rPr lang="pt-BR" smtClean="0"/>
              <a:t>‹nº›</a:t>
            </a:fld>
            <a:endParaRPr lang="pt-BR" dirty="0"/>
          </a:p>
        </p:txBody>
      </p:sp>
    </p:spTree>
    <p:extLst>
      <p:ext uri="{BB962C8B-B14F-4D97-AF65-F5344CB8AC3E}">
        <p14:creationId xmlns:p14="http://schemas.microsoft.com/office/powerpoint/2010/main" val="1325843093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0" hangingPunct="1">
      <a:defRPr lang="pt-BR"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lang="pt-BR"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lang="pt-BR"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lang="pt-BR"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lang="pt-BR"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lang="pt-BR"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lang="pt-BR"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lang="pt-BR"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lang="pt-BR"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.xml"/><Relationship Id="rId1" Type="http://schemas.openxmlformats.org/officeDocument/2006/relationships/notesMaster" Target="../notesMasters/notesMaster1.xml"/></Relationships>
</file>

<file path=ppt/notesSlides/_rels/notesSlide2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.xml"/><Relationship Id="rId1" Type="http://schemas.openxmlformats.org/officeDocument/2006/relationships/notesMaster" Target="../notesMasters/notesMaster1.xml"/></Relationships>
</file>

<file path=ppt/notesSlides/_rels/notesSlide3.xml.rels><?xml version="1.0" encoding="UTF-8" standalone="yes"?>
<Relationships xmlns="http://schemas.openxmlformats.org/package/2006/relationships"><Relationship Id="rId2" Type="http://schemas.openxmlformats.org/officeDocument/2006/relationships/slide" Target="../slides/slide3.xml"/><Relationship Id="rId1" Type="http://schemas.openxmlformats.org/officeDocument/2006/relationships/notesMaster" Target="../notesMasters/notesMaster1.xml"/></Relationships>
</file>

<file path=ppt/notesSlides/_rels/notesSlide4.xml.rels><?xml version="1.0" encoding="UTF-8" standalone="yes"?>
<Relationships xmlns="http://schemas.openxmlformats.org/package/2006/relationships"><Relationship Id="rId2" Type="http://schemas.openxmlformats.org/officeDocument/2006/relationships/slide" Target="../slides/slide4.xml"/><Relationship Id="rId1" Type="http://schemas.openxmlformats.org/officeDocument/2006/relationships/notesMaster" Target="../notesMasters/notesMaster1.xml"/></Relationships>
</file>

<file path=ppt/notesSlides/_rels/notesSlide5.xml.rels><?xml version="1.0" encoding="UTF-8" standalone="yes"?>
<Relationships xmlns="http://schemas.openxmlformats.org/package/2006/relationships"><Relationship Id="rId2" Type="http://schemas.openxmlformats.org/officeDocument/2006/relationships/slide" Target="../slides/slide5.xml"/><Relationship Id="rId1" Type="http://schemas.openxmlformats.org/officeDocument/2006/relationships/notesMaster" Target="../notesMasters/notesMaster1.xml"/></Relationships>
</file>

<file path=ppt/notesSlides/_rels/notesSlide6.xml.rels><?xml version="1.0" encoding="UTF-8" standalone="yes"?>
<Relationships xmlns="http://schemas.openxmlformats.org/package/2006/relationships"><Relationship Id="rId2" Type="http://schemas.openxmlformats.org/officeDocument/2006/relationships/slide" Target="../slides/slide6.xml"/><Relationship Id="rId1" Type="http://schemas.openxmlformats.org/officeDocument/2006/relationships/notesMaster" Target="../notesMasters/notesMaster1.xml"/></Relationships>
</file>

<file path=ppt/notesSlides/_rels/notesSlide7.xml.rels><?xml version="1.0" encoding="UTF-8" standalone="yes"?>
<Relationships xmlns="http://schemas.openxmlformats.org/package/2006/relationships"><Relationship Id="rId2" Type="http://schemas.openxmlformats.org/officeDocument/2006/relationships/slide" Target="../slides/slide7.xml"/><Relationship Id="rId1" Type="http://schemas.openxmlformats.org/officeDocument/2006/relationships/notesMaster" Target="../notesMasters/notesMaster1.xml"/></Relationships>
</file>

<file path=ppt/notesSlides/_rels/notesSlide8.xml.rels><?xml version="1.0" encoding="UTF-8" standalone="yes"?>
<Relationships xmlns="http://schemas.openxmlformats.org/package/2006/relationships"><Relationship Id="rId2" Type="http://schemas.openxmlformats.org/officeDocument/2006/relationships/slide" Target="../slides/slide8.xml"/><Relationship Id="rId1" Type="http://schemas.openxmlformats.org/officeDocument/2006/relationships/notesMaster" Target="../notesMasters/notesMaster1.xml"/></Relationships>
</file>

<file path=ppt/notesSlides/_rels/notesSlide9.xml.rels><?xml version="1.0" encoding="UTF-8" standalone="yes"?>
<Relationships xmlns="http://schemas.openxmlformats.org/package/2006/relationships"><Relationship Id="rId2" Type="http://schemas.openxmlformats.org/officeDocument/2006/relationships/slide" Target="../slides/slide9.xml"/><Relationship Id="rId1" Type="http://schemas.openxmlformats.org/officeDocument/2006/relationships/notesMaster" Target="../notesMasters/notesMaster1.xml"/></Relationships>
</file>

<file path=ppt/notesSlides/_rels/notesSlide10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0.xml"/><Relationship Id="rId1" Type="http://schemas.openxmlformats.org/officeDocument/2006/relationships/notesMaster" Target="../notesMasters/notesMaster1.xml"/></Relationships>
</file>

<file path=ppt/notesSlides/_rels/notesSlide11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1.xml"/><Relationship Id="rId1" Type="http://schemas.openxmlformats.org/officeDocument/2006/relationships/notesMaster" Target="../notesMasters/notesMaster1.xml"/></Relationships>
</file>

<file path=ppt/notesSlides/_rels/notesSlide12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2.xml"/><Relationship Id="rId1" Type="http://schemas.openxmlformats.org/officeDocument/2006/relationships/notesMaster" Target="../notesMasters/notesMaster1.xml"/></Relationships>
</file>

<file path=ppt/notesSlides/_rels/notesSlide13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3.xml"/><Relationship Id="rId1" Type="http://schemas.openxmlformats.org/officeDocument/2006/relationships/notesMaster" Target="../notesMasters/notesMaster1.xml"/>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Espaço Reservado para Imagem do Slide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Espaço Reservado para Notas 2"/>
          <p:cNvSpPr>
            <a:spLocks noGrp="1"/>
          </p:cNvSpPr>
          <p:nvPr>
            <p:ph type="body" idx="1"/>
          </p:nvPr>
        </p:nvSpPr>
        <p:spPr/>
        <p:txBody>
          <a:bodyPr rtlCol="0"/>
          <a:lstStyle>
            <a:defPPr>
              <a:defRPr lang="pt-BR"/>
            </a:defPPr>
          </a:lstStyle>
          <a:p>
            <a:pPr rtl="0"/>
            <a:endParaRPr lang="pt-BR" dirty="0"/>
          </a:p>
        </p:txBody>
      </p:sp>
      <p:sp>
        <p:nvSpPr>
          <p:cNvPr id="4" name="Espaço Reservado para o Número do Slide 3"/>
          <p:cNvSpPr>
            <a:spLocks noGrp="1"/>
          </p:cNvSpPr>
          <p:nvPr>
            <p:ph type="sldNum" sz="quarter" idx="5"/>
          </p:nvPr>
        </p:nvSpPr>
        <p:spPr/>
        <p:txBody>
          <a:bodyPr rtlCol="0"/>
          <a:lstStyle>
            <a:defPPr>
              <a:defRPr lang="pt-BR"/>
            </a:defPPr>
          </a:lstStyle>
          <a:p>
            <a:pPr rtl="0"/>
            <a:fld id="{54EEB602-95FC-483A-B12D-216A7AD7EA24}" type="slidenum">
              <a:rPr lang="pt-BR" smtClean="0"/>
              <a:t>1</a:t>
            </a:fld>
            <a:endParaRPr lang="pt-BR" dirty="0"/>
          </a:p>
        </p:txBody>
      </p:sp>
    </p:spTree>
    <p:extLst>
      <p:ext uri="{BB962C8B-B14F-4D97-AF65-F5344CB8AC3E}">
        <p14:creationId xmlns:p14="http://schemas.microsoft.com/office/powerpoint/2010/main" val="335608681"/>
      </p:ext>
    </p:extLst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Espaço Reservado para Imagem do Slide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Espaço Reservado para Notas 2"/>
          <p:cNvSpPr>
            <a:spLocks noGrp="1"/>
          </p:cNvSpPr>
          <p:nvPr>
            <p:ph type="body" idx="1"/>
          </p:nvPr>
        </p:nvSpPr>
        <p:spPr/>
        <p:txBody>
          <a:bodyPr rtlCol="0"/>
          <a:lstStyle>
            <a:defPPr>
              <a:defRPr lang="pt-BR"/>
            </a:defPPr>
          </a:lstStyle>
          <a:p>
            <a:pPr marL="0" marR="0" lvl="0" indent="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 lang="pt-BR"/>
            </a:pPr>
            <a:endParaRPr lang="pt-BR" dirty="0"/>
          </a:p>
        </p:txBody>
      </p:sp>
      <p:sp>
        <p:nvSpPr>
          <p:cNvPr id="4" name="Espaço Reservado para o Número do Slide 3"/>
          <p:cNvSpPr>
            <a:spLocks noGrp="1"/>
          </p:cNvSpPr>
          <p:nvPr>
            <p:ph type="sldNum" sz="quarter" idx="5"/>
          </p:nvPr>
        </p:nvSpPr>
        <p:spPr/>
        <p:txBody>
          <a:bodyPr rtlCol="0"/>
          <a:lstStyle>
            <a:defPPr>
              <a:defRPr lang="pt-BR"/>
            </a:defPPr>
          </a:lstStyle>
          <a:p>
            <a:pPr rtl="0"/>
            <a:fld id="{F07F282E-55F5-4803-B60F-09BA4600E538}" type="slidenum">
              <a:rPr lang="pt-BR" smtClean="0"/>
              <a:t>2</a:t>
            </a:fld>
            <a:endParaRPr lang="pt-BR" dirty="0"/>
          </a:p>
        </p:txBody>
      </p:sp>
    </p:spTree>
    <p:extLst>
      <p:ext uri="{BB962C8B-B14F-4D97-AF65-F5344CB8AC3E}">
        <p14:creationId xmlns:p14="http://schemas.microsoft.com/office/powerpoint/2010/main" val="1727451014"/>
      </p:ext>
    </p:extLst>
  </p:cSld>
  <p:clrMapOvr>
    <a:masterClrMapping/>
  </p:clrMapOvr>
</p:notes>
</file>

<file path=ppt/notesSlides/notesSlide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Espaço Reservado para Imagem do Slide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Espaço Reservado para Notas 2"/>
          <p:cNvSpPr>
            <a:spLocks noGrp="1"/>
          </p:cNvSpPr>
          <p:nvPr>
            <p:ph type="body" idx="1"/>
          </p:nvPr>
        </p:nvSpPr>
        <p:spPr/>
        <p:txBody>
          <a:bodyPr rtlCol="0"/>
          <a:lstStyle>
            <a:defPPr>
              <a:defRPr lang="pt-BR"/>
            </a:defPPr>
          </a:lstStyle>
          <a:p>
            <a:pPr rtl="0"/>
            <a:endParaRPr lang="pt-BR" dirty="0"/>
          </a:p>
        </p:txBody>
      </p:sp>
      <p:sp>
        <p:nvSpPr>
          <p:cNvPr id="4" name="Espaço Reservado para o Número do Slide 3"/>
          <p:cNvSpPr>
            <a:spLocks noGrp="1"/>
          </p:cNvSpPr>
          <p:nvPr>
            <p:ph type="sldNum" sz="quarter" idx="5"/>
          </p:nvPr>
        </p:nvSpPr>
        <p:spPr/>
        <p:txBody>
          <a:bodyPr rtlCol="0"/>
          <a:lstStyle>
            <a:defPPr>
              <a:defRPr lang="pt-BR"/>
            </a:defPPr>
          </a:lstStyle>
          <a:p>
            <a:pPr rtl="0"/>
            <a:fld id="{54EEB602-95FC-483A-B12D-216A7AD7EA24}" type="slidenum">
              <a:rPr lang="pt-BR" smtClean="0"/>
              <a:t>3</a:t>
            </a:fld>
            <a:endParaRPr lang="pt-BR" dirty="0"/>
          </a:p>
        </p:txBody>
      </p:sp>
    </p:spTree>
    <p:extLst>
      <p:ext uri="{BB962C8B-B14F-4D97-AF65-F5344CB8AC3E}">
        <p14:creationId xmlns:p14="http://schemas.microsoft.com/office/powerpoint/2010/main" val="3743899043"/>
      </p:ext>
    </p:extLst>
  </p:cSld>
  <p:clrMapOvr>
    <a:masterClrMapping/>
  </p:clrMapOvr>
</p:notes>
</file>

<file path=ppt/notesSlides/notesSlide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Espaço Reservado para Imagem do Slide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Espaço Reservado para Notas 2"/>
          <p:cNvSpPr>
            <a:spLocks noGrp="1"/>
          </p:cNvSpPr>
          <p:nvPr>
            <p:ph type="body" idx="1"/>
          </p:nvPr>
        </p:nvSpPr>
        <p:spPr/>
        <p:txBody>
          <a:bodyPr rtlCol="0"/>
          <a:lstStyle>
            <a:defPPr>
              <a:defRPr lang="pt-BR"/>
            </a:defPPr>
          </a:lstStyle>
          <a:p>
            <a:pPr marL="0" marR="0" lvl="0" indent="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 lang="pt-BR"/>
            </a:pPr>
            <a:endParaRPr lang="pt-BR" dirty="0"/>
          </a:p>
        </p:txBody>
      </p:sp>
      <p:sp>
        <p:nvSpPr>
          <p:cNvPr id="4" name="Espaço Reservado para o Número do Slide 3"/>
          <p:cNvSpPr>
            <a:spLocks noGrp="1"/>
          </p:cNvSpPr>
          <p:nvPr>
            <p:ph type="sldNum" sz="quarter" idx="5"/>
          </p:nvPr>
        </p:nvSpPr>
        <p:spPr/>
        <p:txBody>
          <a:bodyPr rtlCol="0"/>
          <a:lstStyle>
            <a:defPPr>
              <a:defRPr lang="pt-BR"/>
            </a:defPPr>
          </a:lstStyle>
          <a:p>
            <a:pPr rtl="0"/>
            <a:fld id="{F07F282E-55F5-4803-B60F-09BA4600E538}" type="slidenum">
              <a:rPr lang="pt-BR" smtClean="0"/>
              <a:t>4</a:t>
            </a:fld>
            <a:endParaRPr lang="pt-BR" dirty="0"/>
          </a:p>
        </p:txBody>
      </p:sp>
    </p:spTree>
    <p:extLst>
      <p:ext uri="{BB962C8B-B14F-4D97-AF65-F5344CB8AC3E}">
        <p14:creationId xmlns:p14="http://schemas.microsoft.com/office/powerpoint/2010/main" val="4200283822"/>
      </p:ext>
    </p:extLst>
  </p:cSld>
  <p:clrMapOvr>
    <a:masterClrMapping/>
  </p:clrMapOvr>
</p:notes>
</file>

<file path=ppt/notesSlides/notesSlide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Espaço Reservado para Imagem do Slide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Espaço Reservado para Notas 2"/>
          <p:cNvSpPr>
            <a:spLocks noGrp="1"/>
          </p:cNvSpPr>
          <p:nvPr>
            <p:ph type="body" idx="1"/>
          </p:nvPr>
        </p:nvSpPr>
        <p:spPr/>
        <p:txBody>
          <a:bodyPr rtlCol="0"/>
          <a:lstStyle>
            <a:defPPr>
              <a:defRPr lang="pt-BR"/>
            </a:defPPr>
          </a:lstStyle>
          <a:p>
            <a:pPr rtl="0"/>
            <a:endParaRPr lang="pt-BR" dirty="0"/>
          </a:p>
        </p:txBody>
      </p:sp>
      <p:sp>
        <p:nvSpPr>
          <p:cNvPr id="4" name="Espaço Reservado para o Número do Slide 3"/>
          <p:cNvSpPr>
            <a:spLocks noGrp="1"/>
          </p:cNvSpPr>
          <p:nvPr>
            <p:ph type="sldNum" sz="quarter" idx="5"/>
          </p:nvPr>
        </p:nvSpPr>
        <p:spPr/>
        <p:txBody>
          <a:bodyPr rtlCol="0"/>
          <a:lstStyle>
            <a:defPPr>
              <a:defRPr lang="pt-BR"/>
            </a:defPPr>
          </a:lstStyle>
          <a:p>
            <a:pPr rtl="0"/>
            <a:fld id="{54EEB602-95FC-483A-B12D-216A7AD7EA24}" type="slidenum">
              <a:rPr lang="pt-BR" smtClean="0"/>
              <a:t>5</a:t>
            </a:fld>
            <a:endParaRPr lang="pt-BR" dirty="0"/>
          </a:p>
        </p:txBody>
      </p:sp>
    </p:spTree>
    <p:extLst>
      <p:ext uri="{BB962C8B-B14F-4D97-AF65-F5344CB8AC3E}">
        <p14:creationId xmlns:p14="http://schemas.microsoft.com/office/powerpoint/2010/main" val="2191268297"/>
      </p:ext>
    </p:extLst>
  </p:cSld>
  <p:clrMapOvr>
    <a:masterClrMapping/>
  </p:clrMapOvr>
</p:notes>
</file>

<file path=ppt/notesSlides/notesSlide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Espaço Reservado para Imagem do Slide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Espaço Reservado para Notas 2"/>
          <p:cNvSpPr>
            <a:spLocks noGrp="1"/>
          </p:cNvSpPr>
          <p:nvPr>
            <p:ph type="body" idx="1"/>
          </p:nvPr>
        </p:nvSpPr>
        <p:spPr/>
        <p:txBody>
          <a:bodyPr rtlCol="0"/>
          <a:lstStyle>
            <a:defPPr>
              <a:defRPr lang="pt-BR"/>
            </a:defPPr>
          </a:lstStyle>
          <a:p>
            <a:pPr rtl="0"/>
            <a:endParaRPr lang="pt-BR" dirty="0"/>
          </a:p>
        </p:txBody>
      </p:sp>
      <p:sp>
        <p:nvSpPr>
          <p:cNvPr id="4" name="Espaço Reservado para o Número do Slide 3"/>
          <p:cNvSpPr>
            <a:spLocks noGrp="1"/>
          </p:cNvSpPr>
          <p:nvPr>
            <p:ph type="sldNum" sz="quarter" idx="5"/>
          </p:nvPr>
        </p:nvSpPr>
        <p:spPr/>
        <p:txBody>
          <a:bodyPr rtlCol="0"/>
          <a:lstStyle>
            <a:defPPr>
              <a:defRPr lang="pt-BR"/>
            </a:defPPr>
          </a:lstStyle>
          <a:p>
            <a:pPr rtl="0"/>
            <a:fld id="{54EEB602-95FC-483A-B12D-216A7AD7EA24}" type="slidenum">
              <a:rPr lang="pt-BR" smtClean="0"/>
              <a:t>6</a:t>
            </a:fld>
            <a:endParaRPr lang="pt-BR" dirty="0"/>
          </a:p>
        </p:txBody>
      </p:sp>
    </p:spTree>
    <p:extLst>
      <p:ext uri="{BB962C8B-B14F-4D97-AF65-F5344CB8AC3E}">
        <p14:creationId xmlns:p14="http://schemas.microsoft.com/office/powerpoint/2010/main" val="303174507"/>
      </p:ext>
    </p:extLst>
  </p:cSld>
  <p:clrMapOvr>
    <a:masterClrMapping/>
  </p:clrMapOvr>
</p:notes>
</file>

<file path=ppt/notesSlides/notesSlide7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Espaço Reservado para Imagem do Slide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Espaço Reservado para Notas 2"/>
          <p:cNvSpPr>
            <a:spLocks noGrp="1"/>
          </p:cNvSpPr>
          <p:nvPr>
            <p:ph type="body" idx="1"/>
          </p:nvPr>
        </p:nvSpPr>
        <p:spPr/>
        <p:txBody>
          <a:bodyPr rtlCol="0"/>
          <a:lstStyle>
            <a:defPPr>
              <a:defRPr lang="pt-BR"/>
            </a:defPPr>
          </a:lstStyle>
          <a:p>
            <a:pPr rtl="0"/>
            <a:endParaRPr lang="pt-BR" dirty="0"/>
          </a:p>
        </p:txBody>
      </p:sp>
      <p:sp>
        <p:nvSpPr>
          <p:cNvPr id="4" name="Espaço Reservado para o Número do Slide 3"/>
          <p:cNvSpPr>
            <a:spLocks noGrp="1"/>
          </p:cNvSpPr>
          <p:nvPr>
            <p:ph type="sldNum" sz="quarter" idx="5"/>
          </p:nvPr>
        </p:nvSpPr>
        <p:spPr/>
        <p:txBody>
          <a:bodyPr rtlCol="0"/>
          <a:lstStyle>
            <a:defPPr>
              <a:defRPr lang="pt-BR"/>
            </a:defPPr>
          </a:lstStyle>
          <a:p>
            <a:pPr rtl="0"/>
            <a:fld id="{54EEB602-95FC-483A-B12D-216A7AD7EA24}" type="slidenum">
              <a:rPr lang="pt-BR" smtClean="0"/>
              <a:t>7</a:t>
            </a:fld>
            <a:endParaRPr lang="pt-BR" dirty="0"/>
          </a:p>
        </p:txBody>
      </p:sp>
    </p:spTree>
    <p:extLst>
      <p:ext uri="{BB962C8B-B14F-4D97-AF65-F5344CB8AC3E}">
        <p14:creationId xmlns:p14="http://schemas.microsoft.com/office/powerpoint/2010/main" val="3572555010"/>
      </p:ext>
    </p:extLst>
  </p:cSld>
  <p:clrMapOvr>
    <a:masterClrMapping/>
  </p:clrMapOvr>
</p:notes>
</file>

<file path=ppt/notesSlides/notesSlide8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Espaço Reservado para Imagem do Slide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Espaço Reservado para Notas 2"/>
          <p:cNvSpPr>
            <a:spLocks noGrp="1"/>
          </p:cNvSpPr>
          <p:nvPr>
            <p:ph type="body" idx="1"/>
          </p:nvPr>
        </p:nvSpPr>
        <p:spPr/>
        <p:txBody>
          <a:bodyPr rtlCol="0"/>
          <a:lstStyle>
            <a:defPPr>
              <a:defRPr lang="pt-BR"/>
            </a:defPPr>
          </a:lstStyle>
          <a:p>
            <a:pPr rtl="0"/>
            <a:endParaRPr lang="pt-BR" dirty="0"/>
          </a:p>
        </p:txBody>
      </p:sp>
      <p:sp>
        <p:nvSpPr>
          <p:cNvPr id="4" name="Espaço Reservado para o Número do Slide 3"/>
          <p:cNvSpPr>
            <a:spLocks noGrp="1"/>
          </p:cNvSpPr>
          <p:nvPr>
            <p:ph type="sldNum" sz="quarter" idx="5"/>
          </p:nvPr>
        </p:nvSpPr>
        <p:spPr/>
        <p:txBody>
          <a:bodyPr rtlCol="0"/>
          <a:lstStyle>
            <a:defPPr>
              <a:defRPr lang="pt-BR"/>
            </a:defPPr>
          </a:lstStyle>
          <a:p>
            <a:pPr rtl="0"/>
            <a:fld id="{54EEB602-95FC-483A-B12D-216A7AD7EA24}" type="slidenum">
              <a:rPr lang="pt-BR" smtClean="0"/>
              <a:t>8</a:t>
            </a:fld>
            <a:endParaRPr lang="pt-BR" dirty="0"/>
          </a:p>
        </p:txBody>
      </p:sp>
    </p:spTree>
    <p:extLst>
      <p:ext uri="{BB962C8B-B14F-4D97-AF65-F5344CB8AC3E}">
        <p14:creationId xmlns:p14="http://schemas.microsoft.com/office/powerpoint/2010/main" val="2714327902"/>
      </p:ext>
    </p:extLst>
  </p:cSld>
  <p:clrMapOvr>
    <a:masterClrMapping/>
  </p:clrMapOvr>
</p:notes>
</file>

<file path=ppt/notesSlides/notesSlide9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Espaço Reservado para Imagem do Slide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Espaço Reservado para Notas 2"/>
          <p:cNvSpPr>
            <a:spLocks noGrp="1"/>
          </p:cNvSpPr>
          <p:nvPr>
            <p:ph type="body" idx="1"/>
          </p:nvPr>
        </p:nvSpPr>
        <p:spPr/>
        <p:txBody>
          <a:bodyPr rtlCol="0"/>
          <a:lstStyle>
            <a:defPPr>
              <a:defRPr lang="pt-BR"/>
            </a:defPPr>
          </a:lstStyle>
          <a:p>
            <a:pPr rtl="0"/>
            <a:endParaRPr lang="pt-BR" dirty="0"/>
          </a:p>
        </p:txBody>
      </p:sp>
      <p:sp>
        <p:nvSpPr>
          <p:cNvPr id="4" name="Espaço Reservado para o Número do Slide 3"/>
          <p:cNvSpPr>
            <a:spLocks noGrp="1"/>
          </p:cNvSpPr>
          <p:nvPr>
            <p:ph type="sldNum" sz="quarter" idx="5"/>
          </p:nvPr>
        </p:nvSpPr>
        <p:spPr/>
        <p:txBody>
          <a:bodyPr rtlCol="0"/>
          <a:lstStyle>
            <a:defPPr>
              <a:defRPr lang="pt-BR"/>
            </a:defPPr>
          </a:lstStyle>
          <a:p>
            <a:pPr rtl="0"/>
            <a:fld id="{54EEB602-95FC-483A-B12D-216A7AD7EA24}" type="slidenum">
              <a:rPr lang="pt-BR" smtClean="0"/>
              <a:t>9</a:t>
            </a:fld>
            <a:endParaRPr lang="pt-BR" dirty="0"/>
          </a:p>
        </p:txBody>
      </p:sp>
    </p:spTree>
    <p:extLst>
      <p:ext uri="{BB962C8B-B14F-4D97-AF65-F5344CB8AC3E}">
        <p14:creationId xmlns:p14="http://schemas.microsoft.com/office/powerpoint/2010/main" val="2221603058"/>
      </p:ext>
    </p:extLst>
  </p:cSld>
  <p:clrMapOvr>
    <a:masterClrMapping/>
  </p:clrMapOvr>
</p:notes>
</file>

<file path=ppt/notesSlides/notesSlide10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Espaço Reservado para Imagem do Slide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Espaço Reservado para Notas 2"/>
          <p:cNvSpPr>
            <a:spLocks noGrp="1"/>
          </p:cNvSpPr>
          <p:nvPr>
            <p:ph type="body" idx="1"/>
          </p:nvPr>
        </p:nvSpPr>
        <p:spPr/>
        <p:txBody>
          <a:bodyPr rtlCol="0"/>
          <a:lstStyle>
            <a:defPPr>
              <a:defRPr lang="pt-BR"/>
            </a:defPPr>
          </a:lstStyle>
          <a:p>
            <a:pPr rtl="0"/>
            <a:endParaRPr lang="pt-BR" dirty="0"/>
          </a:p>
        </p:txBody>
      </p:sp>
      <p:sp>
        <p:nvSpPr>
          <p:cNvPr id="4" name="Espaço Reservado para o Número do Slide 3"/>
          <p:cNvSpPr>
            <a:spLocks noGrp="1"/>
          </p:cNvSpPr>
          <p:nvPr>
            <p:ph type="sldNum" sz="quarter" idx="5"/>
          </p:nvPr>
        </p:nvSpPr>
        <p:spPr/>
        <p:txBody>
          <a:bodyPr rtlCol="0"/>
          <a:lstStyle>
            <a:defPPr>
              <a:defRPr lang="pt-BR"/>
            </a:defPPr>
          </a:lstStyle>
          <a:p>
            <a:pPr rtl="0"/>
            <a:fld id="{54EEB602-95FC-483A-B12D-216A7AD7EA24}" type="slidenum">
              <a:rPr lang="pt-BR" smtClean="0"/>
              <a:t>10</a:t>
            </a:fld>
            <a:endParaRPr lang="pt-BR" dirty="0"/>
          </a:p>
        </p:txBody>
      </p:sp>
    </p:spTree>
    <p:extLst>
      <p:ext uri="{BB962C8B-B14F-4D97-AF65-F5344CB8AC3E}">
        <p14:creationId xmlns:p14="http://schemas.microsoft.com/office/powerpoint/2010/main" val="601518118"/>
      </p:ext>
    </p:extLst>
  </p:cSld>
  <p:clrMapOvr>
    <a:masterClrMapping/>
  </p:clrMapOvr>
</p:notes>
</file>

<file path=ppt/notesSlides/notesSlide1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Espaço Reservado para Imagem do Slide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Espaço Reservado para Notas 2"/>
          <p:cNvSpPr>
            <a:spLocks noGrp="1"/>
          </p:cNvSpPr>
          <p:nvPr>
            <p:ph type="body" idx="1"/>
          </p:nvPr>
        </p:nvSpPr>
        <p:spPr/>
        <p:txBody>
          <a:bodyPr rtlCol="0"/>
          <a:lstStyle>
            <a:defPPr>
              <a:defRPr lang="pt-BR"/>
            </a:defPPr>
          </a:lstStyle>
          <a:p>
            <a:pPr rtl="0"/>
            <a:endParaRPr lang="pt-BR" dirty="0"/>
          </a:p>
        </p:txBody>
      </p:sp>
      <p:sp>
        <p:nvSpPr>
          <p:cNvPr id="4" name="Espaço Reservado para o Número do Slide 3"/>
          <p:cNvSpPr>
            <a:spLocks noGrp="1"/>
          </p:cNvSpPr>
          <p:nvPr>
            <p:ph type="sldNum" sz="quarter" idx="5"/>
          </p:nvPr>
        </p:nvSpPr>
        <p:spPr/>
        <p:txBody>
          <a:bodyPr rtlCol="0"/>
          <a:lstStyle>
            <a:defPPr>
              <a:defRPr lang="pt-BR"/>
            </a:defPPr>
          </a:lstStyle>
          <a:p>
            <a:pPr rtl="0"/>
            <a:fld id="{54EEB602-95FC-483A-B12D-216A7AD7EA24}" type="slidenum">
              <a:rPr lang="pt-BR" smtClean="0"/>
              <a:t>11</a:t>
            </a:fld>
            <a:endParaRPr lang="pt-BR" dirty="0"/>
          </a:p>
        </p:txBody>
      </p:sp>
    </p:spTree>
    <p:extLst>
      <p:ext uri="{BB962C8B-B14F-4D97-AF65-F5344CB8AC3E}">
        <p14:creationId xmlns:p14="http://schemas.microsoft.com/office/powerpoint/2010/main" val="3986912794"/>
      </p:ext>
    </p:extLst>
  </p:cSld>
  <p:clrMapOvr>
    <a:masterClrMapping/>
  </p:clrMapOvr>
</p:notes>
</file>

<file path=ppt/notesSlides/notesSlide1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Espaço Reservado para Imagem do Slide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Espaço Reservado para Notas 2"/>
          <p:cNvSpPr>
            <a:spLocks noGrp="1"/>
          </p:cNvSpPr>
          <p:nvPr>
            <p:ph type="body" idx="1"/>
          </p:nvPr>
        </p:nvSpPr>
        <p:spPr/>
        <p:txBody>
          <a:bodyPr rtlCol="0"/>
          <a:lstStyle>
            <a:defPPr>
              <a:defRPr lang="pt-BR"/>
            </a:defPPr>
          </a:lstStyle>
          <a:p>
            <a:pPr rtl="0"/>
            <a:endParaRPr lang="pt-BR" dirty="0"/>
          </a:p>
        </p:txBody>
      </p:sp>
      <p:sp>
        <p:nvSpPr>
          <p:cNvPr id="4" name="Espaço Reservado para o Número do Slide 3"/>
          <p:cNvSpPr>
            <a:spLocks noGrp="1"/>
          </p:cNvSpPr>
          <p:nvPr>
            <p:ph type="sldNum" sz="quarter" idx="5"/>
          </p:nvPr>
        </p:nvSpPr>
        <p:spPr/>
        <p:txBody>
          <a:bodyPr rtlCol="0"/>
          <a:lstStyle>
            <a:defPPr>
              <a:defRPr lang="pt-BR"/>
            </a:defPPr>
          </a:lstStyle>
          <a:p>
            <a:pPr rtl="0"/>
            <a:fld id="{54EEB602-95FC-483A-B12D-216A7AD7EA24}" type="slidenum">
              <a:rPr lang="pt-BR" smtClean="0"/>
              <a:t>12</a:t>
            </a:fld>
            <a:endParaRPr lang="pt-BR" dirty="0"/>
          </a:p>
        </p:txBody>
      </p:sp>
    </p:spTree>
    <p:extLst>
      <p:ext uri="{BB962C8B-B14F-4D97-AF65-F5344CB8AC3E}">
        <p14:creationId xmlns:p14="http://schemas.microsoft.com/office/powerpoint/2010/main" val="2125366021"/>
      </p:ext>
    </p:extLst>
  </p:cSld>
  <p:clrMapOvr>
    <a:masterClrMapping/>
  </p:clrMapOvr>
</p:notes>
</file>

<file path=ppt/notesSlides/notesSlide1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Espaço Reservado para Imagem do Slide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Espaço Reservado para Notas 2"/>
          <p:cNvSpPr>
            <a:spLocks noGrp="1"/>
          </p:cNvSpPr>
          <p:nvPr>
            <p:ph type="body" idx="1"/>
          </p:nvPr>
        </p:nvSpPr>
        <p:spPr/>
        <p:txBody>
          <a:bodyPr rtlCol="0"/>
          <a:lstStyle>
            <a:defPPr>
              <a:defRPr lang="pt-BR"/>
            </a:defPPr>
          </a:lstStyle>
          <a:p>
            <a:pPr marL="0" marR="0" lvl="0" indent="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 lang="pt-BR"/>
            </a:pPr>
            <a:endParaRPr lang="pt-BR" dirty="0"/>
          </a:p>
        </p:txBody>
      </p:sp>
      <p:sp>
        <p:nvSpPr>
          <p:cNvPr id="4" name="Espaço Reservado para o Número do Slide 3"/>
          <p:cNvSpPr>
            <a:spLocks noGrp="1"/>
          </p:cNvSpPr>
          <p:nvPr>
            <p:ph type="sldNum" sz="quarter" idx="5"/>
          </p:nvPr>
        </p:nvSpPr>
        <p:spPr/>
        <p:txBody>
          <a:bodyPr rtlCol="0"/>
          <a:lstStyle>
            <a:defPPr>
              <a:defRPr lang="pt-BR"/>
            </a:defPPr>
          </a:lstStyle>
          <a:p>
            <a:pPr rtl="0"/>
            <a:fld id="{F07F282E-55F5-4803-B60F-09BA4600E538}" type="slidenum">
              <a:rPr lang="pt-BR" smtClean="0"/>
              <a:t>13</a:t>
            </a:fld>
            <a:endParaRPr lang="pt-BR" dirty="0"/>
          </a:p>
        </p:txBody>
      </p:sp>
    </p:spTree>
    <p:extLst>
      <p:ext uri="{BB962C8B-B14F-4D97-AF65-F5344CB8AC3E}">
        <p14:creationId xmlns:p14="http://schemas.microsoft.com/office/powerpoint/2010/main" val="580697858"/>
      </p:ext>
    </p:extLst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showMasterSp="0" preserve="1" userDrawn="1">
  <p:cSld name="Somente Título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 useBgFill="1">
        <p:nvSpPr>
          <p:cNvPr id="52" name="Retângulo 51">
            <a:extLst>
              <a:ext uri="{FF2B5EF4-FFF2-40B4-BE49-F238E27FC236}">
                <a16:creationId xmlns:a16="http://schemas.microsoft.com/office/drawing/2014/main" id="{EA8D8870-8337-4ABD-9EA6-3D5AAB7E42D9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/>
          <p:nvPr userDrawn="1"/>
        </p:nvSpPr>
        <p:spPr>
          <a:xfrm flipH="1">
            <a:off x="0" y="0"/>
            <a:ext cx="12192001" cy="6858000"/>
          </a:xfrm>
          <a:prstGeom prst="rect">
            <a:avLst/>
          </a:prstGeom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>
            <a:defPPr>
              <a:defRPr lang="pt-BR"/>
            </a:defPPr>
          </a:lstStyle>
          <a:p>
            <a:pPr algn="ctr" rtl="0"/>
            <a:endParaRPr lang="pt-BR" dirty="0"/>
          </a:p>
        </p:txBody>
      </p:sp>
      <p:sp>
        <p:nvSpPr>
          <p:cNvPr id="53" name="Retângulo 52">
            <a:extLst>
              <a:ext uri="{FF2B5EF4-FFF2-40B4-BE49-F238E27FC236}">
                <a16:creationId xmlns:a16="http://schemas.microsoft.com/office/drawing/2014/main" id="{BAC3B2DB-2CCA-4BD4-8D63-98257049E273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/>
          <p:nvPr userDrawn="1"/>
        </p:nvSpPr>
        <p:spPr>
          <a:xfrm>
            <a:off x="0" y="825689"/>
            <a:ext cx="12192000" cy="5201731"/>
          </a:xfrm>
          <a:prstGeom prst="rect">
            <a:avLst/>
          </a:prstGeom>
          <a:solidFill>
            <a:schemeClr val="tx2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>
            <a:defPPr>
              <a:defRPr lang="pt-BR"/>
            </a:defPPr>
          </a:lstStyle>
          <a:p>
            <a:pPr algn="ctr" rtl="0"/>
            <a:endParaRPr lang="pt-BR" dirty="0"/>
          </a:p>
        </p:txBody>
      </p:sp>
      <p:sp>
        <p:nvSpPr>
          <p:cNvPr id="54" name="Título 1">
            <a:extLst>
              <a:ext uri="{FF2B5EF4-FFF2-40B4-BE49-F238E27FC236}">
                <a16:creationId xmlns:a16="http://schemas.microsoft.com/office/drawing/2014/main" id="{324DAAC3-FA37-4838-A298-327679F99F8A}"/>
              </a:ext>
            </a:extLst>
          </p:cNvPr>
          <p:cNvSpPr>
            <a:spLocks noGrp="1"/>
          </p:cNvSpPr>
          <p:nvPr>
            <p:ph type="ctrTitle" hasCustomPrompt="1"/>
          </p:nvPr>
        </p:nvSpPr>
        <p:spPr>
          <a:xfrm>
            <a:off x="1386629" y="825687"/>
            <a:ext cx="9643772" cy="5201730"/>
          </a:xfrm>
        </p:spPr>
        <p:txBody>
          <a:bodyPr tIns="182880" rtlCol="0" anchor="ctr" anchorCtr="0">
            <a:noAutofit/>
          </a:bodyPr>
          <a:lstStyle>
            <a:lvl1pPr algn="l">
              <a:lnSpc>
                <a:spcPct val="100000"/>
              </a:lnSpc>
              <a:defRPr lang="pt-BR" sz="4800" cap="all" baseline="0">
                <a:solidFill>
                  <a:schemeClr val="bg1"/>
                </a:solidFill>
              </a:defRPr>
            </a:lvl1pPr>
          </a:lstStyle>
          <a:p>
            <a:pPr rtl="0"/>
            <a:r>
              <a:rPr lang="pt-BR" sz="4400">
                <a:solidFill>
                  <a:schemeClr val="bg1"/>
                </a:solidFill>
              </a:rPr>
              <a:t>CLIQUE PARA ADICIONAR TÍTULO</a:t>
            </a:r>
          </a:p>
        </p:txBody>
      </p:sp>
      <p:sp>
        <p:nvSpPr>
          <p:cNvPr id="56" name="Retângulo 55">
            <a:extLst>
              <a:ext uri="{FF2B5EF4-FFF2-40B4-BE49-F238E27FC236}">
                <a16:creationId xmlns:a16="http://schemas.microsoft.com/office/drawing/2014/main" id="{FB792E4C-AD3B-4E88-8540-E75759746368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/>
          <p:nvPr userDrawn="1"/>
        </p:nvSpPr>
        <p:spPr>
          <a:xfrm>
            <a:off x="-1" y="889696"/>
            <a:ext cx="1070775" cy="5077717"/>
          </a:xfrm>
          <a:prstGeom prst="rect">
            <a:avLst/>
          </a:prstGeom>
          <a:solidFill>
            <a:schemeClr val="accent1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>
            <a:defPPr>
              <a:defRPr lang="pt-BR"/>
            </a:defPPr>
          </a:lstStyle>
          <a:p>
            <a:pPr algn="ctr" rtl="0"/>
            <a:endParaRPr lang="pt-BR" dirty="0"/>
          </a:p>
        </p:txBody>
      </p:sp>
      <p:sp>
        <p:nvSpPr>
          <p:cNvPr id="57" name="Retângulo 56">
            <a:extLst>
              <a:ext uri="{FF2B5EF4-FFF2-40B4-BE49-F238E27FC236}">
                <a16:creationId xmlns:a16="http://schemas.microsoft.com/office/drawing/2014/main" id="{6A32632F-9ED1-4328-BBE3-B4E014156A29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/>
          <p:nvPr userDrawn="1"/>
        </p:nvSpPr>
        <p:spPr>
          <a:xfrm rot="5400000">
            <a:off x="-2365125" y="3396997"/>
            <a:ext cx="6858002" cy="64008"/>
          </a:xfrm>
          <a:prstGeom prst="rect">
            <a:avLst/>
          </a:prstGeom>
          <a:solidFill>
            <a:schemeClr val="tx2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>
            <a:defPPr>
              <a:defRPr lang="pt-BR"/>
            </a:defPPr>
          </a:lstStyle>
          <a:p>
            <a:pPr algn="ctr" rtl="0"/>
            <a:endParaRPr lang="pt-BR" dirty="0"/>
          </a:p>
        </p:txBody>
      </p:sp>
      <p:sp>
        <p:nvSpPr>
          <p:cNvPr id="59" name="Retângulo 58">
            <a:extLst>
              <a:ext uri="{FF2B5EF4-FFF2-40B4-BE49-F238E27FC236}">
                <a16:creationId xmlns:a16="http://schemas.microsoft.com/office/drawing/2014/main" id="{EA124D3C-01E3-4B96-BDF0-54851D1739D0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/>
          <p:nvPr userDrawn="1"/>
        </p:nvSpPr>
        <p:spPr>
          <a:xfrm rot="5400000">
            <a:off x="7658511" y="3396997"/>
            <a:ext cx="6858002" cy="64008"/>
          </a:xfrm>
          <a:prstGeom prst="rect">
            <a:avLst/>
          </a:prstGeom>
          <a:solidFill>
            <a:schemeClr val="tx2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>
            <a:defPPr>
              <a:defRPr lang="pt-BR"/>
            </a:defPPr>
          </a:lstStyle>
          <a:p>
            <a:pPr algn="ctr" rtl="0"/>
            <a:endParaRPr lang="pt-BR" dirty="0"/>
          </a:p>
        </p:txBody>
      </p:sp>
      <p:sp>
        <p:nvSpPr>
          <p:cNvPr id="3" name="Retângulo 2">
            <a:extLst>
              <a:ext uri="{FF2B5EF4-FFF2-40B4-BE49-F238E27FC236}">
                <a16:creationId xmlns:a16="http://schemas.microsoft.com/office/drawing/2014/main" id="{167A64FF-37A7-4837-8033-CBEA22697ECA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/>
          <p:nvPr userDrawn="1"/>
        </p:nvSpPr>
        <p:spPr>
          <a:xfrm>
            <a:off x="11119516" y="896046"/>
            <a:ext cx="1070775" cy="5077717"/>
          </a:xfrm>
          <a:prstGeom prst="rect">
            <a:avLst/>
          </a:prstGeom>
          <a:solidFill>
            <a:schemeClr val="bg2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>
            <a:defPPr>
              <a:defRPr lang="pt-BR"/>
            </a:defPPr>
          </a:lstStyle>
          <a:p>
            <a:pPr algn="ctr" rtl="0"/>
            <a:endParaRPr lang="pt-BR" dirty="0"/>
          </a:p>
        </p:txBody>
      </p:sp>
      <p:sp>
        <p:nvSpPr>
          <p:cNvPr id="2" name="Retângulo 1">
            <a:extLst>
              <a:ext uri="{FF2B5EF4-FFF2-40B4-BE49-F238E27FC236}">
                <a16:creationId xmlns:a16="http://schemas.microsoft.com/office/drawing/2014/main" id="{3FC0C09F-8990-542B-199E-E6FADE2FEEFB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/>
          <p:nvPr userDrawn="1"/>
        </p:nvSpPr>
        <p:spPr>
          <a:xfrm>
            <a:off x="11119516" y="0"/>
            <a:ext cx="1070775" cy="825687"/>
          </a:xfrm>
          <a:prstGeom prst="rect">
            <a:avLst/>
          </a:prstGeom>
          <a:solidFill>
            <a:schemeClr val="accent1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>
            <a:defPPr>
              <a:defRPr lang="pt-BR"/>
            </a:defPPr>
          </a:lstStyle>
          <a:p>
            <a:pPr algn="ctr" rtl="0"/>
            <a:endParaRPr lang="pt-BR" dirty="0"/>
          </a:p>
        </p:txBody>
      </p:sp>
      <p:sp>
        <p:nvSpPr>
          <p:cNvPr id="4" name="Retângulo 3">
            <a:extLst>
              <a:ext uri="{FF2B5EF4-FFF2-40B4-BE49-F238E27FC236}">
                <a16:creationId xmlns:a16="http://schemas.microsoft.com/office/drawing/2014/main" id="{1F6F60C3-341E-9533-2415-66360A254A78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/>
          <p:nvPr userDrawn="1"/>
        </p:nvSpPr>
        <p:spPr>
          <a:xfrm>
            <a:off x="11119515" y="6027421"/>
            <a:ext cx="1070775" cy="830580"/>
          </a:xfrm>
          <a:prstGeom prst="rect">
            <a:avLst/>
          </a:prstGeom>
          <a:solidFill>
            <a:schemeClr val="accent1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>
            <a:defPPr>
              <a:defRPr lang="pt-BR"/>
            </a:defPPr>
          </a:lstStyle>
          <a:p>
            <a:pPr algn="ctr" rtl="0"/>
            <a:endParaRPr lang="pt-BR" dirty="0"/>
          </a:p>
        </p:txBody>
      </p:sp>
    </p:spTree>
    <p:extLst>
      <p:ext uri="{BB962C8B-B14F-4D97-AF65-F5344CB8AC3E}">
        <p14:creationId xmlns:p14="http://schemas.microsoft.com/office/powerpoint/2010/main" val="2294753914"/>
      </p:ext>
    </p:extLst>
  </p:cSld>
  <p:clrMapOvr>
    <a:masterClrMapping/>
  </p:clrMapOvr>
  <p:extLst>
    <p:ext uri="{DCECCB84-F9BA-43D5-87BE-67443E8EF086}">
      <p15:sldGuideLst xmlns:p15="http://schemas.microsoft.com/office/powerpoint/2012/main">
        <p15:guide id="1" orient="horz" pos="4056">
          <p15:clr>
            <a:srgbClr val="FBAE40"/>
          </p15:clr>
        </p15:guide>
      </p15:sldGuideLst>
    </p:ext>
  </p:extLst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Conteúdo 3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 useBgFill="1">
        <p:nvSpPr>
          <p:cNvPr id="7" name="Retângulo 6">
            <a:extLst>
              <a:ext uri="{FF2B5EF4-FFF2-40B4-BE49-F238E27FC236}">
                <a16:creationId xmlns:a16="http://schemas.microsoft.com/office/drawing/2014/main" id="{BF5F5DFA-1BC3-4062-9356-6145C9F7CD56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/>
          <p:nvPr userDrawn="1"/>
        </p:nvSpPr>
        <p:spPr>
          <a:xfrm>
            <a:off x="0" y="0"/>
            <a:ext cx="12192001" cy="6858000"/>
          </a:xfrm>
          <a:prstGeom prst="rect">
            <a:avLst/>
          </a:prstGeom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>
            <a:defPPr>
              <a:defRPr lang="pt-BR"/>
            </a:defPPr>
          </a:lstStyle>
          <a:p>
            <a:pPr algn="ctr" rtl="0"/>
            <a:endParaRPr lang="pt-BR" dirty="0"/>
          </a:p>
        </p:txBody>
      </p:sp>
      <p:sp>
        <p:nvSpPr>
          <p:cNvPr id="8" name="Retângulo 7">
            <a:extLst>
              <a:ext uri="{FF2B5EF4-FFF2-40B4-BE49-F238E27FC236}">
                <a16:creationId xmlns:a16="http://schemas.microsoft.com/office/drawing/2014/main" id="{E6B5D461-AEC0-477F-A77A-6227F95A8374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/>
          <p:nvPr userDrawn="1"/>
        </p:nvSpPr>
        <p:spPr>
          <a:xfrm>
            <a:off x="8175813" y="0"/>
            <a:ext cx="4016188" cy="1056542"/>
          </a:xfrm>
          <a:prstGeom prst="rect">
            <a:avLst/>
          </a:prstGeom>
          <a:solidFill>
            <a:schemeClr val="tx2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>
            <a:defPPr>
              <a:defRPr lang="pt-BR"/>
            </a:defPPr>
          </a:lstStyle>
          <a:p>
            <a:pPr algn="ctr" rtl="0"/>
            <a:endParaRPr lang="pt-BR" dirty="0"/>
          </a:p>
        </p:txBody>
      </p:sp>
      <p:sp>
        <p:nvSpPr>
          <p:cNvPr id="10" name="Retângulo 9">
            <a:extLst>
              <a:ext uri="{FF2B5EF4-FFF2-40B4-BE49-F238E27FC236}">
                <a16:creationId xmlns:a16="http://schemas.microsoft.com/office/drawing/2014/main" id="{DE1A041D-DE47-45FA-AC78-CC7FD02571F2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/>
          <p:nvPr userDrawn="1"/>
        </p:nvSpPr>
        <p:spPr>
          <a:xfrm>
            <a:off x="1525" y="1031500"/>
            <a:ext cx="12188951" cy="64008"/>
          </a:xfrm>
          <a:prstGeom prst="rect">
            <a:avLst/>
          </a:prstGeom>
          <a:solidFill>
            <a:schemeClr val="tx2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>
            <a:defPPr>
              <a:defRPr lang="pt-BR"/>
            </a:defPPr>
          </a:lstStyle>
          <a:p>
            <a:pPr algn="ctr" rtl="0"/>
            <a:endParaRPr lang="pt-BR" dirty="0"/>
          </a:p>
        </p:txBody>
      </p:sp>
      <p:sp>
        <p:nvSpPr>
          <p:cNvPr id="11" name="Retângulo 10">
            <a:extLst>
              <a:ext uri="{FF2B5EF4-FFF2-40B4-BE49-F238E27FC236}">
                <a16:creationId xmlns:a16="http://schemas.microsoft.com/office/drawing/2014/main" id="{11614254-52EF-4F58-99B1-CDA7C39223C1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/>
          <p:nvPr userDrawn="1"/>
        </p:nvSpPr>
        <p:spPr>
          <a:xfrm>
            <a:off x="-9134" y="1095508"/>
            <a:ext cx="8203482" cy="5016893"/>
          </a:xfrm>
          <a:prstGeom prst="rect">
            <a:avLst/>
          </a:prstGeom>
          <a:solidFill>
            <a:schemeClr val="bg1">
              <a:alpha val="75000"/>
            </a:schemeClr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>
            <a:defPPr>
              <a:defRPr lang="pt-BR"/>
            </a:defPPr>
          </a:lstStyle>
          <a:p>
            <a:pPr algn="ctr" rtl="0"/>
            <a:endParaRPr lang="pt-BR" dirty="0"/>
          </a:p>
        </p:txBody>
      </p:sp>
      <p:sp>
        <p:nvSpPr>
          <p:cNvPr id="12" name="Título 1">
            <a:extLst>
              <a:ext uri="{FF2B5EF4-FFF2-40B4-BE49-F238E27FC236}">
                <a16:creationId xmlns:a16="http://schemas.microsoft.com/office/drawing/2014/main" id="{BD3B3ABA-0408-41EA-935D-D4F4586AA840}"/>
              </a:ext>
            </a:extLst>
          </p:cNvPr>
          <p:cNvSpPr>
            <a:spLocks noGrp="1"/>
          </p:cNvSpPr>
          <p:nvPr>
            <p:ph type="title" hasCustomPrompt="1"/>
          </p:nvPr>
        </p:nvSpPr>
        <p:spPr>
          <a:xfrm>
            <a:off x="787178" y="1361923"/>
            <a:ext cx="6623040" cy="1421898"/>
          </a:xfrm>
        </p:spPr>
        <p:txBody>
          <a:bodyPr rtlCol="0" anchor="b" anchorCtr="0">
            <a:noAutofit/>
          </a:bodyPr>
          <a:lstStyle>
            <a:lvl1pPr>
              <a:lnSpc>
                <a:spcPct val="100000"/>
              </a:lnSpc>
              <a:defRPr lang="pt-BR" sz="3200"/>
            </a:lvl1pPr>
          </a:lstStyle>
          <a:p>
            <a:pPr rtl="0"/>
            <a:r>
              <a:rPr lang="pt-BR"/>
              <a:t>Clique para adicionar um título</a:t>
            </a:r>
          </a:p>
        </p:txBody>
      </p:sp>
      <p:sp>
        <p:nvSpPr>
          <p:cNvPr id="3" name="Espaço Reservado para Conteúdo 2">
            <a:extLst>
              <a:ext uri="{FF2B5EF4-FFF2-40B4-BE49-F238E27FC236}">
                <a16:creationId xmlns:a16="http://schemas.microsoft.com/office/drawing/2014/main" id="{C40EA5BF-04A6-2B17-0703-8419C4DB97FF}"/>
              </a:ext>
            </a:extLst>
          </p:cNvPr>
          <p:cNvSpPr>
            <a:spLocks noGrp="1"/>
          </p:cNvSpPr>
          <p:nvPr>
            <p:ph sz="quarter" idx="14" hasCustomPrompt="1"/>
          </p:nvPr>
        </p:nvSpPr>
        <p:spPr>
          <a:xfrm>
            <a:off x="787399" y="2916772"/>
            <a:ext cx="6622819" cy="2852639"/>
          </a:xfrm>
        </p:spPr>
        <p:txBody>
          <a:bodyPr rtlCol="0" anchor="t"/>
          <a:lstStyle>
            <a:lvl1pPr marL="0" indent="0">
              <a:lnSpc>
                <a:spcPct val="125000"/>
              </a:lnSpc>
              <a:spcAft>
                <a:spcPts val="600"/>
              </a:spcAft>
              <a:buNone/>
              <a:defRPr lang="pt-BR" sz="2000" b="0"/>
            </a:lvl1pPr>
            <a:lvl2pPr>
              <a:lnSpc>
                <a:spcPct val="125000"/>
              </a:lnSpc>
              <a:spcAft>
                <a:spcPts val="600"/>
              </a:spcAft>
              <a:defRPr lang="pt-BR"/>
            </a:lvl2pPr>
            <a:lvl3pPr>
              <a:lnSpc>
                <a:spcPct val="125000"/>
              </a:lnSpc>
              <a:spcAft>
                <a:spcPts val="600"/>
              </a:spcAft>
              <a:defRPr lang="pt-BR"/>
            </a:lvl3pPr>
            <a:lvl4pPr>
              <a:lnSpc>
                <a:spcPct val="125000"/>
              </a:lnSpc>
              <a:spcAft>
                <a:spcPts val="600"/>
              </a:spcAft>
              <a:defRPr lang="pt-BR"/>
            </a:lvl4pPr>
            <a:lvl5pPr>
              <a:lnSpc>
                <a:spcPct val="125000"/>
              </a:lnSpc>
              <a:spcAft>
                <a:spcPts val="600"/>
              </a:spcAft>
              <a:defRPr lang="pt-BR"/>
            </a:lvl5pPr>
          </a:lstStyle>
          <a:p>
            <a:pPr lvl="0" rtl="0"/>
            <a:r>
              <a:rPr lang="pt-BR"/>
              <a:t>Clique para adicionar o texto</a:t>
            </a:r>
          </a:p>
          <a:p>
            <a:pPr lvl="1" rtl="0"/>
            <a:r>
              <a:rPr lang="pt-BR"/>
              <a:t>Segundo nível</a:t>
            </a:r>
          </a:p>
          <a:p>
            <a:pPr lvl="2" rtl="0"/>
            <a:r>
              <a:rPr lang="pt-BR"/>
              <a:t>Terceiro nível</a:t>
            </a:r>
          </a:p>
          <a:p>
            <a:pPr lvl="3" rtl="0"/>
            <a:r>
              <a:rPr lang="pt-BR"/>
              <a:t>Quarto nível</a:t>
            </a:r>
          </a:p>
          <a:p>
            <a:pPr lvl="4" rtl="0"/>
            <a:r>
              <a:rPr lang="pt-BR"/>
              <a:t>Quinto nível</a:t>
            </a:r>
          </a:p>
        </p:txBody>
      </p:sp>
      <p:sp>
        <p:nvSpPr>
          <p:cNvPr id="14" name="Retângulo 13">
            <a:extLst>
              <a:ext uri="{FF2B5EF4-FFF2-40B4-BE49-F238E27FC236}">
                <a16:creationId xmlns:a16="http://schemas.microsoft.com/office/drawing/2014/main" id="{1837301C-2B9B-4119-9002-BD6DB2AB87FB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/>
          <p:nvPr userDrawn="1"/>
        </p:nvSpPr>
        <p:spPr>
          <a:xfrm>
            <a:off x="-1" y="6144405"/>
            <a:ext cx="8150087" cy="713595"/>
          </a:xfrm>
          <a:prstGeom prst="rect">
            <a:avLst/>
          </a:prstGeom>
          <a:solidFill>
            <a:schemeClr val="tx2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>
            <a:defPPr>
              <a:defRPr lang="pt-BR"/>
            </a:defPPr>
          </a:lstStyle>
          <a:p>
            <a:pPr algn="ctr" rtl="0"/>
            <a:endParaRPr lang="pt-BR" dirty="0"/>
          </a:p>
        </p:txBody>
      </p:sp>
      <p:sp>
        <p:nvSpPr>
          <p:cNvPr id="15" name="Retângulo 14">
            <a:extLst>
              <a:ext uri="{FF2B5EF4-FFF2-40B4-BE49-F238E27FC236}">
                <a16:creationId xmlns:a16="http://schemas.microsoft.com/office/drawing/2014/main" id="{BD12738D-D0ED-4899-A01C-42439B5B3E64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/>
          <p:nvPr userDrawn="1"/>
        </p:nvSpPr>
        <p:spPr>
          <a:xfrm>
            <a:off x="8206532" y="6167615"/>
            <a:ext cx="3982418" cy="690385"/>
          </a:xfrm>
          <a:prstGeom prst="rect">
            <a:avLst/>
          </a:prstGeom>
          <a:solidFill>
            <a:schemeClr val="bg1">
              <a:alpha val="75000"/>
            </a:schemeClr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>
            <a:defPPr>
              <a:defRPr lang="pt-BR"/>
            </a:defPPr>
          </a:lstStyle>
          <a:p>
            <a:pPr algn="ctr" rtl="0"/>
            <a:endParaRPr lang="pt-BR" dirty="0"/>
          </a:p>
        </p:txBody>
      </p:sp>
      <p:sp>
        <p:nvSpPr>
          <p:cNvPr id="16" name="Retângulo 15">
            <a:extLst>
              <a:ext uri="{FF2B5EF4-FFF2-40B4-BE49-F238E27FC236}">
                <a16:creationId xmlns:a16="http://schemas.microsoft.com/office/drawing/2014/main" id="{5EED261D-45B9-40C1-8341-8B8B796E8AE2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/>
          <p:nvPr userDrawn="1"/>
        </p:nvSpPr>
        <p:spPr>
          <a:xfrm>
            <a:off x="1525" y="6112401"/>
            <a:ext cx="12188951" cy="64008"/>
          </a:xfrm>
          <a:prstGeom prst="rect">
            <a:avLst/>
          </a:prstGeom>
          <a:solidFill>
            <a:schemeClr val="tx2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>
            <a:defPPr>
              <a:defRPr lang="pt-BR"/>
            </a:defPPr>
          </a:lstStyle>
          <a:p>
            <a:pPr algn="ctr" rtl="0"/>
            <a:endParaRPr lang="pt-BR" dirty="0"/>
          </a:p>
        </p:txBody>
      </p:sp>
      <p:sp>
        <p:nvSpPr>
          <p:cNvPr id="17" name="Espaço Reservado para Rodapé 7">
            <a:extLst>
              <a:ext uri="{FF2B5EF4-FFF2-40B4-BE49-F238E27FC236}">
                <a16:creationId xmlns:a16="http://schemas.microsoft.com/office/drawing/2014/main" id="{182CF530-D736-4104-8678-850EEDF997E6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>
          <a:xfrm>
            <a:off x="787178" y="6309360"/>
            <a:ext cx="6623040" cy="457200"/>
          </a:xfrm>
        </p:spPr>
        <p:txBody>
          <a:bodyPr rtlCol="0"/>
          <a:lstStyle>
            <a:lvl1pPr>
              <a:defRPr lang="pt-BR">
                <a:solidFill>
                  <a:schemeClr val="bg1"/>
                </a:solidFill>
              </a:defRPr>
            </a:lvl1pPr>
          </a:lstStyle>
          <a:p>
            <a:pPr rtl="0"/>
            <a:r>
              <a:rPr lang="pt-BR"/>
              <a:t>Título da Apresentação</a:t>
            </a:r>
          </a:p>
        </p:txBody>
      </p:sp>
      <p:sp>
        <p:nvSpPr>
          <p:cNvPr id="19" name="Espaço Reservado para Data 5">
            <a:extLst>
              <a:ext uri="{FF2B5EF4-FFF2-40B4-BE49-F238E27FC236}">
                <a16:creationId xmlns:a16="http://schemas.microsoft.com/office/drawing/2014/main" id="{8DEDB7CE-711E-4E43-9450-4C7BECE2FCFC}"/>
              </a:ext>
            </a:extLst>
          </p:cNvPr>
          <p:cNvSpPr>
            <a:spLocks noGrp="1"/>
          </p:cNvSpPr>
          <p:nvPr>
            <p:ph type="dt" sz="half" idx="10"/>
          </p:nvPr>
        </p:nvSpPr>
        <p:spPr>
          <a:xfrm>
            <a:off x="8379537" y="6309360"/>
            <a:ext cx="1885598" cy="457200"/>
          </a:xfrm>
        </p:spPr>
        <p:txBody>
          <a:bodyPr rtlCol="0"/>
          <a:lstStyle>
            <a:defPPr>
              <a:defRPr lang="pt-BR"/>
            </a:defPPr>
          </a:lstStyle>
          <a:p>
            <a:pPr rtl="0"/>
            <a:r>
              <a:rPr lang="pt-BR"/>
              <a:t>8/9/20XX</a:t>
            </a:r>
          </a:p>
        </p:txBody>
      </p:sp>
      <p:sp>
        <p:nvSpPr>
          <p:cNvPr id="20" name="Espaço Reservado para o Número do Slide 9">
            <a:extLst>
              <a:ext uri="{FF2B5EF4-FFF2-40B4-BE49-F238E27FC236}">
                <a16:creationId xmlns:a16="http://schemas.microsoft.com/office/drawing/2014/main" id="{F5D9588C-9E6B-42F6-8B42-D18388626ACB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>
          <a:xfrm>
            <a:off x="10569202" y="6309360"/>
            <a:ext cx="979879" cy="457200"/>
          </a:xfrm>
        </p:spPr>
        <p:txBody>
          <a:bodyPr rtlCol="0"/>
          <a:lstStyle>
            <a:lvl1pPr>
              <a:defRPr lang="pt-BR" sz="1200" b="0"/>
            </a:lvl1pPr>
          </a:lstStyle>
          <a:p>
            <a:pPr rtl="0"/>
            <a:fld id="{FAEF9944-A4F6-4C59-AEBD-678D6480B8EA}" type="slidenum">
              <a:rPr lang="pt-BR" smtClean="0"/>
              <a:pPr rtl="0"/>
              <a:t>‹nº›</a:t>
            </a:fld>
            <a:endParaRPr lang="pt-BR" dirty="0"/>
          </a:p>
        </p:txBody>
      </p:sp>
      <p:sp>
        <p:nvSpPr>
          <p:cNvPr id="18" name="Retângulo 17">
            <a:extLst>
              <a:ext uri="{FF2B5EF4-FFF2-40B4-BE49-F238E27FC236}">
                <a16:creationId xmlns:a16="http://schemas.microsoft.com/office/drawing/2014/main" id="{3E23953F-BF80-48E0-8282-62907D6C29C6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/>
          <p:nvPr userDrawn="1"/>
        </p:nvSpPr>
        <p:spPr>
          <a:xfrm>
            <a:off x="8142523" y="0"/>
            <a:ext cx="64008" cy="6858000"/>
          </a:xfrm>
          <a:prstGeom prst="rect">
            <a:avLst/>
          </a:prstGeom>
          <a:solidFill>
            <a:schemeClr val="tx2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>
            <a:defPPr>
              <a:defRPr lang="pt-BR"/>
            </a:defPPr>
          </a:lstStyle>
          <a:p>
            <a:pPr algn="ctr" rtl="0"/>
            <a:endParaRPr lang="pt-BR" dirty="0"/>
          </a:p>
        </p:txBody>
      </p:sp>
      <p:sp>
        <p:nvSpPr>
          <p:cNvPr id="2" name="Retângulo 1">
            <a:extLst>
              <a:ext uri="{FF2B5EF4-FFF2-40B4-BE49-F238E27FC236}">
                <a16:creationId xmlns:a16="http://schemas.microsoft.com/office/drawing/2014/main" id="{BD79D74E-6357-D3E7-30C0-09B4B82BA321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/>
          <p:nvPr userDrawn="1"/>
        </p:nvSpPr>
        <p:spPr>
          <a:xfrm>
            <a:off x="8203482" y="1095507"/>
            <a:ext cx="3997653" cy="5016893"/>
          </a:xfrm>
          <a:prstGeom prst="rect">
            <a:avLst/>
          </a:prstGeom>
          <a:solidFill>
            <a:schemeClr val="accent1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>
            <a:defPPr>
              <a:defRPr lang="pt-BR"/>
            </a:defPPr>
          </a:lstStyle>
          <a:p>
            <a:pPr algn="ctr" rtl="0"/>
            <a:endParaRPr lang="pt-BR" dirty="0"/>
          </a:p>
        </p:txBody>
      </p:sp>
    </p:spTree>
    <p:extLst>
      <p:ext uri="{BB962C8B-B14F-4D97-AF65-F5344CB8AC3E}">
        <p14:creationId xmlns:p14="http://schemas.microsoft.com/office/powerpoint/2010/main" val="2257348373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showMasterSp="0" preserve="1" userDrawn="1">
  <p:cSld name="Título + Imagem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 useBgFill="1">
        <p:nvSpPr>
          <p:cNvPr id="52" name="Retângulo 51">
            <a:extLst>
              <a:ext uri="{FF2B5EF4-FFF2-40B4-BE49-F238E27FC236}">
                <a16:creationId xmlns:a16="http://schemas.microsoft.com/office/drawing/2014/main" id="{EA8D8870-8337-4ABD-9EA6-3D5AAB7E42D9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/>
          <p:nvPr userDrawn="1"/>
        </p:nvSpPr>
        <p:spPr>
          <a:xfrm flipH="1">
            <a:off x="0" y="0"/>
            <a:ext cx="12192001" cy="6858000"/>
          </a:xfrm>
          <a:prstGeom prst="rect">
            <a:avLst/>
          </a:prstGeom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>
            <a:defPPr>
              <a:defRPr lang="pt-BR"/>
            </a:defPPr>
          </a:lstStyle>
          <a:p>
            <a:pPr algn="ctr" rtl="0"/>
            <a:endParaRPr lang="pt-BR" dirty="0"/>
          </a:p>
        </p:txBody>
      </p:sp>
      <p:sp>
        <p:nvSpPr>
          <p:cNvPr id="53" name="Retângulo 52">
            <a:extLst>
              <a:ext uri="{FF2B5EF4-FFF2-40B4-BE49-F238E27FC236}">
                <a16:creationId xmlns:a16="http://schemas.microsoft.com/office/drawing/2014/main" id="{BAC3B2DB-2CCA-4BD4-8D63-98257049E273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/>
          <p:nvPr userDrawn="1"/>
        </p:nvSpPr>
        <p:spPr>
          <a:xfrm>
            <a:off x="1" y="825689"/>
            <a:ext cx="7685728" cy="3741549"/>
          </a:xfrm>
          <a:prstGeom prst="rect">
            <a:avLst/>
          </a:prstGeom>
          <a:solidFill>
            <a:schemeClr val="tx2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>
            <a:defPPr>
              <a:defRPr lang="pt-BR"/>
            </a:defPPr>
          </a:lstStyle>
          <a:p>
            <a:pPr algn="ctr" rtl="0"/>
            <a:endParaRPr lang="pt-BR" dirty="0"/>
          </a:p>
        </p:txBody>
      </p:sp>
      <p:sp>
        <p:nvSpPr>
          <p:cNvPr id="54" name="Título 1">
            <a:extLst>
              <a:ext uri="{FF2B5EF4-FFF2-40B4-BE49-F238E27FC236}">
                <a16:creationId xmlns:a16="http://schemas.microsoft.com/office/drawing/2014/main" id="{324DAAC3-FA37-4838-A298-327679F99F8A}"/>
              </a:ext>
            </a:extLst>
          </p:cNvPr>
          <p:cNvSpPr>
            <a:spLocks noGrp="1"/>
          </p:cNvSpPr>
          <p:nvPr>
            <p:ph type="ctrTitle" hasCustomPrompt="1"/>
          </p:nvPr>
        </p:nvSpPr>
        <p:spPr>
          <a:xfrm>
            <a:off x="1386630" y="825687"/>
            <a:ext cx="5957384" cy="3741551"/>
          </a:xfrm>
        </p:spPr>
        <p:txBody>
          <a:bodyPr tIns="182880" rtlCol="0" anchor="ctr" anchorCtr="0">
            <a:noAutofit/>
          </a:bodyPr>
          <a:lstStyle>
            <a:lvl1pPr>
              <a:lnSpc>
                <a:spcPct val="100000"/>
              </a:lnSpc>
              <a:defRPr lang="pt-BR" sz="4000" cap="all" baseline="0">
                <a:solidFill>
                  <a:schemeClr val="bg1"/>
                </a:solidFill>
              </a:defRPr>
            </a:lvl1pPr>
          </a:lstStyle>
          <a:p>
            <a:pPr rtl="0"/>
            <a:r>
              <a:rPr lang="pt-BR" sz="4400">
                <a:solidFill>
                  <a:schemeClr val="bg1"/>
                </a:solidFill>
              </a:rPr>
              <a:t>CLIQUE PARA ADICIONAR TÍTULO</a:t>
            </a:r>
          </a:p>
        </p:txBody>
      </p:sp>
      <p:sp>
        <p:nvSpPr>
          <p:cNvPr id="56" name="Retângulo 55">
            <a:extLst>
              <a:ext uri="{FF2B5EF4-FFF2-40B4-BE49-F238E27FC236}">
                <a16:creationId xmlns:a16="http://schemas.microsoft.com/office/drawing/2014/main" id="{FB792E4C-AD3B-4E88-8540-E75759746368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/>
          <p:nvPr userDrawn="1"/>
        </p:nvSpPr>
        <p:spPr>
          <a:xfrm>
            <a:off x="-1" y="889696"/>
            <a:ext cx="1070775" cy="3601342"/>
          </a:xfrm>
          <a:prstGeom prst="rect">
            <a:avLst/>
          </a:prstGeom>
          <a:solidFill>
            <a:schemeClr val="accent1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>
            <a:defPPr>
              <a:defRPr lang="pt-BR"/>
            </a:defPPr>
          </a:lstStyle>
          <a:p>
            <a:pPr algn="ctr" rtl="0"/>
            <a:endParaRPr lang="pt-BR" dirty="0"/>
          </a:p>
        </p:txBody>
      </p:sp>
      <p:sp>
        <p:nvSpPr>
          <p:cNvPr id="57" name="Retângulo 56">
            <a:extLst>
              <a:ext uri="{FF2B5EF4-FFF2-40B4-BE49-F238E27FC236}">
                <a16:creationId xmlns:a16="http://schemas.microsoft.com/office/drawing/2014/main" id="{6A32632F-9ED1-4328-BBE3-B4E014156A29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/>
          <p:nvPr userDrawn="1"/>
        </p:nvSpPr>
        <p:spPr>
          <a:xfrm rot="5400000">
            <a:off x="-2365125" y="3396997"/>
            <a:ext cx="6858002" cy="64008"/>
          </a:xfrm>
          <a:prstGeom prst="rect">
            <a:avLst/>
          </a:prstGeom>
          <a:solidFill>
            <a:schemeClr val="tx2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>
            <a:defPPr>
              <a:defRPr lang="pt-BR"/>
            </a:defPPr>
          </a:lstStyle>
          <a:p>
            <a:pPr algn="ctr" rtl="0"/>
            <a:endParaRPr lang="pt-BR" dirty="0"/>
          </a:p>
        </p:txBody>
      </p:sp>
      <p:sp>
        <p:nvSpPr>
          <p:cNvPr id="65" name="Espaço Reservado para Imagem 64">
            <a:extLst>
              <a:ext uri="{FF2B5EF4-FFF2-40B4-BE49-F238E27FC236}">
                <a16:creationId xmlns:a16="http://schemas.microsoft.com/office/drawing/2014/main" id="{D60E3C33-714C-4528-93A6-4470C3E89AE4}"/>
              </a:ext>
            </a:extLst>
          </p:cNvPr>
          <p:cNvSpPr>
            <a:spLocks noGrp="1"/>
          </p:cNvSpPr>
          <p:nvPr>
            <p:ph type="pic" sz="quarter" idx="13"/>
          </p:nvPr>
        </p:nvSpPr>
        <p:spPr>
          <a:xfrm>
            <a:off x="7710836" y="-2"/>
            <a:ext cx="4481164" cy="6858002"/>
          </a:xfrm>
          <a:custGeom>
            <a:avLst/>
            <a:gdLst>
              <a:gd name="connsiteX0" fmla="*/ 0 w 5332064"/>
              <a:gd name="connsiteY0" fmla="*/ 0 h 6858002"/>
              <a:gd name="connsiteX1" fmla="*/ 5332064 w 5332064"/>
              <a:gd name="connsiteY1" fmla="*/ 0 h 6858002"/>
              <a:gd name="connsiteX2" fmla="*/ 5332064 w 5332064"/>
              <a:gd name="connsiteY2" fmla="*/ 6858002 h 6858002"/>
              <a:gd name="connsiteX3" fmla="*/ 0 w 5332064"/>
              <a:gd name="connsiteY3" fmla="*/ 6858002 h 6858002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</a:cxnLst>
            <a:rect l="l" t="t" r="r" b="b"/>
            <a:pathLst>
              <a:path w="5332064" h="6858002">
                <a:moveTo>
                  <a:pt x="0" y="0"/>
                </a:moveTo>
                <a:lnTo>
                  <a:pt x="5332064" y="0"/>
                </a:lnTo>
                <a:lnTo>
                  <a:pt x="5332064" y="6858002"/>
                </a:lnTo>
                <a:lnTo>
                  <a:pt x="0" y="6858002"/>
                </a:lnTo>
                <a:close/>
              </a:path>
            </a:pathLst>
          </a:custGeom>
        </p:spPr>
        <p:txBody>
          <a:bodyPr wrap="square" rtlCol="0" anchor="t">
            <a:noAutofit/>
          </a:bodyPr>
          <a:lstStyle>
            <a:lvl1pPr marL="0" indent="0" algn="ctr">
              <a:buNone/>
              <a:defRPr lang="pt-BR" sz="1400"/>
            </a:lvl1pPr>
          </a:lstStyle>
          <a:p>
            <a:pPr rtl="0"/>
            <a:r>
              <a:rPr lang="pt-BR"/>
              <a:t>Clique no ícone para adicionar uma imagem</a:t>
            </a:r>
            <a:endParaRPr lang="pt-BR" dirty="0"/>
          </a:p>
        </p:txBody>
      </p:sp>
      <p:sp>
        <p:nvSpPr>
          <p:cNvPr id="59" name="Retângulo 58">
            <a:extLst>
              <a:ext uri="{FF2B5EF4-FFF2-40B4-BE49-F238E27FC236}">
                <a16:creationId xmlns:a16="http://schemas.microsoft.com/office/drawing/2014/main" id="{EA124D3C-01E3-4B96-BDF0-54851D1739D0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/>
          <p:nvPr userDrawn="1"/>
        </p:nvSpPr>
        <p:spPr>
          <a:xfrm rot="5400000">
            <a:off x="4249831" y="3396997"/>
            <a:ext cx="6858002" cy="64008"/>
          </a:xfrm>
          <a:prstGeom prst="rect">
            <a:avLst/>
          </a:prstGeom>
          <a:solidFill>
            <a:schemeClr val="tx2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>
            <a:defPPr>
              <a:defRPr lang="pt-BR"/>
            </a:defPPr>
          </a:lstStyle>
          <a:p>
            <a:pPr algn="ctr" rtl="0"/>
            <a:endParaRPr lang="pt-BR" dirty="0"/>
          </a:p>
        </p:txBody>
      </p:sp>
    </p:spTree>
    <p:extLst>
      <p:ext uri="{BB962C8B-B14F-4D97-AF65-F5344CB8AC3E}">
        <p14:creationId xmlns:p14="http://schemas.microsoft.com/office/powerpoint/2010/main" val="3923026188"/>
      </p:ext>
    </p:extLst>
  </p:cSld>
  <p:clrMapOvr>
    <a:masterClrMapping/>
  </p:clrMapOvr>
  <p:extLst>
    <p:ext uri="{DCECCB84-F9BA-43D5-87BE-67443E8EF086}">
      <p15:sldGuideLst xmlns:p15="http://schemas.microsoft.com/office/powerpoint/2012/main">
        <p15:guide id="1" orient="horz" pos="4056">
          <p15:clr>
            <a:srgbClr val="FBAE40"/>
          </p15:clr>
        </p15:guide>
      </p15:sldGuideLst>
    </p:ext>
  </p:extLst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Título + Subtítulo + Imagem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 useBgFill="1">
        <p:nvSpPr>
          <p:cNvPr id="24" name="Retângulo 23">
            <a:extLst>
              <a:ext uri="{FF2B5EF4-FFF2-40B4-BE49-F238E27FC236}">
                <a16:creationId xmlns:a16="http://schemas.microsoft.com/office/drawing/2014/main" id="{E7E77A60-3019-43AE-AA38-E130C04CFD8D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/>
          <p:nvPr userDrawn="1"/>
        </p:nvSpPr>
        <p:spPr>
          <a:xfrm>
            <a:off x="0" y="0"/>
            <a:ext cx="12192001" cy="6858000"/>
          </a:xfrm>
          <a:prstGeom prst="rect">
            <a:avLst/>
          </a:prstGeom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>
            <a:defPPr>
              <a:defRPr lang="pt-BR"/>
            </a:defPPr>
          </a:lstStyle>
          <a:p>
            <a:pPr algn="ctr" rtl="0"/>
            <a:endParaRPr lang="pt-BR" dirty="0"/>
          </a:p>
        </p:txBody>
      </p:sp>
      <p:sp>
        <p:nvSpPr>
          <p:cNvPr id="25" name="Retângulo 24">
            <a:extLst>
              <a:ext uri="{FF2B5EF4-FFF2-40B4-BE49-F238E27FC236}">
                <a16:creationId xmlns:a16="http://schemas.microsoft.com/office/drawing/2014/main" id="{3FDBF0FB-88D2-4271-BFAF-D129CF8C2F68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/>
          <p:nvPr userDrawn="1"/>
        </p:nvSpPr>
        <p:spPr>
          <a:xfrm>
            <a:off x="6410325" y="-4078"/>
            <a:ext cx="5787773" cy="1056542"/>
          </a:xfrm>
          <a:prstGeom prst="rect">
            <a:avLst/>
          </a:prstGeom>
          <a:solidFill>
            <a:schemeClr val="tx2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>
            <a:defPPr>
              <a:defRPr lang="pt-BR"/>
            </a:defPPr>
          </a:lstStyle>
          <a:p>
            <a:pPr algn="ctr" rtl="0"/>
            <a:endParaRPr lang="pt-BR" dirty="0"/>
          </a:p>
        </p:txBody>
      </p:sp>
      <p:sp>
        <p:nvSpPr>
          <p:cNvPr id="27" name="Retângulo 26">
            <a:extLst>
              <a:ext uri="{FF2B5EF4-FFF2-40B4-BE49-F238E27FC236}">
                <a16:creationId xmlns:a16="http://schemas.microsoft.com/office/drawing/2014/main" id="{862B807B-6DFA-471C-B675-016416207F0E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/>
          <p:nvPr userDrawn="1"/>
        </p:nvSpPr>
        <p:spPr>
          <a:xfrm>
            <a:off x="1524" y="1031500"/>
            <a:ext cx="12190475" cy="64160"/>
          </a:xfrm>
          <a:prstGeom prst="rect">
            <a:avLst/>
          </a:prstGeom>
          <a:solidFill>
            <a:schemeClr val="tx2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>
            <a:defPPr>
              <a:defRPr lang="pt-BR"/>
            </a:defPPr>
          </a:lstStyle>
          <a:p>
            <a:pPr algn="ctr" rtl="0"/>
            <a:endParaRPr lang="pt-BR" dirty="0"/>
          </a:p>
        </p:txBody>
      </p:sp>
      <p:sp>
        <p:nvSpPr>
          <p:cNvPr id="28" name="Retângulo 27">
            <a:extLst>
              <a:ext uri="{FF2B5EF4-FFF2-40B4-BE49-F238E27FC236}">
                <a16:creationId xmlns:a16="http://schemas.microsoft.com/office/drawing/2014/main" id="{0555D4C0-9882-489D-AD77-A9F38B3784A6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/>
          <p:nvPr userDrawn="1"/>
        </p:nvSpPr>
        <p:spPr>
          <a:xfrm>
            <a:off x="6446677" y="1095508"/>
            <a:ext cx="5742273" cy="5016893"/>
          </a:xfrm>
          <a:prstGeom prst="rect">
            <a:avLst/>
          </a:prstGeom>
          <a:solidFill>
            <a:schemeClr val="bg1">
              <a:alpha val="75000"/>
            </a:schemeClr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>
            <a:defPPr>
              <a:defRPr lang="pt-BR"/>
            </a:defPPr>
          </a:lstStyle>
          <a:p>
            <a:pPr algn="ctr" rtl="0"/>
            <a:endParaRPr lang="pt-BR" dirty="0"/>
          </a:p>
        </p:txBody>
      </p:sp>
      <p:sp>
        <p:nvSpPr>
          <p:cNvPr id="2" name="Título 1">
            <a:extLst>
              <a:ext uri="{FF2B5EF4-FFF2-40B4-BE49-F238E27FC236}">
                <a16:creationId xmlns:a16="http://schemas.microsoft.com/office/drawing/2014/main" id="{D68EC5ED-FCAE-682A-C050-58786819ECD3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6757416" y="1316736"/>
            <a:ext cx="5120640" cy="3392424"/>
          </a:xfrm>
        </p:spPr>
        <p:txBody>
          <a:bodyPr rtlCol="0" anchor="b"/>
          <a:lstStyle>
            <a:lvl1pPr>
              <a:lnSpc>
                <a:spcPct val="100000"/>
              </a:lnSpc>
              <a:defRPr lang="pt-BR"/>
            </a:lvl1pPr>
          </a:lstStyle>
          <a:p>
            <a:pPr rtl="0"/>
            <a:r>
              <a:rPr lang="pt-BR"/>
              <a:t>Clique para editar o estilo de título Mestre</a:t>
            </a:r>
          </a:p>
        </p:txBody>
      </p:sp>
      <p:sp>
        <p:nvSpPr>
          <p:cNvPr id="30" name="Subtítulo 2">
            <a:extLst>
              <a:ext uri="{FF2B5EF4-FFF2-40B4-BE49-F238E27FC236}">
                <a16:creationId xmlns:a16="http://schemas.microsoft.com/office/drawing/2014/main" id="{15C8BDC7-F09C-40A3-B14E-9A49781EE6CE}"/>
              </a:ext>
            </a:extLst>
          </p:cNvPr>
          <p:cNvSpPr>
            <a:spLocks noGrp="1"/>
          </p:cNvSpPr>
          <p:nvPr>
            <p:ph type="subTitle" idx="1" hasCustomPrompt="1"/>
          </p:nvPr>
        </p:nvSpPr>
        <p:spPr>
          <a:xfrm>
            <a:off x="6749828" y="4816366"/>
            <a:ext cx="5125300" cy="1068929"/>
          </a:xfrm>
        </p:spPr>
        <p:txBody>
          <a:bodyPr rtlCol="0" anchor="t" anchorCtr="0">
            <a:noAutofit/>
          </a:bodyPr>
          <a:lstStyle>
            <a:lvl1pPr marL="0" indent="0">
              <a:lnSpc>
                <a:spcPct val="100000"/>
              </a:lnSpc>
              <a:buNone/>
              <a:defRPr lang="pt-BR" sz="2000" b="0"/>
            </a:lvl1pPr>
          </a:lstStyle>
          <a:p>
            <a:pPr rtl="0"/>
            <a:r>
              <a:rPr lang="pt-BR" sz="2000">
                <a:solidFill>
                  <a:schemeClr val="tx2"/>
                </a:solidFill>
              </a:rPr>
              <a:t>Clique para adicionar um subtítulo</a:t>
            </a:r>
          </a:p>
        </p:txBody>
      </p:sp>
      <p:sp>
        <p:nvSpPr>
          <p:cNvPr id="40" name="Espaço Reservado para Imagem 38">
            <a:extLst>
              <a:ext uri="{FF2B5EF4-FFF2-40B4-BE49-F238E27FC236}">
                <a16:creationId xmlns:a16="http://schemas.microsoft.com/office/drawing/2014/main" id="{AB2070F4-085F-4F8D-A1E8-A58E5F8F0687}"/>
              </a:ext>
            </a:extLst>
          </p:cNvPr>
          <p:cNvSpPr>
            <a:spLocks noGrp="1"/>
          </p:cNvSpPr>
          <p:nvPr>
            <p:ph type="pic" sz="quarter" idx="13"/>
          </p:nvPr>
        </p:nvSpPr>
        <p:spPr>
          <a:xfrm>
            <a:off x="-6099" y="1095509"/>
            <a:ext cx="6391656" cy="5016892"/>
          </a:xfrm>
        </p:spPr>
        <p:txBody>
          <a:bodyPr rtlCol="0" anchor="t">
            <a:normAutofit/>
          </a:bodyPr>
          <a:lstStyle>
            <a:lvl1pPr marL="0" indent="0" algn="ctr">
              <a:buNone/>
              <a:defRPr lang="pt-BR" sz="1400"/>
            </a:lvl1pPr>
          </a:lstStyle>
          <a:p>
            <a:pPr rtl="0"/>
            <a:r>
              <a:rPr lang="pt-BR"/>
              <a:t>Clique no ícone para adicionar uma imagem</a:t>
            </a:r>
            <a:endParaRPr lang="pt-BR" dirty="0"/>
          </a:p>
        </p:txBody>
      </p:sp>
      <p:sp>
        <p:nvSpPr>
          <p:cNvPr id="32" name="Retângulo 31">
            <a:extLst>
              <a:ext uri="{FF2B5EF4-FFF2-40B4-BE49-F238E27FC236}">
                <a16:creationId xmlns:a16="http://schemas.microsoft.com/office/drawing/2014/main" id="{247A5DB4-1ED7-4630-89AF-F1802E44EF89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/>
          <p:nvPr userDrawn="1"/>
        </p:nvSpPr>
        <p:spPr>
          <a:xfrm>
            <a:off x="0" y="6144405"/>
            <a:ext cx="6446677" cy="713595"/>
          </a:xfrm>
          <a:prstGeom prst="rect">
            <a:avLst/>
          </a:prstGeom>
          <a:solidFill>
            <a:schemeClr val="tx2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>
            <a:defPPr>
              <a:defRPr lang="pt-BR"/>
            </a:defPPr>
          </a:lstStyle>
          <a:p>
            <a:pPr algn="ctr" rtl="0"/>
            <a:endParaRPr lang="pt-BR" dirty="0"/>
          </a:p>
        </p:txBody>
      </p:sp>
      <p:sp>
        <p:nvSpPr>
          <p:cNvPr id="33" name="Retângulo 32">
            <a:extLst>
              <a:ext uri="{FF2B5EF4-FFF2-40B4-BE49-F238E27FC236}">
                <a16:creationId xmlns:a16="http://schemas.microsoft.com/office/drawing/2014/main" id="{6E5D4012-4107-490F-A369-EA7063242A98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/>
          <p:nvPr userDrawn="1"/>
        </p:nvSpPr>
        <p:spPr>
          <a:xfrm>
            <a:off x="6446677" y="6167615"/>
            <a:ext cx="5742273" cy="690385"/>
          </a:xfrm>
          <a:prstGeom prst="rect">
            <a:avLst/>
          </a:prstGeom>
          <a:solidFill>
            <a:schemeClr val="bg1">
              <a:alpha val="75000"/>
            </a:schemeClr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>
            <a:defPPr>
              <a:defRPr lang="pt-BR"/>
            </a:defPPr>
          </a:lstStyle>
          <a:p>
            <a:pPr algn="ctr" rtl="0"/>
            <a:endParaRPr lang="pt-BR" dirty="0"/>
          </a:p>
        </p:txBody>
      </p:sp>
      <p:sp>
        <p:nvSpPr>
          <p:cNvPr id="34" name="Retângulo 33">
            <a:extLst>
              <a:ext uri="{FF2B5EF4-FFF2-40B4-BE49-F238E27FC236}">
                <a16:creationId xmlns:a16="http://schemas.microsoft.com/office/drawing/2014/main" id="{795C79E2-9EA5-4713-B4AF-0E4572CFFA2F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/>
          <p:nvPr userDrawn="1"/>
        </p:nvSpPr>
        <p:spPr>
          <a:xfrm>
            <a:off x="1524" y="6112249"/>
            <a:ext cx="12190475" cy="64160"/>
          </a:xfrm>
          <a:prstGeom prst="rect">
            <a:avLst/>
          </a:prstGeom>
          <a:solidFill>
            <a:schemeClr val="tx2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>
            <a:defPPr>
              <a:defRPr lang="pt-BR"/>
            </a:defPPr>
          </a:lstStyle>
          <a:p>
            <a:pPr algn="ctr" rtl="0"/>
            <a:endParaRPr lang="pt-BR" dirty="0"/>
          </a:p>
        </p:txBody>
      </p:sp>
      <p:sp>
        <p:nvSpPr>
          <p:cNvPr id="36" name="Retângulo 35">
            <a:extLst>
              <a:ext uri="{FF2B5EF4-FFF2-40B4-BE49-F238E27FC236}">
                <a16:creationId xmlns:a16="http://schemas.microsoft.com/office/drawing/2014/main" id="{274C09E2-06F0-4230-8DAD-A0DBF01F8603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/>
          <p:nvPr userDrawn="1"/>
        </p:nvSpPr>
        <p:spPr>
          <a:xfrm>
            <a:off x="6379494" y="0"/>
            <a:ext cx="64008" cy="6858000"/>
          </a:xfrm>
          <a:prstGeom prst="rect">
            <a:avLst/>
          </a:prstGeom>
          <a:solidFill>
            <a:schemeClr val="tx2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>
            <a:defPPr>
              <a:defRPr lang="pt-BR"/>
            </a:defPPr>
          </a:lstStyle>
          <a:p>
            <a:pPr algn="ctr" rtl="0"/>
            <a:endParaRPr lang="pt-BR" dirty="0"/>
          </a:p>
        </p:txBody>
      </p:sp>
    </p:spTree>
    <p:extLst>
      <p:ext uri="{BB962C8B-B14F-4D97-AF65-F5344CB8AC3E}">
        <p14:creationId xmlns:p14="http://schemas.microsoft.com/office/powerpoint/2010/main" val="3640490536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showMasterSp="0" preserve="1" userDrawn="1">
  <p:cSld name="Conteúdo + Imagem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 useBgFill="1">
        <p:nvSpPr>
          <p:cNvPr id="22" name="Retângulo 21">
            <a:extLst>
              <a:ext uri="{FF2B5EF4-FFF2-40B4-BE49-F238E27FC236}">
                <a16:creationId xmlns:a16="http://schemas.microsoft.com/office/drawing/2014/main" id="{5C341663-7159-49AD-AAF3-4B3C490D8123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/>
          <p:nvPr userDrawn="1"/>
        </p:nvSpPr>
        <p:spPr>
          <a:xfrm flipH="1">
            <a:off x="0" y="0"/>
            <a:ext cx="12192001" cy="6858000"/>
          </a:xfrm>
          <a:prstGeom prst="rect">
            <a:avLst/>
          </a:prstGeom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>
            <a:defPPr>
              <a:defRPr lang="pt-BR"/>
            </a:defPPr>
          </a:lstStyle>
          <a:p>
            <a:pPr algn="ctr" rtl="0"/>
            <a:endParaRPr lang="pt-BR" dirty="0"/>
          </a:p>
        </p:txBody>
      </p:sp>
      <p:sp>
        <p:nvSpPr>
          <p:cNvPr id="27" name="Retângulo 26">
            <a:extLst>
              <a:ext uri="{FF2B5EF4-FFF2-40B4-BE49-F238E27FC236}">
                <a16:creationId xmlns:a16="http://schemas.microsoft.com/office/drawing/2014/main" id="{20F2EB12-394C-40E4-9186-CBD6635B5DA9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/>
          <p:nvPr userDrawn="1"/>
        </p:nvSpPr>
        <p:spPr>
          <a:xfrm>
            <a:off x="4677552" y="0"/>
            <a:ext cx="7514448" cy="6858000"/>
          </a:xfrm>
          <a:prstGeom prst="rect">
            <a:avLst/>
          </a:prstGeom>
          <a:solidFill>
            <a:schemeClr val="bg1">
              <a:alpha val="75000"/>
            </a:schemeClr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>
            <a:defPPr>
              <a:defRPr lang="pt-BR"/>
            </a:defPPr>
          </a:lstStyle>
          <a:p>
            <a:pPr algn="ctr" rtl="0"/>
            <a:endParaRPr lang="pt-BR" dirty="0"/>
          </a:p>
        </p:txBody>
      </p:sp>
      <p:sp>
        <p:nvSpPr>
          <p:cNvPr id="28" name="Título 1">
            <a:extLst>
              <a:ext uri="{FF2B5EF4-FFF2-40B4-BE49-F238E27FC236}">
                <a16:creationId xmlns:a16="http://schemas.microsoft.com/office/drawing/2014/main" id="{53F9468C-8821-4670-9C7C-78E7D75861AD}"/>
              </a:ext>
            </a:extLst>
          </p:cNvPr>
          <p:cNvSpPr>
            <a:spLocks noGrp="1"/>
          </p:cNvSpPr>
          <p:nvPr>
            <p:ph type="title" hasCustomPrompt="1"/>
          </p:nvPr>
        </p:nvSpPr>
        <p:spPr>
          <a:xfrm>
            <a:off x="5141023" y="167463"/>
            <a:ext cx="6408058" cy="1580890"/>
          </a:xfrm>
        </p:spPr>
        <p:txBody>
          <a:bodyPr rtlCol="0" anchor="b" anchorCtr="0">
            <a:noAutofit/>
          </a:bodyPr>
          <a:lstStyle>
            <a:lvl1pPr>
              <a:lnSpc>
                <a:spcPct val="100000"/>
              </a:lnSpc>
              <a:defRPr lang="pt-BR" sz="3200"/>
            </a:lvl1pPr>
          </a:lstStyle>
          <a:p>
            <a:pPr rtl="0"/>
            <a:r>
              <a:rPr lang="pt-BR"/>
              <a:t>Clique para adicionar um título</a:t>
            </a:r>
          </a:p>
        </p:txBody>
      </p:sp>
      <p:sp>
        <p:nvSpPr>
          <p:cNvPr id="4" name="Espaço Reservado para Conteúdo 3">
            <a:extLst>
              <a:ext uri="{FF2B5EF4-FFF2-40B4-BE49-F238E27FC236}">
                <a16:creationId xmlns:a16="http://schemas.microsoft.com/office/drawing/2014/main" id="{FFD78806-0532-B92A-4326-73941B4232E7}"/>
              </a:ext>
            </a:extLst>
          </p:cNvPr>
          <p:cNvSpPr>
            <a:spLocks noGrp="1"/>
          </p:cNvSpPr>
          <p:nvPr>
            <p:ph sz="quarter" idx="16" hasCustomPrompt="1"/>
          </p:nvPr>
        </p:nvSpPr>
        <p:spPr>
          <a:xfrm>
            <a:off x="0" y="0"/>
            <a:ext cx="4613275" cy="6858000"/>
          </a:xfrm>
        </p:spPr>
        <p:txBody>
          <a:bodyPr rtlCol="0"/>
          <a:lstStyle>
            <a:lvl1pPr>
              <a:defRPr lang="pt-BR"/>
            </a:lvl1pPr>
          </a:lstStyle>
          <a:p>
            <a:pPr lvl="0" rtl="0"/>
            <a:r>
              <a:rPr lang="pt-BR"/>
              <a:t>Clique para adicionar conteúdo</a:t>
            </a:r>
          </a:p>
          <a:p>
            <a:pPr lvl="1" rtl="0"/>
            <a:r>
              <a:rPr lang="pt-BR"/>
              <a:t>Segundo nível</a:t>
            </a:r>
          </a:p>
          <a:p>
            <a:pPr lvl="2" rtl="0"/>
            <a:r>
              <a:rPr lang="pt-BR"/>
              <a:t>Terceiro nível</a:t>
            </a:r>
          </a:p>
          <a:p>
            <a:pPr lvl="3" rtl="0"/>
            <a:r>
              <a:rPr lang="pt-BR"/>
              <a:t>Quarto nível</a:t>
            </a:r>
          </a:p>
          <a:p>
            <a:pPr lvl="4" rtl="0"/>
            <a:r>
              <a:rPr lang="pt-BR"/>
              <a:t>Quinto nível</a:t>
            </a:r>
          </a:p>
        </p:txBody>
      </p:sp>
      <p:sp>
        <p:nvSpPr>
          <p:cNvPr id="24" name="Retângulo 23">
            <a:extLst>
              <a:ext uri="{FF2B5EF4-FFF2-40B4-BE49-F238E27FC236}">
                <a16:creationId xmlns:a16="http://schemas.microsoft.com/office/drawing/2014/main" id="{D83D2425-8E71-4C9D-8737-018CE44525D0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/>
          <p:nvPr userDrawn="1"/>
        </p:nvSpPr>
        <p:spPr>
          <a:xfrm rot="5400000">
            <a:off x="1216551" y="3396997"/>
            <a:ext cx="6858002" cy="64008"/>
          </a:xfrm>
          <a:prstGeom prst="rect">
            <a:avLst/>
          </a:prstGeom>
          <a:solidFill>
            <a:schemeClr val="tx2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>
            <a:defPPr>
              <a:defRPr lang="pt-BR"/>
            </a:defPPr>
          </a:lstStyle>
          <a:p>
            <a:pPr algn="ctr" rtl="0"/>
            <a:endParaRPr lang="pt-BR" dirty="0"/>
          </a:p>
        </p:txBody>
      </p:sp>
      <p:sp>
        <p:nvSpPr>
          <p:cNvPr id="2" name="Espaço Reservado para Conteúdo 2">
            <a:extLst>
              <a:ext uri="{FF2B5EF4-FFF2-40B4-BE49-F238E27FC236}">
                <a16:creationId xmlns:a16="http://schemas.microsoft.com/office/drawing/2014/main" id="{DEB24183-BE19-B810-4EF4-D9959CAD150B}"/>
              </a:ext>
            </a:extLst>
          </p:cNvPr>
          <p:cNvSpPr>
            <a:spLocks noGrp="1"/>
          </p:cNvSpPr>
          <p:nvPr>
            <p:ph sz="quarter" idx="15" hasCustomPrompt="1"/>
          </p:nvPr>
        </p:nvSpPr>
        <p:spPr>
          <a:xfrm>
            <a:off x="5140405" y="1959427"/>
            <a:ext cx="6408665" cy="4161653"/>
          </a:xfrm>
        </p:spPr>
        <p:txBody>
          <a:bodyPr rtlCol="0" anchor="t">
            <a:normAutofit/>
          </a:bodyPr>
          <a:lstStyle>
            <a:lvl1pPr marL="0" indent="0">
              <a:lnSpc>
                <a:spcPct val="100000"/>
              </a:lnSpc>
              <a:spcAft>
                <a:spcPts val="600"/>
              </a:spcAft>
              <a:buNone/>
              <a:defRPr lang="pt-BR" sz="1800" b="0"/>
            </a:lvl1pPr>
            <a:lvl2pPr>
              <a:lnSpc>
                <a:spcPct val="100000"/>
              </a:lnSpc>
              <a:spcAft>
                <a:spcPts val="600"/>
              </a:spcAft>
              <a:defRPr lang="pt-BR" sz="1800"/>
            </a:lvl2pPr>
            <a:lvl3pPr>
              <a:lnSpc>
                <a:spcPct val="100000"/>
              </a:lnSpc>
              <a:spcAft>
                <a:spcPts val="600"/>
              </a:spcAft>
              <a:defRPr lang="pt-BR" sz="1800"/>
            </a:lvl3pPr>
            <a:lvl4pPr>
              <a:lnSpc>
                <a:spcPct val="100000"/>
              </a:lnSpc>
              <a:spcAft>
                <a:spcPts val="600"/>
              </a:spcAft>
              <a:defRPr lang="pt-BR" sz="1800"/>
            </a:lvl4pPr>
            <a:lvl5pPr>
              <a:lnSpc>
                <a:spcPct val="100000"/>
              </a:lnSpc>
              <a:spcAft>
                <a:spcPts val="600"/>
              </a:spcAft>
              <a:defRPr lang="pt-BR" sz="1800"/>
            </a:lvl5pPr>
          </a:lstStyle>
          <a:p>
            <a:pPr lvl="0" rtl="0"/>
            <a:r>
              <a:rPr lang="pt-BR"/>
              <a:t>Clique para adicionar o texto</a:t>
            </a:r>
          </a:p>
          <a:p>
            <a:pPr lvl="1" rtl="0"/>
            <a:r>
              <a:rPr lang="pt-BR"/>
              <a:t>Segundo nível</a:t>
            </a:r>
          </a:p>
          <a:p>
            <a:pPr lvl="2" rtl="0"/>
            <a:r>
              <a:rPr lang="pt-BR"/>
              <a:t>Terceiro nível</a:t>
            </a:r>
          </a:p>
          <a:p>
            <a:pPr lvl="3" rtl="0"/>
            <a:r>
              <a:rPr lang="pt-BR"/>
              <a:t>Quarto nível</a:t>
            </a:r>
          </a:p>
          <a:p>
            <a:pPr lvl="4" rtl="0"/>
            <a:r>
              <a:rPr lang="pt-BR"/>
              <a:t>Quinto nível</a:t>
            </a:r>
          </a:p>
        </p:txBody>
      </p:sp>
      <p:sp>
        <p:nvSpPr>
          <p:cNvPr id="8" name="Espaço Reservado para Rodapé 4">
            <a:extLst>
              <a:ext uri="{FF2B5EF4-FFF2-40B4-BE49-F238E27FC236}">
                <a16:creationId xmlns:a16="http://schemas.microsoft.com/office/drawing/2014/main" id="{CD15B6AB-EFBA-3087-EC3D-8DA945B70C0F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>
          <a:xfrm>
            <a:off x="5140405" y="6309360"/>
            <a:ext cx="3982428" cy="457200"/>
          </a:xfrm>
        </p:spPr>
        <p:txBody>
          <a:bodyPr rtlCol="0"/>
          <a:lstStyle>
            <a:lvl1pPr algn="ctr">
              <a:defRPr lang="pt-BR">
                <a:effectLst/>
              </a:defRPr>
            </a:lvl1pPr>
          </a:lstStyle>
          <a:p>
            <a:pPr algn="l" rtl="0"/>
            <a:r>
              <a:rPr lang="pt-BR"/>
              <a:t>Título da Apresentação</a:t>
            </a:r>
          </a:p>
        </p:txBody>
      </p:sp>
      <p:sp>
        <p:nvSpPr>
          <p:cNvPr id="10" name="Espaço Reservado para Data 3">
            <a:extLst>
              <a:ext uri="{FF2B5EF4-FFF2-40B4-BE49-F238E27FC236}">
                <a16:creationId xmlns:a16="http://schemas.microsoft.com/office/drawing/2014/main" id="{6A3371A6-1409-7906-744F-59D906DF6755}"/>
              </a:ext>
            </a:extLst>
          </p:cNvPr>
          <p:cNvSpPr>
            <a:spLocks noGrp="1"/>
          </p:cNvSpPr>
          <p:nvPr>
            <p:ph type="dt" sz="half" idx="10"/>
          </p:nvPr>
        </p:nvSpPr>
        <p:spPr>
          <a:xfrm>
            <a:off x="9238415" y="6309360"/>
            <a:ext cx="1215204" cy="457200"/>
          </a:xfrm>
        </p:spPr>
        <p:txBody>
          <a:bodyPr rtlCol="0"/>
          <a:lstStyle>
            <a:lvl1pPr algn="ctr">
              <a:defRPr lang="pt-BR">
                <a:effectLst/>
              </a:defRPr>
            </a:lvl1pPr>
          </a:lstStyle>
          <a:p>
            <a:pPr rtl="0"/>
            <a:r>
              <a:rPr lang="pt-BR">
                <a:solidFill>
                  <a:schemeClr val="tx2"/>
                </a:solidFill>
              </a:rPr>
              <a:t>8/9/20XX</a:t>
            </a:r>
            <a:endParaRPr lang="pt-BR" dirty="0"/>
          </a:p>
        </p:txBody>
      </p:sp>
      <p:sp>
        <p:nvSpPr>
          <p:cNvPr id="11" name="Espaço Reservado para o Número do Slide 5">
            <a:extLst>
              <a:ext uri="{FF2B5EF4-FFF2-40B4-BE49-F238E27FC236}">
                <a16:creationId xmlns:a16="http://schemas.microsoft.com/office/drawing/2014/main" id="{8546652F-6212-09E9-1A75-28F7C8EEF073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>
          <a:xfrm>
            <a:off x="10569202" y="6309360"/>
            <a:ext cx="979879" cy="457200"/>
          </a:xfrm>
        </p:spPr>
        <p:txBody>
          <a:bodyPr rtlCol="0"/>
          <a:lstStyle>
            <a:lvl1pPr>
              <a:defRPr lang="pt-BR" sz="1200" b="0"/>
            </a:lvl1pPr>
          </a:lstStyle>
          <a:p>
            <a:pPr rtl="0"/>
            <a:fld id="{FAEF9944-A4F6-4C59-AEBD-678D6480B8EA}" type="slidenum">
              <a:rPr lang="pt-BR" smtClean="0"/>
              <a:pPr rtl="0"/>
              <a:t>‹nº›</a:t>
            </a:fld>
            <a:endParaRPr lang="pt-BR" dirty="0"/>
          </a:p>
        </p:txBody>
      </p:sp>
    </p:spTree>
    <p:extLst>
      <p:ext uri="{BB962C8B-B14F-4D97-AF65-F5344CB8AC3E}">
        <p14:creationId xmlns:p14="http://schemas.microsoft.com/office/powerpoint/2010/main" val="525003947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showMasterSp="0" preserve="1" userDrawn="1">
  <p:cSld name="Título + Subtítulo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 useBgFill="1">
        <p:nvSpPr>
          <p:cNvPr id="52" name="Retângulo 51">
            <a:extLst>
              <a:ext uri="{FF2B5EF4-FFF2-40B4-BE49-F238E27FC236}">
                <a16:creationId xmlns:a16="http://schemas.microsoft.com/office/drawing/2014/main" id="{EA8D8870-8337-4ABD-9EA6-3D5AAB7E42D9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/>
          <p:nvPr userDrawn="1"/>
        </p:nvSpPr>
        <p:spPr>
          <a:xfrm flipH="1">
            <a:off x="0" y="0"/>
            <a:ext cx="12192001" cy="6858000"/>
          </a:xfrm>
          <a:prstGeom prst="rect">
            <a:avLst/>
          </a:prstGeom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>
            <a:defPPr>
              <a:defRPr lang="pt-BR"/>
            </a:defPPr>
          </a:lstStyle>
          <a:p>
            <a:pPr algn="ctr" rtl="0"/>
            <a:endParaRPr lang="pt-BR" dirty="0"/>
          </a:p>
        </p:txBody>
      </p:sp>
      <p:sp>
        <p:nvSpPr>
          <p:cNvPr id="53" name="Retângulo 52">
            <a:extLst>
              <a:ext uri="{FF2B5EF4-FFF2-40B4-BE49-F238E27FC236}">
                <a16:creationId xmlns:a16="http://schemas.microsoft.com/office/drawing/2014/main" id="{BAC3B2DB-2CCA-4BD4-8D63-98257049E273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/>
          <p:nvPr userDrawn="1"/>
        </p:nvSpPr>
        <p:spPr>
          <a:xfrm>
            <a:off x="0" y="825689"/>
            <a:ext cx="12192000" cy="5201731"/>
          </a:xfrm>
          <a:prstGeom prst="rect">
            <a:avLst/>
          </a:prstGeom>
          <a:solidFill>
            <a:schemeClr val="tx2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>
            <a:defPPr>
              <a:defRPr lang="pt-BR"/>
            </a:defPPr>
          </a:lstStyle>
          <a:p>
            <a:pPr algn="ctr" rtl="0"/>
            <a:endParaRPr lang="pt-BR" dirty="0"/>
          </a:p>
        </p:txBody>
      </p:sp>
      <p:sp>
        <p:nvSpPr>
          <p:cNvPr id="54" name="Título 1">
            <a:extLst>
              <a:ext uri="{FF2B5EF4-FFF2-40B4-BE49-F238E27FC236}">
                <a16:creationId xmlns:a16="http://schemas.microsoft.com/office/drawing/2014/main" id="{324DAAC3-FA37-4838-A298-327679F99F8A}"/>
              </a:ext>
            </a:extLst>
          </p:cNvPr>
          <p:cNvSpPr>
            <a:spLocks noGrp="1"/>
          </p:cNvSpPr>
          <p:nvPr>
            <p:ph type="ctrTitle" hasCustomPrompt="1"/>
          </p:nvPr>
        </p:nvSpPr>
        <p:spPr>
          <a:xfrm>
            <a:off x="1386628" y="1034477"/>
            <a:ext cx="9380431" cy="2614551"/>
          </a:xfrm>
        </p:spPr>
        <p:txBody>
          <a:bodyPr rtlCol="0" anchor="b" anchorCtr="0">
            <a:noAutofit/>
          </a:bodyPr>
          <a:lstStyle>
            <a:lvl1pPr algn="l">
              <a:lnSpc>
                <a:spcPct val="100000"/>
              </a:lnSpc>
              <a:defRPr lang="pt-BR" sz="4800" cap="all" baseline="0">
                <a:solidFill>
                  <a:schemeClr val="bg1"/>
                </a:solidFill>
              </a:defRPr>
            </a:lvl1pPr>
          </a:lstStyle>
          <a:p>
            <a:pPr rtl="0"/>
            <a:r>
              <a:rPr lang="pt-BR" sz="4400">
                <a:solidFill>
                  <a:schemeClr val="bg1"/>
                </a:solidFill>
              </a:rPr>
              <a:t>CLIQUE PARA ADICIONAR UM TÍTULO</a:t>
            </a:r>
          </a:p>
        </p:txBody>
      </p:sp>
      <p:sp>
        <p:nvSpPr>
          <p:cNvPr id="56" name="Retângulo 55">
            <a:extLst>
              <a:ext uri="{FF2B5EF4-FFF2-40B4-BE49-F238E27FC236}">
                <a16:creationId xmlns:a16="http://schemas.microsoft.com/office/drawing/2014/main" id="{FB792E4C-AD3B-4E88-8540-E75759746368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/>
          <p:nvPr userDrawn="1"/>
        </p:nvSpPr>
        <p:spPr>
          <a:xfrm>
            <a:off x="-1" y="889696"/>
            <a:ext cx="1070775" cy="5077717"/>
          </a:xfrm>
          <a:prstGeom prst="rect">
            <a:avLst/>
          </a:prstGeom>
          <a:solidFill>
            <a:schemeClr val="accent1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>
            <a:defPPr>
              <a:defRPr lang="pt-BR"/>
            </a:defPPr>
          </a:lstStyle>
          <a:p>
            <a:pPr algn="ctr" rtl="0"/>
            <a:endParaRPr lang="pt-BR" dirty="0"/>
          </a:p>
        </p:txBody>
      </p:sp>
      <p:sp>
        <p:nvSpPr>
          <p:cNvPr id="57" name="Retângulo 56">
            <a:extLst>
              <a:ext uri="{FF2B5EF4-FFF2-40B4-BE49-F238E27FC236}">
                <a16:creationId xmlns:a16="http://schemas.microsoft.com/office/drawing/2014/main" id="{6A32632F-9ED1-4328-BBE3-B4E014156A29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/>
          <p:nvPr userDrawn="1"/>
        </p:nvSpPr>
        <p:spPr>
          <a:xfrm rot="5400000">
            <a:off x="-2365125" y="3396997"/>
            <a:ext cx="6858002" cy="64008"/>
          </a:xfrm>
          <a:prstGeom prst="rect">
            <a:avLst/>
          </a:prstGeom>
          <a:solidFill>
            <a:schemeClr val="tx2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>
            <a:defPPr>
              <a:defRPr lang="pt-BR"/>
            </a:defPPr>
          </a:lstStyle>
          <a:p>
            <a:pPr algn="ctr" rtl="0"/>
            <a:endParaRPr lang="pt-BR" dirty="0"/>
          </a:p>
        </p:txBody>
      </p:sp>
      <p:sp>
        <p:nvSpPr>
          <p:cNvPr id="59" name="Retângulo 58">
            <a:extLst>
              <a:ext uri="{FF2B5EF4-FFF2-40B4-BE49-F238E27FC236}">
                <a16:creationId xmlns:a16="http://schemas.microsoft.com/office/drawing/2014/main" id="{EA124D3C-01E3-4B96-BDF0-54851D1739D0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/>
          <p:nvPr userDrawn="1"/>
        </p:nvSpPr>
        <p:spPr>
          <a:xfrm rot="5400000">
            <a:off x="7658511" y="3396997"/>
            <a:ext cx="6858002" cy="64008"/>
          </a:xfrm>
          <a:prstGeom prst="rect">
            <a:avLst/>
          </a:prstGeom>
          <a:solidFill>
            <a:schemeClr val="tx2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>
            <a:defPPr>
              <a:defRPr lang="pt-BR"/>
            </a:defPPr>
          </a:lstStyle>
          <a:p>
            <a:pPr algn="ctr" rtl="0"/>
            <a:endParaRPr lang="pt-BR" dirty="0"/>
          </a:p>
        </p:txBody>
      </p:sp>
      <p:sp>
        <p:nvSpPr>
          <p:cNvPr id="3" name="Retângulo 2">
            <a:extLst>
              <a:ext uri="{FF2B5EF4-FFF2-40B4-BE49-F238E27FC236}">
                <a16:creationId xmlns:a16="http://schemas.microsoft.com/office/drawing/2014/main" id="{167A64FF-37A7-4837-8033-CBEA22697ECA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/>
          <p:nvPr userDrawn="1"/>
        </p:nvSpPr>
        <p:spPr>
          <a:xfrm>
            <a:off x="11119516" y="896046"/>
            <a:ext cx="1070775" cy="5077717"/>
          </a:xfrm>
          <a:prstGeom prst="rect">
            <a:avLst/>
          </a:prstGeom>
          <a:solidFill>
            <a:schemeClr val="accent1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>
            <a:defPPr>
              <a:defRPr lang="pt-BR"/>
            </a:defPPr>
          </a:lstStyle>
          <a:p>
            <a:pPr algn="ctr" rtl="0"/>
            <a:endParaRPr lang="pt-BR" dirty="0"/>
          </a:p>
        </p:txBody>
      </p:sp>
      <p:sp>
        <p:nvSpPr>
          <p:cNvPr id="5" name="Espaço Reservado para Texto 4">
            <a:extLst>
              <a:ext uri="{FF2B5EF4-FFF2-40B4-BE49-F238E27FC236}">
                <a16:creationId xmlns:a16="http://schemas.microsoft.com/office/drawing/2014/main" id="{EF94ADB5-E70F-B672-CBEB-D8194AEA79D5}"/>
              </a:ext>
            </a:extLst>
          </p:cNvPr>
          <p:cNvSpPr>
            <a:spLocks noGrp="1"/>
          </p:cNvSpPr>
          <p:nvPr>
            <p:ph type="body" sz="quarter" idx="10" hasCustomPrompt="1"/>
          </p:nvPr>
        </p:nvSpPr>
        <p:spPr>
          <a:xfrm>
            <a:off x="1386177" y="3649028"/>
            <a:ext cx="9380431" cy="2164715"/>
          </a:xfrm>
        </p:spPr>
        <p:txBody>
          <a:bodyPr rtlCol="0" anchor="t"/>
          <a:lstStyle>
            <a:lvl1pPr marL="0" indent="0">
              <a:lnSpc>
                <a:spcPct val="125000"/>
              </a:lnSpc>
              <a:buNone/>
              <a:defRPr lang="pt-BR" sz="2400" b="0" kern="1200" spc="150" baseline="0" dirty="0" smtClean="0">
                <a:solidFill>
                  <a:schemeClr val="bg1"/>
                </a:solidFill>
                <a:latin typeface="+mn-lt"/>
                <a:ea typeface="+mn-ea"/>
                <a:cs typeface="+mn-cs"/>
              </a:defRPr>
            </a:lvl1pPr>
            <a:lvl2pPr>
              <a:defRPr lang="pt-BR" sz="2400" b="0" kern="1200" spc="150" baseline="0" dirty="0" smtClean="0">
                <a:solidFill>
                  <a:schemeClr val="bg1"/>
                </a:solidFill>
                <a:latin typeface="+mn-lt"/>
                <a:ea typeface="+mn-ea"/>
                <a:cs typeface="+mn-cs"/>
              </a:defRPr>
            </a:lvl2pPr>
            <a:lvl3pPr>
              <a:defRPr lang="pt-BR" sz="2400" b="0" kern="1200" spc="150" baseline="0" dirty="0" smtClean="0">
                <a:solidFill>
                  <a:schemeClr val="bg1"/>
                </a:solidFill>
                <a:latin typeface="+mn-lt"/>
                <a:ea typeface="+mn-ea"/>
                <a:cs typeface="+mn-cs"/>
              </a:defRPr>
            </a:lvl3pPr>
            <a:lvl4pPr>
              <a:defRPr lang="pt-BR" sz="2400" b="0" kern="1200" spc="150" baseline="0" dirty="0" smtClean="0">
                <a:solidFill>
                  <a:schemeClr val="bg1"/>
                </a:solidFill>
                <a:latin typeface="+mn-lt"/>
                <a:ea typeface="+mn-ea"/>
                <a:cs typeface="+mn-cs"/>
              </a:defRPr>
            </a:lvl4pPr>
            <a:lvl5pPr>
              <a:defRPr lang="pt-BR" sz="2400" b="0" kern="1200" spc="150" baseline="0" dirty="0">
                <a:solidFill>
                  <a:schemeClr val="bg1"/>
                </a:solidFill>
                <a:latin typeface="+mn-lt"/>
                <a:ea typeface="+mn-ea"/>
                <a:cs typeface="+mn-cs"/>
              </a:defRPr>
            </a:lvl5pPr>
          </a:lstStyle>
          <a:p>
            <a:pPr lvl="0" rtl="0"/>
            <a:r>
              <a:rPr lang="pt-BR"/>
              <a:t>Clique para adicionar o texto</a:t>
            </a:r>
          </a:p>
        </p:txBody>
      </p:sp>
    </p:spTree>
    <p:extLst>
      <p:ext uri="{BB962C8B-B14F-4D97-AF65-F5344CB8AC3E}">
        <p14:creationId xmlns:p14="http://schemas.microsoft.com/office/powerpoint/2010/main" val="4258252642"/>
      </p:ext>
    </p:extLst>
  </p:cSld>
  <p:clrMapOvr>
    <a:masterClrMapping/>
  </p:clrMapOvr>
  <p:extLst>
    <p:ext uri="{DCECCB84-F9BA-43D5-87BE-67443E8EF086}">
      <p15:sldGuideLst xmlns:p15="http://schemas.microsoft.com/office/powerpoint/2012/main">
        <p15:guide id="1" orient="horz" pos="4056">
          <p15:clr>
            <a:srgbClr val="FBAE40"/>
          </p15:clr>
        </p15:guide>
      </p15:sldGuideLst>
    </p:ext>
  </p:extLst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showMasterSp="0" preserve="1" userDrawn="1">
  <p:cSld name="Título e 2 Conteúdos 3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 useBgFill="1">
        <p:nvSpPr>
          <p:cNvPr id="2" name="Retângulo 1">
            <a:extLst>
              <a:ext uri="{FF2B5EF4-FFF2-40B4-BE49-F238E27FC236}">
                <a16:creationId xmlns:a16="http://schemas.microsoft.com/office/drawing/2014/main" id="{30FB3D5A-25E2-453F-A78E-0A20BDCE80A2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/>
          <p:nvPr userDrawn="1"/>
        </p:nvSpPr>
        <p:spPr>
          <a:xfrm>
            <a:off x="0" y="0"/>
            <a:ext cx="12192001" cy="6858000"/>
          </a:xfrm>
          <a:prstGeom prst="rect">
            <a:avLst/>
          </a:prstGeom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>
            <a:defPPr>
              <a:defRPr lang="pt-BR"/>
            </a:defPPr>
          </a:lstStyle>
          <a:p>
            <a:pPr algn="ctr" rtl="0"/>
            <a:endParaRPr lang="pt-BR" dirty="0"/>
          </a:p>
        </p:txBody>
      </p:sp>
      <p:sp>
        <p:nvSpPr>
          <p:cNvPr id="3" name="Retângulo 2">
            <a:extLst>
              <a:ext uri="{FF2B5EF4-FFF2-40B4-BE49-F238E27FC236}">
                <a16:creationId xmlns:a16="http://schemas.microsoft.com/office/drawing/2014/main" id="{28796342-0E80-4F8E-9563-9F5EDFC0DDF2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/>
          <p:nvPr userDrawn="1"/>
        </p:nvSpPr>
        <p:spPr>
          <a:xfrm>
            <a:off x="1038768" y="-2946"/>
            <a:ext cx="11153231" cy="4727782"/>
          </a:xfrm>
          <a:prstGeom prst="rect">
            <a:avLst/>
          </a:prstGeom>
          <a:solidFill>
            <a:schemeClr val="bg1">
              <a:alpha val="75000"/>
            </a:schemeClr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>
            <a:defPPr>
              <a:defRPr lang="pt-BR"/>
            </a:defPPr>
          </a:lstStyle>
          <a:p>
            <a:pPr algn="ctr" rtl="0"/>
            <a:endParaRPr lang="pt-BR" dirty="0"/>
          </a:p>
        </p:txBody>
      </p:sp>
      <p:sp>
        <p:nvSpPr>
          <p:cNvPr id="4" name="Retângulo 3">
            <a:extLst>
              <a:ext uri="{FF2B5EF4-FFF2-40B4-BE49-F238E27FC236}">
                <a16:creationId xmlns:a16="http://schemas.microsoft.com/office/drawing/2014/main" id="{C39B2F5D-C3BA-453E-8F4D-97074F48C7AE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/>
          <p:nvPr userDrawn="1"/>
        </p:nvSpPr>
        <p:spPr>
          <a:xfrm>
            <a:off x="0" y="4724838"/>
            <a:ext cx="12192000" cy="1347716"/>
          </a:xfrm>
          <a:prstGeom prst="rect">
            <a:avLst/>
          </a:prstGeom>
          <a:solidFill>
            <a:schemeClr val="tx2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>
            <a:defPPr>
              <a:defRPr lang="pt-BR"/>
            </a:defPPr>
          </a:lstStyle>
          <a:p>
            <a:pPr algn="ctr" rtl="0"/>
            <a:endParaRPr lang="pt-BR" dirty="0"/>
          </a:p>
        </p:txBody>
      </p:sp>
      <p:sp>
        <p:nvSpPr>
          <p:cNvPr id="5" name="Título 1">
            <a:extLst>
              <a:ext uri="{FF2B5EF4-FFF2-40B4-BE49-F238E27FC236}">
                <a16:creationId xmlns:a16="http://schemas.microsoft.com/office/drawing/2014/main" id="{452D50E3-A27A-4AF6-928B-286E7BDB4BD9}"/>
              </a:ext>
            </a:extLst>
          </p:cNvPr>
          <p:cNvSpPr>
            <a:spLocks noGrp="1"/>
          </p:cNvSpPr>
          <p:nvPr>
            <p:ph type="title" hasCustomPrompt="1"/>
          </p:nvPr>
        </p:nvSpPr>
        <p:spPr>
          <a:xfrm>
            <a:off x="1535372" y="4873752"/>
            <a:ext cx="10013709" cy="1033272"/>
          </a:xfrm>
        </p:spPr>
        <p:txBody>
          <a:bodyPr tIns="182880" rtlCol="0" anchor="ctr" anchorCtr="0">
            <a:noAutofit/>
          </a:bodyPr>
          <a:lstStyle>
            <a:lvl1pPr>
              <a:lnSpc>
                <a:spcPct val="100000"/>
              </a:lnSpc>
              <a:defRPr lang="pt-BR" sz="3200">
                <a:solidFill>
                  <a:schemeClr val="bg1"/>
                </a:solidFill>
              </a:defRPr>
            </a:lvl1pPr>
          </a:lstStyle>
          <a:p>
            <a:pPr rtl="0"/>
            <a:r>
              <a:rPr lang="pt-BR">
                <a:solidFill>
                  <a:schemeClr val="bg1"/>
                </a:solidFill>
              </a:rPr>
              <a:t>Clique para adicionar um título</a:t>
            </a:r>
          </a:p>
        </p:txBody>
      </p:sp>
      <p:sp>
        <p:nvSpPr>
          <p:cNvPr id="15" name="Espaço Reservado para Conteúdo 2">
            <a:extLst>
              <a:ext uri="{FF2B5EF4-FFF2-40B4-BE49-F238E27FC236}">
                <a16:creationId xmlns:a16="http://schemas.microsoft.com/office/drawing/2014/main" id="{5778233C-CCEC-FC64-A709-616569B37D23}"/>
              </a:ext>
            </a:extLst>
          </p:cNvPr>
          <p:cNvSpPr>
            <a:spLocks noGrp="1"/>
          </p:cNvSpPr>
          <p:nvPr>
            <p:ph sz="quarter" idx="18" hasCustomPrompt="1"/>
          </p:nvPr>
        </p:nvSpPr>
        <p:spPr>
          <a:xfrm>
            <a:off x="1542563" y="502269"/>
            <a:ext cx="4753581" cy="3718557"/>
          </a:xfrm>
        </p:spPr>
        <p:txBody>
          <a:bodyPr rtlCol="0" anchor="t">
            <a:normAutofit/>
          </a:bodyPr>
          <a:lstStyle>
            <a:lvl1pPr marL="0" indent="0">
              <a:lnSpc>
                <a:spcPct val="125000"/>
              </a:lnSpc>
              <a:spcAft>
                <a:spcPts val="600"/>
              </a:spcAft>
              <a:buNone/>
              <a:defRPr lang="pt-BR" sz="1800" b="0"/>
            </a:lvl1pPr>
            <a:lvl2pPr marL="283464">
              <a:lnSpc>
                <a:spcPct val="125000"/>
              </a:lnSpc>
              <a:spcAft>
                <a:spcPts val="600"/>
              </a:spcAft>
              <a:defRPr lang="pt-BR" sz="1800"/>
            </a:lvl2pPr>
            <a:lvl3pPr marL="566928">
              <a:lnSpc>
                <a:spcPct val="125000"/>
              </a:lnSpc>
              <a:spcAft>
                <a:spcPts val="600"/>
              </a:spcAft>
              <a:defRPr lang="pt-BR" sz="1800"/>
            </a:lvl3pPr>
            <a:lvl4pPr marL="850392">
              <a:lnSpc>
                <a:spcPct val="125000"/>
              </a:lnSpc>
              <a:spcAft>
                <a:spcPts val="600"/>
              </a:spcAft>
              <a:defRPr lang="pt-BR" sz="1800"/>
            </a:lvl4pPr>
            <a:lvl5pPr marL="1133856">
              <a:lnSpc>
                <a:spcPct val="125000"/>
              </a:lnSpc>
              <a:spcAft>
                <a:spcPts val="600"/>
              </a:spcAft>
              <a:defRPr lang="pt-BR" sz="1800"/>
            </a:lvl5pPr>
          </a:lstStyle>
          <a:p>
            <a:pPr lvl="0" rtl="0"/>
            <a:r>
              <a:rPr lang="pt-BR"/>
              <a:t>Clique para adicionar o texto</a:t>
            </a:r>
          </a:p>
          <a:p>
            <a:pPr lvl="1" rtl="0"/>
            <a:r>
              <a:rPr lang="pt-BR"/>
              <a:t>Segundo nível</a:t>
            </a:r>
          </a:p>
          <a:p>
            <a:pPr lvl="2" rtl="0"/>
            <a:r>
              <a:rPr lang="pt-BR"/>
              <a:t>Terceiro nível</a:t>
            </a:r>
          </a:p>
          <a:p>
            <a:pPr lvl="3" rtl="0"/>
            <a:r>
              <a:rPr lang="pt-BR"/>
              <a:t>Quarto nível</a:t>
            </a:r>
          </a:p>
          <a:p>
            <a:pPr lvl="4" rtl="0"/>
            <a:r>
              <a:rPr lang="pt-BR"/>
              <a:t>Quinto nível</a:t>
            </a:r>
          </a:p>
        </p:txBody>
      </p:sp>
      <p:sp>
        <p:nvSpPr>
          <p:cNvPr id="17" name="Espaço Reservado para Conteúdo 2">
            <a:extLst>
              <a:ext uri="{FF2B5EF4-FFF2-40B4-BE49-F238E27FC236}">
                <a16:creationId xmlns:a16="http://schemas.microsoft.com/office/drawing/2014/main" id="{67FEFA15-354D-6389-9102-922A664A73AE}"/>
              </a:ext>
            </a:extLst>
          </p:cNvPr>
          <p:cNvSpPr>
            <a:spLocks noGrp="1"/>
          </p:cNvSpPr>
          <p:nvPr>
            <p:ph sz="quarter" idx="19" hasCustomPrompt="1"/>
          </p:nvPr>
        </p:nvSpPr>
        <p:spPr>
          <a:xfrm>
            <a:off x="6966630" y="502269"/>
            <a:ext cx="4753581" cy="3718557"/>
          </a:xfrm>
        </p:spPr>
        <p:txBody>
          <a:bodyPr rtlCol="0" anchor="t">
            <a:normAutofit/>
          </a:bodyPr>
          <a:lstStyle>
            <a:lvl1pPr marL="0" indent="0">
              <a:lnSpc>
                <a:spcPct val="125000"/>
              </a:lnSpc>
              <a:spcAft>
                <a:spcPts val="600"/>
              </a:spcAft>
              <a:buNone/>
              <a:defRPr lang="pt-BR" sz="1800" b="0"/>
            </a:lvl1pPr>
            <a:lvl2pPr marL="283464">
              <a:lnSpc>
                <a:spcPct val="125000"/>
              </a:lnSpc>
              <a:spcAft>
                <a:spcPts val="600"/>
              </a:spcAft>
              <a:defRPr lang="pt-BR" sz="1800"/>
            </a:lvl2pPr>
            <a:lvl3pPr marL="566928">
              <a:lnSpc>
                <a:spcPct val="125000"/>
              </a:lnSpc>
              <a:spcAft>
                <a:spcPts val="600"/>
              </a:spcAft>
              <a:defRPr lang="pt-BR" sz="1800"/>
            </a:lvl3pPr>
            <a:lvl4pPr marL="850392">
              <a:lnSpc>
                <a:spcPct val="125000"/>
              </a:lnSpc>
              <a:spcAft>
                <a:spcPts val="600"/>
              </a:spcAft>
              <a:defRPr lang="pt-BR" sz="1800"/>
            </a:lvl4pPr>
            <a:lvl5pPr marL="1133856">
              <a:lnSpc>
                <a:spcPct val="125000"/>
              </a:lnSpc>
              <a:spcAft>
                <a:spcPts val="600"/>
              </a:spcAft>
              <a:defRPr lang="pt-BR" sz="1800"/>
            </a:lvl5pPr>
          </a:lstStyle>
          <a:p>
            <a:pPr lvl="0" rtl="0"/>
            <a:r>
              <a:rPr lang="pt-BR"/>
              <a:t>Clique para adicionar o texto</a:t>
            </a:r>
          </a:p>
          <a:p>
            <a:pPr lvl="1" rtl="0"/>
            <a:r>
              <a:rPr lang="pt-BR"/>
              <a:t>Segundo nível</a:t>
            </a:r>
          </a:p>
          <a:p>
            <a:pPr lvl="2" rtl="0"/>
            <a:r>
              <a:rPr lang="pt-BR"/>
              <a:t>Terceiro nível</a:t>
            </a:r>
          </a:p>
          <a:p>
            <a:pPr lvl="3" rtl="0"/>
            <a:r>
              <a:rPr lang="pt-BR"/>
              <a:t>Quarto nível</a:t>
            </a:r>
          </a:p>
          <a:p>
            <a:pPr lvl="4" rtl="0"/>
            <a:r>
              <a:rPr lang="pt-BR"/>
              <a:t>Quinto nível</a:t>
            </a:r>
          </a:p>
        </p:txBody>
      </p:sp>
      <p:sp>
        <p:nvSpPr>
          <p:cNvPr id="6" name="Retângulo 5">
            <a:extLst>
              <a:ext uri="{FF2B5EF4-FFF2-40B4-BE49-F238E27FC236}">
                <a16:creationId xmlns:a16="http://schemas.microsoft.com/office/drawing/2014/main" id="{D874FDF0-F4BE-433D-86EE-9E1832D4388B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/>
          <p:nvPr userDrawn="1"/>
        </p:nvSpPr>
        <p:spPr>
          <a:xfrm>
            <a:off x="-1" y="4790620"/>
            <a:ext cx="1006766" cy="1216152"/>
          </a:xfrm>
          <a:prstGeom prst="rect">
            <a:avLst/>
          </a:prstGeom>
          <a:solidFill>
            <a:schemeClr val="accent1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>
            <a:defPPr>
              <a:defRPr lang="pt-BR"/>
            </a:defPPr>
          </a:lstStyle>
          <a:p>
            <a:pPr algn="ctr" rtl="0"/>
            <a:endParaRPr lang="pt-BR" dirty="0"/>
          </a:p>
        </p:txBody>
      </p:sp>
      <p:sp>
        <p:nvSpPr>
          <p:cNvPr id="7" name="Retângulo 6">
            <a:extLst>
              <a:ext uri="{FF2B5EF4-FFF2-40B4-BE49-F238E27FC236}">
                <a16:creationId xmlns:a16="http://schemas.microsoft.com/office/drawing/2014/main" id="{25DFCD07-1301-45ED-B326-449ECFADE70D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/>
          <p:nvPr userDrawn="1"/>
        </p:nvSpPr>
        <p:spPr>
          <a:xfrm rot="5400000">
            <a:off x="-2390232" y="3396997"/>
            <a:ext cx="6858002" cy="64008"/>
          </a:xfrm>
          <a:prstGeom prst="rect">
            <a:avLst/>
          </a:prstGeom>
          <a:solidFill>
            <a:schemeClr val="tx2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>
            <a:defPPr>
              <a:defRPr lang="pt-BR"/>
            </a:defPPr>
          </a:lstStyle>
          <a:p>
            <a:pPr algn="ctr" rtl="0"/>
            <a:endParaRPr lang="pt-BR" dirty="0"/>
          </a:p>
        </p:txBody>
      </p:sp>
      <p:sp>
        <p:nvSpPr>
          <p:cNvPr id="8" name="Espaço Reservado para Rodapé 4">
            <a:extLst>
              <a:ext uri="{FF2B5EF4-FFF2-40B4-BE49-F238E27FC236}">
                <a16:creationId xmlns:a16="http://schemas.microsoft.com/office/drawing/2014/main" id="{BD5DA270-E83F-4CC8-9DA6-27CA3AEC0745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>
          <a:xfrm>
            <a:off x="1535372" y="6309360"/>
            <a:ext cx="4946592" cy="457200"/>
          </a:xfrm>
        </p:spPr>
        <p:txBody>
          <a:bodyPr rtlCol="0"/>
          <a:lstStyle>
            <a:defPPr>
              <a:defRPr lang="pt-BR"/>
            </a:defPPr>
          </a:lstStyle>
          <a:p>
            <a:pPr rtl="0"/>
            <a:r>
              <a:rPr lang="pt-BR"/>
              <a:t>Título da Apresentação</a:t>
            </a:r>
          </a:p>
        </p:txBody>
      </p:sp>
      <p:sp>
        <p:nvSpPr>
          <p:cNvPr id="9" name="Espaço Reservado para Data 3">
            <a:extLst>
              <a:ext uri="{FF2B5EF4-FFF2-40B4-BE49-F238E27FC236}">
                <a16:creationId xmlns:a16="http://schemas.microsoft.com/office/drawing/2014/main" id="{57804587-2E59-4D83-B86E-83ADAE4FDC13}"/>
              </a:ext>
            </a:extLst>
          </p:cNvPr>
          <p:cNvSpPr>
            <a:spLocks noGrp="1"/>
          </p:cNvSpPr>
          <p:nvPr>
            <p:ph type="dt" sz="half" idx="10"/>
          </p:nvPr>
        </p:nvSpPr>
        <p:spPr>
          <a:xfrm>
            <a:off x="6678168" y="6309360"/>
            <a:ext cx="2148840" cy="457200"/>
          </a:xfrm>
        </p:spPr>
        <p:txBody>
          <a:bodyPr rtlCol="0"/>
          <a:lstStyle>
            <a:lvl1pPr algn="l">
              <a:defRPr lang="pt-BR"/>
            </a:lvl1pPr>
          </a:lstStyle>
          <a:p>
            <a:pPr rtl="0"/>
            <a:r>
              <a:rPr lang="pt-BR"/>
              <a:t>8/9/20XX</a:t>
            </a:r>
          </a:p>
        </p:txBody>
      </p:sp>
      <p:sp>
        <p:nvSpPr>
          <p:cNvPr id="10" name="Espaço Reservado para o Número do Slide 5">
            <a:extLst>
              <a:ext uri="{FF2B5EF4-FFF2-40B4-BE49-F238E27FC236}">
                <a16:creationId xmlns:a16="http://schemas.microsoft.com/office/drawing/2014/main" id="{5339F117-3072-4F0C-8D1D-E5DC918CE4F0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>
          <a:xfrm>
            <a:off x="10569202" y="6309360"/>
            <a:ext cx="979879" cy="457200"/>
          </a:xfrm>
        </p:spPr>
        <p:txBody>
          <a:bodyPr rtlCol="0"/>
          <a:lstStyle>
            <a:lvl1pPr>
              <a:defRPr lang="pt-BR" sz="1200" b="0"/>
            </a:lvl1pPr>
          </a:lstStyle>
          <a:p>
            <a:pPr rtl="0"/>
            <a:fld id="{FAEF9944-A4F6-4C59-AEBD-678D6480B8EA}" type="slidenum">
              <a:rPr lang="pt-BR" smtClean="0"/>
              <a:pPr rtl="0"/>
              <a:t>‹nº›</a:t>
            </a:fld>
            <a:endParaRPr lang="pt-BR" dirty="0"/>
          </a:p>
        </p:txBody>
      </p:sp>
    </p:spTree>
    <p:extLst>
      <p:ext uri="{BB962C8B-B14F-4D97-AF65-F5344CB8AC3E}">
        <p14:creationId xmlns:p14="http://schemas.microsoft.com/office/powerpoint/2010/main" val="1264944479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Dois conteúdos 2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 useBgFill="1">
        <p:nvSpPr>
          <p:cNvPr id="6" name="Retângulo 5">
            <a:extLst>
              <a:ext uri="{FF2B5EF4-FFF2-40B4-BE49-F238E27FC236}">
                <a16:creationId xmlns:a16="http://schemas.microsoft.com/office/drawing/2014/main" id="{2DF88512-9E62-4695-B350-39488566A1F7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/>
          <p:nvPr userDrawn="1"/>
        </p:nvSpPr>
        <p:spPr>
          <a:xfrm>
            <a:off x="0" y="0"/>
            <a:ext cx="12192001" cy="6858000"/>
          </a:xfrm>
          <a:prstGeom prst="rect">
            <a:avLst/>
          </a:prstGeom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>
            <a:defPPr>
              <a:defRPr lang="pt-BR"/>
            </a:defPPr>
          </a:lstStyle>
          <a:p>
            <a:pPr algn="ctr" rtl="0"/>
            <a:endParaRPr lang="pt-BR" dirty="0"/>
          </a:p>
        </p:txBody>
      </p:sp>
      <p:sp>
        <p:nvSpPr>
          <p:cNvPr id="7" name="Retângulo 6">
            <a:extLst>
              <a:ext uri="{FF2B5EF4-FFF2-40B4-BE49-F238E27FC236}">
                <a16:creationId xmlns:a16="http://schemas.microsoft.com/office/drawing/2014/main" id="{18CD596D-95F4-4C5C-A0E7-86D747FE70BE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/>
          <p:nvPr userDrawn="1"/>
        </p:nvSpPr>
        <p:spPr>
          <a:xfrm>
            <a:off x="1038768" y="2130218"/>
            <a:ext cx="11153231" cy="4727782"/>
          </a:xfrm>
          <a:prstGeom prst="rect">
            <a:avLst/>
          </a:prstGeom>
          <a:solidFill>
            <a:schemeClr val="bg1">
              <a:alpha val="75000"/>
            </a:schemeClr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>
            <a:defPPr>
              <a:defRPr lang="pt-BR"/>
            </a:defPPr>
          </a:lstStyle>
          <a:p>
            <a:pPr algn="ctr" rtl="0"/>
            <a:endParaRPr lang="pt-BR" dirty="0"/>
          </a:p>
        </p:txBody>
      </p:sp>
      <p:sp>
        <p:nvSpPr>
          <p:cNvPr id="8" name="Retângulo 7">
            <a:extLst>
              <a:ext uri="{FF2B5EF4-FFF2-40B4-BE49-F238E27FC236}">
                <a16:creationId xmlns:a16="http://schemas.microsoft.com/office/drawing/2014/main" id="{67553E9F-DCBF-4BEE-A261-5AA97361A0E0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/>
          <p:nvPr userDrawn="1"/>
        </p:nvSpPr>
        <p:spPr>
          <a:xfrm>
            <a:off x="0" y="896641"/>
            <a:ext cx="12192000" cy="1347716"/>
          </a:xfrm>
          <a:prstGeom prst="rect">
            <a:avLst/>
          </a:prstGeom>
          <a:solidFill>
            <a:schemeClr val="tx2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>
            <a:defPPr>
              <a:defRPr lang="pt-BR"/>
            </a:defPPr>
          </a:lstStyle>
          <a:p>
            <a:pPr algn="ctr" rtl="0"/>
            <a:endParaRPr lang="pt-BR" dirty="0"/>
          </a:p>
        </p:txBody>
      </p:sp>
      <p:sp>
        <p:nvSpPr>
          <p:cNvPr id="9" name="Título 1">
            <a:extLst>
              <a:ext uri="{FF2B5EF4-FFF2-40B4-BE49-F238E27FC236}">
                <a16:creationId xmlns:a16="http://schemas.microsoft.com/office/drawing/2014/main" id="{949B0EB0-AEBA-44ED-BC77-4188C7486144}"/>
              </a:ext>
            </a:extLst>
          </p:cNvPr>
          <p:cNvSpPr>
            <a:spLocks noGrp="1"/>
          </p:cNvSpPr>
          <p:nvPr>
            <p:ph type="title" hasCustomPrompt="1"/>
          </p:nvPr>
        </p:nvSpPr>
        <p:spPr>
          <a:xfrm>
            <a:off x="1535371" y="962423"/>
            <a:ext cx="10013710" cy="1216152"/>
          </a:xfrm>
        </p:spPr>
        <p:txBody>
          <a:bodyPr tIns="182880" rtlCol="0" anchor="ctr" anchorCtr="0">
            <a:noAutofit/>
          </a:bodyPr>
          <a:lstStyle>
            <a:lvl1pPr>
              <a:lnSpc>
                <a:spcPct val="100000"/>
              </a:lnSpc>
              <a:defRPr lang="pt-BR" sz="3200">
                <a:solidFill>
                  <a:schemeClr val="bg1"/>
                </a:solidFill>
              </a:defRPr>
            </a:lvl1pPr>
          </a:lstStyle>
          <a:p>
            <a:pPr rtl="0"/>
            <a:r>
              <a:rPr lang="pt-BR">
                <a:solidFill>
                  <a:schemeClr val="bg1"/>
                </a:solidFill>
              </a:rPr>
              <a:t>Clique para adicionar um título</a:t>
            </a:r>
          </a:p>
        </p:txBody>
      </p:sp>
      <p:sp>
        <p:nvSpPr>
          <p:cNvPr id="2" name="Espaço Reservado para Conteúdo 2">
            <a:extLst>
              <a:ext uri="{FF2B5EF4-FFF2-40B4-BE49-F238E27FC236}">
                <a16:creationId xmlns:a16="http://schemas.microsoft.com/office/drawing/2014/main" id="{252AD8E1-37CB-EB1E-9394-A293E1F2107F}"/>
              </a:ext>
            </a:extLst>
          </p:cNvPr>
          <p:cNvSpPr>
            <a:spLocks noGrp="1"/>
          </p:cNvSpPr>
          <p:nvPr>
            <p:ph sz="quarter" idx="18" hasCustomPrompt="1"/>
          </p:nvPr>
        </p:nvSpPr>
        <p:spPr>
          <a:xfrm>
            <a:off x="1542563" y="2590800"/>
            <a:ext cx="6441412" cy="3718557"/>
          </a:xfrm>
        </p:spPr>
        <p:txBody>
          <a:bodyPr rtlCol="0" anchor="t">
            <a:normAutofit/>
          </a:bodyPr>
          <a:lstStyle>
            <a:lvl1pPr marL="0" indent="0">
              <a:lnSpc>
                <a:spcPct val="125000"/>
              </a:lnSpc>
              <a:spcAft>
                <a:spcPts val="600"/>
              </a:spcAft>
              <a:buNone/>
              <a:defRPr lang="pt-BR" sz="1800" b="0"/>
            </a:lvl1pPr>
            <a:lvl2pPr marL="283464">
              <a:lnSpc>
                <a:spcPct val="125000"/>
              </a:lnSpc>
              <a:spcAft>
                <a:spcPts val="600"/>
              </a:spcAft>
              <a:defRPr lang="pt-BR" sz="1800"/>
            </a:lvl2pPr>
            <a:lvl3pPr marL="566928">
              <a:lnSpc>
                <a:spcPct val="125000"/>
              </a:lnSpc>
              <a:spcAft>
                <a:spcPts val="600"/>
              </a:spcAft>
              <a:defRPr lang="pt-BR" sz="1800"/>
            </a:lvl3pPr>
            <a:lvl4pPr marL="850392">
              <a:lnSpc>
                <a:spcPct val="125000"/>
              </a:lnSpc>
              <a:spcAft>
                <a:spcPts val="600"/>
              </a:spcAft>
              <a:defRPr lang="pt-BR" sz="1800"/>
            </a:lvl4pPr>
            <a:lvl5pPr marL="1133856">
              <a:lnSpc>
                <a:spcPct val="125000"/>
              </a:lnSpc>
              <a:spcAft>
                <a:spcPts val="600"/>
              </a:spcAft>
              <a:defRPr lang="pt-BR" sz="1800"/>
            </a:lvl5pPr>
          </a:lstStyle>
          <a:p>
            <a:pPr lvl="0" rtl="0"/>
            <a:r>
              <a:rPr lang="pt-BR"/>
              <a:t>Clique para adicionar o texto</a:t>
            </a:r>
          </a:p>
          <a:p>
            <a:pPr lvl="1" rtl="0"/>
            <a:r>
              <a:rPr lang="pt-BR"/>
              <a:t>Segundo nível</a:t>
            </a:r>
          </a:p>
          <a:p>
            <a:pPr lvl="2" rtl="0"/>
            <a:r>
              <a:rPr lang="pt-BR"/>
              <a:t>Terceiro nível</a:t>
            </a:r>
          </a:p>
          <a:p>
            <a:pPr lvl="3" rtl="0"/>
            <a:r>
              <a:rPr lang="pt-BR"/>
              <a:t>Quarto nível</a:t>
            </a:r>
          </a:p>
          <a:p>
            <a:pPr lvl="4" rtl="0"/>
            <a:r>
              <a:rPr lang="pt-BR"/>
              <a:t>Quinto nível</a:t>
            </a:r>
          </a:p>
        </p:txBody>
      </p:sp>
      <p:sp>
        <p:nvSpPr>
          <p:cNvPr id="16" name="Espaço Reservado para Conteúdo 2">
            <a:extLst>
              <a:ext uri="{FF2B5EF4-FFF2-40B4-BE49-F238E27FC236}">
                <a16:creationId xmlns:a16="http://schemas.microsoft.com/office/drawing/2014/main" id="{5B37B294-6F01-986D-E8E5-119AE9A8F2BE}"/>
              </a:ext>
            </a:extLst>
          </p:cNvPr>
          <p:cNvSpPr>
            <a:spLocks noGrp="1"/>
          </p:cNvSpPr>
          <p:nvPr>
            <p:ph sz="quarter" idx="17" hasCustomPrompt="1"/>
          </p:nvPr>
        </p:nvSpPr>
        <p:spPr>
          <a:xfrm>
            <a:off x="8197362" y="2590800"/>
            <a:ext cx="3522849" cy="3718557"/>
          </a:xfrm>
        </p:spPr>
        <p:txBody>
          <a:bodyPr rtlCol="0" anchor="t">
            <a:normAutofit/>
          </a:bodyPr>
          <a:lstStyle>
            <a:lvl1pPr marL="285750" indent="-285750">
              <a:lnSpc>
                <a:spcPct val="125000"/>
              </a:lnSpc>
              <a:spcAft>
                <a:spcPts val="600"/>
              </a:spcAft>
              <a:buFont typeface="Wingdings" panose="05000000000000000000" pitchFamily="2" charset="2"/>
              <a:buChar char="§"/>
              <a:defRPr lang="pt-BR" sz="1800" b="0"/>
            </a:lvl1pPr>
            <a:lvl2pPr>
              <a:lnSpc>
                <a:spcPct val="125000"/>
              </a:lnSpc>
              <a:spcAft>
                <a:spcPts val="600"/>
              </a:spcAft>
              <a:defRPr lang="pt-BR" sz="1800"/>
            </a:lvl2pPr>
            <a:lvl3pPr>
              <a:lnSpc>
                <a:spcPct val="125000"/>
              </a:lnSpc>
              <a:spcAft>
                <a:spcPts val="600"/>
              </a:spcAft>
              <a:defRPr lang="pt-BR" sz="1800"/>
            </a:lvl3pPr>
            <a:lvl4pPr>
              <a:lnSpc>
                <a:spcPct val="125000"/>
              </a:lnSpc>
              <a:spcAft>
                <a:spcPts val="600"/>
              </a:spcAft>
              <a:defRPr lang="pt-BR" sz="1800"/>
            </a:lvl4pPr>
            <a:lvl5pPr>
              <a:lnSpc>
                <a:spcPct val="125000"/>
              </a:lnSpc>
              <a:spcAft>
                <a:spcPts val="600"/>
              </a:spcAft>
              <a:defRPr lang="pt-BR" sz="1800"/>
            </a:lvl5pPr>
          </a:lstStyle>
          <a:p>
            <a:pPr lvl="0" rtl="0"/>
            <a:r>
              <a:rPr lang="pt-BR"/>
              <a:t>Clique para adicionar o texto</a:t>
            </a:r>
          </a:p>
          <a:p>
            <a:pPr lvl="1" rtl="0"/>
            <a:r>
              <a:rPr lang="pt-BR"/>
              <a:t>Segundo nível</a:t>
            </a:r>
          </a:p>
          <a:p>
            <a:pPr lvl="2" rtl="0"/>
            <a:r>
              <a:rPr lang="pt-BR"/>
              <a:t>Terceiro nível</a:t>
            </a:r>
          </a:p>
          <a:p>
            <a:pPr lvl="3" rtl="0"/>
            <a:r>
              <a:rPr lang="pt-BR"/>
              <a:t>Quarto nível</a:t>
            </a:r>
          </a:p>
          <a:p>
            <a:pPr lvl="4" rtl="0"/>
            <a:r>
              <a:rPr lang="pt-BR"/>
              <a:t>Quinto nível</a:t>
            </a:r>
          </a:p>
        </p:txBody>
      </p:sp>
      <p:sp>
        <p:nvSpPr>
          <p:cNvPr id="10" name="Retângulo 9">
            <a:extLst>
              <a:ext uri="{FF2B5EF4-FFF2-40B4-BE49-F238E27FC236}">
                <a16:creationId xmlns:a16="http://schemas.microsoft.com/office/drawing/2014/main" id="{7278DD10-67BC-4E87-A788-A45C6093F5F8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/>
          <p:nvPr userDrawn="1"/>
        </p:nvSpPr>
        <p:spPr>
          <a:xfrm>
            <a:off x="-1" y="962423"/>
            <a:ext cx="1006766" cy="1216152"/>
          </a:xfrm>
          <a:prstGeom prst="rect">
            <a:avLst/>
          </a:prstGeom>
          <a:solidFill>
            <a:schemeClr val="accent1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>
            <a:defPPr>
              <a:defRPr lang="pt-BR"/>
            </a:defPPr>
          </a:lstStyle>
          <a:p>
            <a:pPr algn="ctr" rtl="0"/>
            <a:endParaRPr lang="pt-BR" dirty="0"/>
          </a:p>
        </p:txBody>
      </p:sp>
      <p:sp>
        <p:nvSpPr>
          <p:cNvPr id="11" name="Retângulo 10">
            <a:extLst>
              <a:ext uri="{FF2B5EF4-FFF2-40B4-BE49-F238E27FC236}">
                <a16:creationId xmlns:a16="http://schemas.microsoft.com/office/drawing/2014/main" id="{916769F5-486B-4B48-A543-2C70359DF66E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/>
          <p:nvPr userDrawn="1"/>
        </p:nvSpPr>
        <p:spPr>
          <a:xfrm rot="5400000">
            <a:off x="-2390232" y="3396997"/>
            <a:ext cx="6858002" cy="64008"/>
          </a:xfrm>
          <a:prstGeom prst="rect">
            <a:avLst/>
          </a:prstGeom>
          <a:solidFill>
            <a:schemeClr val="tx2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>
            <a:defPPr>
              <a:defRPr lang="pt-BR"/>
            </a:defPPr>
          </a:lstStyle>
          <a:p>
            <a:pPr algn="ctr" rtl="0"/>
            <a:endParaRPr lang="pt-BR" dirty="0"/>
          </a:p>
        </p:txBody>
      </p:sp>
      <p:sp>
        <p:nvSpPr>
          <p:cNvPr id="12" name="Espaço Reservado para Rodapé 4">
            <a:extLst>
              <a:ext uri="{FF2B5EF4-FFF2-40B4-BE49-F238E27FC236}">
                <a16:creationId xmlns:a16="http://schemas.microsoft.com/office/drawing/2014/main" id="{B47BB165-F380-48C4-B95B-C09C91893B2D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>
          <a:xfrm>
            <a:off x="1535371" y="6309360"/>
            <a:ext cx="5049579" cy="457200"/>
          </a:xfrm>
        </p:spPr>
        <p:txBody>
          <a:bodyPr rtlCol="0"/>
          <a:lstStyle>
            <a:defPPr>
              <a:defRPr lang="pt-BR"/>
            </a:defPPr>
          </a:lstStyle>
          <a:p>
            <a:pPr rtl="0"/>
            <a:r>
              <a:rPr lang="pt-BR"/>
              <a:t>Título da Apresentação</a:t>
            </a:r>
          </a:p>
        </p:txBody>
      </p:sp>
      <p:sp>
        <p:nvSpPr>
          <p:cNvPr id="14" name="Espaço Reservado para o Número do Slide 5">
            <a:extLst>
              <a:ext uri="{FF2B5EF4-FFF2-40B4-BE49-F238E27FC236}">
                <a16:creationId xmlns:a16="http://schemas.microsoft.com/office/drawing/2014/main" id="{F0805E9B-6657-4167-BD79-CAC59C0D841D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>
          <a:xfrm>
            <a:off x="10569202" y="6309360"/>
            <a:ext cx="979879" cy="457200"/>
          </a:xfrm>
        </p:spPr>
        <p:txBody>
          <a:bodyPr rtlCol="0"/>
          <a:lstStyle>
            <a:lvl1pPr>
              <a:defRPr lang="pt-BR" sz="1200" b="0"/>
            </a:lvl1pPr>
          </a:lstStyle>
          <a:p>
            <a:pPr rtl="0"/>
            <a:fld id="{FAEF9944-A4F6-4C59-AEBD-678D6480B8EA}" type="slidenum">
              <a:rPr lang="pt-BR" smtClean="0"/>
              <a:pPr rtl="0"/>
              <a:t>‹nº›</a:t>
            </a:fld>
            <a:endParaRPr lang="pt-BR" dirty="0"/>
          </a:p>
        </p:txBody>
      </p:sp>
      <p:sp>
        <p:nvSpPr>
          <p:cNvPr id="3" name="Espaço Reservado para Data 3">
            <a:extLst>
              <a:ext uri="{FF2B5EF4-FFF2-40B4-BE49-F238E27FC236}">
                <a16:creationId xmlns:a16="http://schemas.microsoft.com/office/drawing/2014/main" id="{D0EFA1AD-93FB-148E-CFC6-A6E5D9967406}"/>
              </a:ext>
            </a:extLst>
          </p:cNvPr>
          <p:cNvSpPr>
            <a:spLocks noGrp="1"/>
          </p:cNvSpPr>
          <p:nvPr>
            <p:ph type="dt" sz="half" idx="10"/>
          </p:nvPr>
        </p:nvSpPr>
        <p:spPr>
          <a:xfrm>
            <a:off x="6678168" y="6309360"/>
            <a:ext cx="2148840" cy="457200"/>
          </a:xfrm>
        </p:spPr>
        <p:txBody>
          <a:bodyPr rtlCol="0"/>
          <a:lstStyle>
            <a:lvl1pPr algn="l">
              <a:defRPr lang="pt-BR"/>
            </a:lvl1pPr>
          </a:lstStyle>
          <a:p>
            <a:pPr rtl="0"/>
            <a:r>
              <a:rPr lang="pt-BR"/>
              <a:t>8/9/20XX</a:t>
            </a:r>
          </a:p>
        </p:txBody>
      </p:sp>
    </p:spTree>
    <p:extLst>
      <p:ext uri="{BB962C8B-B14F-4D97-AF65-F5344CB8AC3E}">
        <p14:creationId xmlns:p14="http://schemas.microsoft.com/office/powerpoint/2010/main" val="3189778055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Conteúdo 2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 useBgFill="1">
        <p:nvSpPr>
          <p:cNvPr id="7" name="Retângulo 6">
            <a:extLst>
              <a:ext uri="{FF2B5EF4-FFF2-40B4-BE49-F238E27FC236}">
                <a16:creationId xmlns:a16="http://schemas.microsoft.com/office/drawing/2014/main" id="{BF5F5DFA-1BC3-4062-9356-6145C9F7CD56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/>
          <p:nvPr userDrawn="1"/>
        </p:nvSpPr>
        <p:spPr>
          <a:xfrm>
            <a:off x="0" y="0"/>
            <a:ext cx="12192001" cy="6858000"/>
          </a:xfrm>
          <a:prstGeom prst="rect">
            <a:avLst/>
          </a:prstGeom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>
            <a:defPPr>
              <a:defRPr lang="pt-BR"/>
            </a:defPPr>
          </a:lstStyle>
          <a:p>
            <a:pPr algn="ctr" rtl="0"/>
            <a:endParaRPr lang="pt-BR" dirty="0"/>
          </a:p>
        </p:txBody>
      </p:sp>
      <p:sp>
        <p:nvSpPr>
          <p:cNvPr id="8" name="Retângulo 7">
            <a:extLst>
              <a:ext uri="{FF2B5EF4-FFF2-40B4-BE49-F238E27FC236}">
                <a16:creationId xmlns:a16="http://schemas.microsoft.com/office/drawing/2014/main" id="{E6B5D461-AEC0-477F-A77A-6227F95A8374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/>
          <p:nvPr userDrawn="1"/>
        </p:nvSpPr>
        <p:spPr>
          <a:xfrm>
            <a:off x="0" y="0"/>
            <a:ext cx="4016188" cy="1056542"/>
          </a:xfrm>
          <a:prstGeom prst="rect">
            <a:avLst/>
          </a:prstGeom>
          <a:solidFill>
            <a:schemeClr val="accent1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>
            <a:defPPr>
              <a:defRPr lang="pt-BR"/>
            </a:defPPr>
          </a:lstStyle>
          <a:p>
            <a:pPr algn="ctr" rtl="0"/>
            <a:endParaRPr lang="pt-BR" dirty="0"/>
          </a:p>
        </p:txBody>
      </p:sp>
      <p:sp>
        <p:nvSpPr>
          <p:cNvPr id="10" name="Retângulo 9">
            <a:extLst>
              <a:ext uri="{FF2B5EF4-FFF2-40B4-BE49-F238E27FC236}">
                <a16:creationId xmlns:a16="http://schemas.microsoft.com/office/drawing/2014/main" id="{DE1A041D-DE47-45FA-AC78-CC7FD02571F2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/>
          <p:nvPr userDrawn="1"/>
        </p:nvSpPr>
        <p:spPr>
          <a:xfrm>
            <a:off x="1525" y="1031500"/>
            <a:ext cx="12188951" cy="64008"/>
          </a:xfrm>
          <a:prstGeom prst="rect">
            <a:avLst/>
          </a:prstGeom>
          <a:solidFill>
            <a:schemeClr val="tx2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>
            <a:defPPr>
              <a:defRPr lang="pt-BR"/>
            </a:defPPr>
          </a:lstStyle>
          <a:p>
            <a:pPr algn="ctr" rtl="0"/>
            <a:endParaRPr lang="pt-BR" dirty="0"/>
          </a:p>
        </p:txBody>
      </p:sp>
      <p:sp>
        <p:nvSpPr>
          <p:cNvPr id="11" name="Retângulo 10">
            <a:extLst>
              <a:ext uri="{FF2B5EF4-FFF2-40B4-BE49-F238E27FC236}">
                <a16:creationId xmlns:a16="http://schemas.microsoft.com/office/drawing/2014/main" id="{11614254-52EF-4F58-99B1-CDA7C39223C1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/>
          <p:nvPr userDrawn="1"/>
        </p:nvSpPr>
        <p:spPr>
          <a:xfrm>
            <a:off x="3988518" y="1095508"/>
            <a:ext cx="8203482" cy="5016893"/>
          </a:xfrm>
          <a:prstGeom prst="rect">
            <a:avLst/>
          </a:prstGeom>
          <a:solidFill>
            <a:schemeClr val="bg1">
              <a:alpha val="75000"/>
            </a:schemeClr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>
            <a:defPPr>
              <a:defRPr lang="pt-BR"/>
            </a:defPPr>
          </a:lstStyle>
          <a:p>
            <a:pPr algn="ctr" rtl="0"/>
            <a:endParaRPr lang="pt-BR" dirty="0"/>
          </a:p>
        </p:txBody>
      </p:sp>
      <p:sp>
        <p:nvSpPr>
          <p:cNvPr id="12" name="Título 1">
            <a:extLst>
              <a:ext uri="{FF2B5EF4-FFF2-40B4-BE49-F238E27FC236}">
                <a16:creationId xmlns:a16="http://schemas.microsoft.com/office/drawing/2014/main" id="{BD3B3ABA-0408-41EA-935D-D4F4586AA840}"/>
              </a:ext>
            </a:extLst>
          </p:cNvPr>
          <p:cNvSpPr>
            <a:spLocks noGrp="1"/>
          </p:cNvSpPr>
          <p:nvPr>
            <p:ph type="title" hasCustomPrompt="1"/>
          </p:nvPr>
        </p:nvSpPr>
        <p:spPr>
          <a:xfrm>
            <a:off x="4506511" y="1393926"/>
            <a:ext cx="7042570" cy="1626225"/>
          </a:xfrm>
        </p:spPr>
        <p:txBody>
          <a:bodyPr rtlCol="0" anchor="b" anchorCtr="0">
            <a:noAutofit/>
          </a:bodyPr>
          <a:lstStyle>
            <a:lvl1pPr>
              <a:lnSpc>
                <a:spcPct val="100000"/>
              </a:lnSpc>
              <a:defRPr lang="pt-BR" sz="3200"/>
            </a:lvl1pPr>
          </a:lstStyle>
          <a:p>
            <a:pPr rtl="0"/>
            <a:r>
              <a:rPr lang="pt-BR"/>
              <a:t>Clique para adicionar um título</a:t>
            </a:r>
          </a:p>
        </p:txBody>
      </p:sp>
      <p:sp>
        <p:nvSpPr>
          <p:cNvPr id="2" name="Espaço Reservado para Conteúdo 2">
            <a:extLst>
              <a:ext uri="{FF2B5EF4-FFF2-40B4-BE49-F238E27FC236}">
                <a16:creationId xmlns:a16="http://schemas.microsoft.com/office/drawing/2014/main" id="{FEF27B53-079D-232F-8AA5-ED461B34E8D2}"/>
              </a:ext>
            </a:extLst>
          </p:cNvPr>
          <p:cNvSpPr>
            <a:spLocks noGrp="1"/>
          </p:cNvSpPr>
          <p:nvPr>
            <p:ph sz="quarter" idx="16" hasCustomPrompt="1"/>
          </p:nvPr>
        </p:nvSpPr>
        <p:spPr>
          <a:xfrm>
            <a:off x="4506741" y="3153103"/>
            <a:ext cx="7042335" cy="2648312"/>
          </a:xfrm>
        </p:spPr>
        <p:txBody>
          <a:bodyPr rtlCol="0" anchor="t">
            <a:normAutofit/>
          </a:bodyPr>
          <a:lstStyle>
            <a:lvl1pPr marL="0" indent="0">
              <a:lnSpc>
                <a:spcPct val="125000"/>
              </a:lnSpc>
              <a:spcAft>
                <a:spcPts val="600"/>
              </a:spcAft>
              <a:buNone/>
              <a:defRPr lang="pt-BR" sz="1800" b="0"/>
            </a:lvl1pPr>
            <a:lvl2pPr>
              <a:lnSpc>
                <a:spcPct val="125000"/>
              </a:lnSpc>
              <a:spcAft>
                <a:spcPts val="600"/>
              </a:spcAft>
              <a:defRPr lang="pt-BR" sz="1800"/>
            </a:lvl2pPr>
            <a:lvl3pPr>
              <a:lnSpc>
                <a:spcPct val="125000"/>
              </a:lnSpc>
              <a:spcAft>
                <a:spcPts val="600"/>
              </a:spcAft>
              <a:defRPr lang="pt-BR" sz="1800"/>
            </a:lvl3pPr>
            <a:lvl4pPr>
              <a:lnSpc>
                <a:spcPct val="125000"/>
              </a:lnSpc>
              <a:spcAft>
                <a:spcPts val="600"/>
              </a:spcAft>
              <a:defRPr lang="pt-BR" sz="1800"/>
            </a:lvl4pPr>
            <a:lvl5pPr>
              <a:lnSpc>
                <a:spcPct val="125000"/>
              </a:lnSpc>
              <a:spcAft>
                <a:spcPts val="600"/>
              </a:spcAft>
              <a:defRPr lang="pt-BR" sz="1800"/>
            </a:lvl5pPr>
          </a:lstStyle>
          <a:p>
            <a:pPr lvl="0" rtl="0"/>
            <a:r>
              <a:rPr lang="pt-BR"/>
              <a:t>Clique para adicionar o texto</a:t>
            </a:r>
          </a:p>
          <a:p>
            <a:pPr lvl="1" rtl="0"/>
            <a:r>
              <a:rPr lang="pt-BR"/>
              <a:t>Segundo nível</a:t>
            </a:r>
          </a:p>
          <a:p>
            <a:pPr lvl="2" rtl="0"/>
            <a:r>
              <a:rPr lang="pt-BR"/>
              <a:t>Terceiro nível</a:t>
            </a:r>
          </a:p>
          <a:p>
            <a:pPr lvl="3" rtl="0"/>
            <a:r>
              <a:rPr lang="pt-BR"/>
              <a:t>Quarto nível</a:t>
            </a:r>
          </a:p>
          <a:p>
            <a:pPr lvl="4" rtl="0"/>
            <a:r>
              <a:rPr lang="pt-BR"/>
              <a:t>Quinto nível</a:t>
            </a:r>
          </a:p>
        </p:txBody>
      </p:sp>
      <p:sp>
        <p:nvSpPr>
          <p:cNvPr id="14" name="Retângulo 13">
            <a:extLst>
              <a:ext uri="{FF2B5EF4-FFF2-40B4-BE49-F238E27FC236}">
                <a16:creationId xmlns:a16="http://schemas.microsoft.com/office/drawing/2014/main" id="{1837301C-2B9B-4119-9002-BD6DB2AB87FB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/>
          <p:nvPr userDrawn="1"/>
        </p:nvSpPr>
        <p:spPr>
          <a:xfrm>
            <a:off x="4041913" y="6144405"/>
            <a:ext cx="8150087" cy="713595"/>
          </a:xfrm>
          <a:prstGeom prst="rect">
            <a:avLst/>
          </a:prstGeom>
          <a:solidFill>
            <a:schemeClr val="accent1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>
            <a:defPPr>
              <a:defRPr lang="pt-BR"/>
            </a:defPPr>
          </a:lstStyle>
          <a:p>
            <a:pPr algn="ctr" rtl="0"/>
            <a:endParaRPr lang="pt-BR" dirty="0"/>
          </a:p>
        </p:txBody>
      </p:sp>
      <p:sp>
        <p:nvSpPr>
          <p:cNvPr id="15" name="Retângulo 14">
            <a:extLst>
              <a:ext uri="{FF2B5EF4-FFF2-40B4-BE49-F238E27FC236}">
                <a16:creationId xmlns:a16="http://schemas.microsoft.com/office/drawing/2014/main" id="{BD12738D-D0ED-4899-A01C-42439B5B3E64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/>
          <p:nvPr userDrawn="1"/>
        </p:nvSpPr>
        <p:spPr>
          <a:xfrm>
            <a:off x="0" y="6167615"/>
            <a:ext cx="3982418" cy="690385"/>
          </a:xfrm>
          <a:prstGeom prst="rect">
            <a:avLst/>
          </a:prstGeom>
          <a:solidFill>
            <a:schemeClr val="bg1">
              <a:alpha val="75000"/>
            </a:schemeClr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>
            <a:defPPr>
              <a:defRPr lang="pt-BR"/>
            </a:defPPr>
          </a:lstStyle>
          <a:p>
            <a:pPr algn="ctr" rtl="0"/>
            <a:endParaRPr lang="pt-BR" dirty="0"/>
          </a:p>
        </p:txBody>
      </p:sp>
      <p:sp>
        <p:nvSpPr>
          <p:cNvPr id="16" name="Retângulo 15">
            <a:extLst>
              <a:ext uri="{FF2B5EF4-FFF2-40B4-BE49-F238E27FC236}">
                <a16:creationId xmlns:a16="http://schemas.microsoft.com/office/drawing/2014/main" id="{5EED261D-45B9-40C1-8341-8B8B796E8AE2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/>
          <p:nvPr userDrawn="1"/>
        </p:nvSpPr>
        <p:spPr>
          <a:xfrm>
            <a:off x="1525" y="6112401"/>
            <a:ext cx="12188951" cy="64008"/>
          </a:xfrm>
          <a:prstGeom prst="rect">
            <a:avLst/>
          </a:prstGeom>
          <a:solidFill>
            <a:schemeClr val="tx2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>
            <a:defPPr>
              <a:defRPr lang="pt-BR"/>
            </a:defPPr>
          </a:lstStyle>
          <a:p>
            <a:pPr algn="ctr" rtl="0"/>
            <a:endParaRPr lang="pt-BR" dirty="0"/>
          </a:p>
        </p:txBody>
      </p:sp>
      <p:sp>
        <p:nvSpPr>
          <p:cNvPr id="18" name="Retângulo 17">
            <a:extLst>
              <a:ext uri="{FF2B5EF4-FFF2-40B4-BE49-F238E27FC236}">
                <a16:creationId xmlns:a16="http://schemas.microsoft.com/office/drawing/2014/main" id="{3E23953F-BF80-48E0-8282-62907D6C29C6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/>
          <p:nvPr userDrawn="1"/>
        </p:nvSpPr>
        <p:spPr>
          <a:xfrm>
            <a:off x="3986412" y="0"/>
            <a:ext cx="64008" cy="6858000"/>
          </a:xfrm>
          <a:prstGeom prst="rect">
            <a:avLst/>
          </a:prstGeom>
          <a:solidFill>
            <a:schemeClr val="tx2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>
            <a:defPPr>
              <a:defRPr lang="pt-BR"/>
            </a:defPPr>
          </a:lstStyle>
          <a:p>
            <a:pPr algn="ctr" rtl="0"/>
            <a:endParaRPr lang="pt-BR" dirty="0"/>
          </a:p>
        </p:txBody>
      </p:sp>
      <p:sp>
        <p:nvSpPr>
          <p:cNvPr id="23" name="Espaço Reservado para Rodapé 4">
            <a:extLst>
              <a:ext uri="{FF2B5EF4-FFF2-40B4-BE49-F238E27FC236}">
                <a16:creationId xmlns:a16="http://schemas.microsoft.com/office/drawing/2014/main" id="{4F4FDF97-2780-775F-9416-96F7A90662B2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>
          <a:xfrm>
            <a:off x="6172202" y="6309360"/>
            <a:ext cx="4280135" cy="457200"/>
          </a:xfrm>
        </p:spPr>
        <p:txBody>
          <a:bodyPr rtlCol="0"/>
          <a:lstStyle>
            <a:lvl1pPr algn="ctr">
              <a:defRPr lang="pt-BR">
                <a:effectLst/>
              </a:defRPr>
            </a:lvl1pPr>
          </a:lstStyle>
          <a:p>
            <a:pPr rtl="0"/>
            <a:r>
              <a:rPr lang="pt-BR"/>
              <a:t>Título da Apresentação</a:t>
            </a:r>
          </a:p>
        </p:txBody>
      </p:sp>
      <p:sp>
        <p:nvSpPr>
          <p:cNvPr id="24" name="Espaço Reservado para Data 3">
            <a:extLst>
              <a:ext uri="{FF2B5EF4-FFF2-40B4-BE49-F238E27FC236}">
                <a16:creationId xmlns:a16="http://schemas.microsoft.com/office/drawing/2014/main" id="{A03787D1-4AB7-2166-D4DB-A3878CBB24F1}"/>
              </a:ext>
            </a:extLst>
          </p:cNvPr>
          <p:cNvSpPr>
            <a:spLocks noGrp="1"/>
          </p:cNvSpPr>
          <p:nvPr>
            <p:ph type="dt" sz="half" idx="10"/>
          </p:nvPr>
        </p:nvSpPr>
        <p:spPr>
          <a:xfrm>
            <a:off x="4506511" y="6309360"/>
            <a:ext cx="1513289" cy="457200"/>
          </a:xfrm>
        </p:spPr>
        <p:txBody>
          <a:bodyPr rtlCol="0"/>
          <a:lstStyle>
            <a:lvl1pPr>
              <a:defRPr lang="pt-BR">
                <a:effectLst/>
              </a:defRPr>
            </a:lvl1pPr>
          </a:lstStyle>
          <a:p>
            <a:pPr rtl="0"/>
            <a:r>
              <a:rPr lang="pt-BR">
                <a:solidFill>
                  <a:schemeClr val="tx2"/>
                </a:solidFill>
              </a:rPr>
              <a:t>8/9/20XX</a:t>
            </a:r>
            <a:endParaRPr lang="pt-BR" dirty="0"/>
          </a:p>
        </p:txBody>
      </p:sp>
      <p:sp>
        <p:nvSpPr>
          <p:cNvPr id="25" name="Espaço Reservado para o Número do Slide 5">
            <a:extLst>
              <a:ext uri="{FF2B5EF4-FFF2-40B4-BE49-F238E27FC236}">
                <a16:creationId xmlns:a16="http://schemas.microsoft.com/office/drawing/2014/main" id="{4F8C5CD2-BF99-0846-2E4A-179E6C459F1A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>
          <a:xfrm>
            <a:off x="10569202" y="6309360"/>
            <a:ext cx="979879" cy="457200"/>
          </a:xfrm>
        </p:spPr>
        <p:txBody>
          <a:bodyPr rtlCol="0"/>
          <a:lstStyle>
            <a:lvl1pPr>
              <a:defRPr lang="pt-BR" sz="1200" b="0"/>
            </a:lvl1pPr>
          </a:lstStyle>
          <a:p>
            <a:pPr rtl="0"/>
            <a:fld id="{FAEF9944-A4F6-4C59-AEBD-678D6480B8EA}" type="slidenum">
              <a:rPr lang="pt-BR" smtClean="0"/>
              <a:pPr rtl="0"/>
              <a:t>‹nº›</a:t>
            </a:fld>
            <a:endParaRPr lang="pt-BR" dirty="0"/>
          </a:p>
        </p:txBody>
      </p:sp>
    </p:spTree>
    <p:extLst>
      <p:ext uri="{BB962C8B-B14F-4D97-AF65-F5344CB8AC3E}">
        <p14:creationId xmlns:p14="http://schemas.microsoft.com/office/powerpoint/2010/main" val="3535201419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showMasterSp="0" preserve="1" userDrawn="1">
  <p:cSld name="1_Título e 2 Conteúdo 3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 useBgFill="1">
        <p:nvSpPr>
          <p:cNvPr id="2" name="Retângulo 1">
            <a:extLst>
              <a:ext uri="{FF2B5EF4-FFF2-40B4-BE49-F238E27FC236}">
                <a16:creationId xmlns:a16="http://schemas.microsoft.com/office/drawing/2014/main" id="{30FB3D5A-25E2-453F-A78E-0A20BDCE80A2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/>
          <p:nvPr userDrawn="1"/>
        </p:nvSpPr>
        <p:spPr>
          <a:xfrm>
            <a:off x="0" y="0"/>
            <a:ext cx="12192001" cy="6858000"/>
          </a:xfrm>
          <a:prstGeom prst="rect">
            <a:avLst/>
          </a:prstGeom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>
            <a:defPPr>
              <a:defRPr lang="pt-BR"/>
            </a:defPPr>
          </a:lstStyle>
          <a:p>
            <a:pPr algn="ctr" rtl="0"/>
            <a:endParaRPr lang="pt-BR" dirty="0"/>
          </a:p>
        </p:txBody>
      </p:sp>
      <p:sp>
        <p:nvSpPr>
          <p:cNvPr id="3" name="Retângulo 2">
            <a:extLst>
              <a:ext uri="{FF2B5EF4-FFF2-40B4-BE49-F238E27FC236}">
                <a16:creationId xmlns:a16="http://schemas.microsoft.com/office/drawing/2014/main" id="{28796342-0E80-4F8E-9563-9F5EDFC0DDF2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/>
          <p:nvPr userDrawn="1"/>
        </p:nvSpPr>
        <p:spPr>
          <a:xfrm>
            <a:off x="1038768" y="-2946"/>
            <a:ext cx="11153231" cy="4727782"/>
          </a:xfrm>
          <a:prstGeom prst="rect">
            <a:avLst/>
          </a:prstGeom>
          <a:solidFill>
            <a:schemeClr val="bg1">
              <a:alpha val="75000"/>
            </a:schemeClr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>
            <a:defPPr>
              <a:defRPr lang="pt-BR"/>
            </a:defPPr>
          </a:lstStyle>
          <a:p>
            <a:pPr algn="ctr" rtl="0"/>
            <a:endParaRPr lang="pt-BR" dirty="0"/>
          </a:p>
        </p:txBody>
      </p:sp>
      <p:sp>
        <p:nvSpPr>
          <p:cNvPr id="4" name="Retângulo 3">
            <a:extLst>
              <a:ext uri="{FF2B5EF4-FFF2-40B4-BE49-F238E27FC236}">
                <a16:creationId xmlns:a16="http://schemas.microsoft.com/office/drawing/2014/main" id="{C39B2F5D-C3BA-453E-8F4D-97074F48C7AE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/>
          <p:nvPr userDrawn="1"/>
        </p:nvSpPr>
        <p:spPr>
          <a:xfrm>
            <a:off x="0" y="4724838"/>
            <a:ext cx="12192000" cy="1347716"/>
          </a:xfrm>
          <a:prstGeom prst="rect">
            <a:avLst/>
          </a:prstGeom>
          <a:solidFill>
            <a:schemeClr val="tx2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>
            <a:defPPr>
              <a:defRPr lang="pt-BR"/>
            </a:defPPr>
          </a:lstStyle>
          <a:p>
            <a:pPr algn="ctr" rtl="0"/>
            <a:endParaRPr lang="pt-BR" dirty="0"/>
          </a:p>
        </p:txBody>
      </p:sp>
      <p:sp>
        <p:nvSpPr>
          <p:cNvPr id="5" name="Título 1">
            <a:extLst>
              <a:ext uri="{FF2B5EF4-FFF2-40B4-BE49-F238E27FC236}">
                <a16:creationId xmlns:a16="http://schemas.microsoft.com/office/drawing/2014/main" id="{452D50E3-A27A-4AF6-928B-286E7BDB4BD9}"/>
              </a:ext>
            </a:extLst>
          </p:cNvPr>
          <p:cNvSpPr>
            <a:spLocks noGrp="1"/>
          </p:cNvSpPr>
          <p:nvPr>
            <p:ph type="title" hasCustomPrompt="1"/>
          </p:nvPr>
        </p:nvSpPr>
        <p:spPr>
          <a:xfrm>
            <a:off x="1535372" y="4873752"/>
            <a:ext cx="10013709" cy="1033272"/>
          </a:xfrm>
        </p:spPr>
        <p:txBody>
          <a:bodyPr tIns="182880" rtlCol="0" anchor="ctr" anchorCtr="0">
            <a:noAutofit/>
          </a:bodyPr>
          <a:lstStyle>
            <a:lvl1pPr>
              <a:lnSpc>
                <a:spcPct val="100000"/>
              </a:lnSpc>
              <a:defRPr lang="pt-BR" sz="3200">
                <a:solidFill>
                  <a:schemeClr val="bg1"/>
                </a:solidFill>
              </a:defRPr>
            </a:lvl1pPr>
          </a:lstStyle>
          <a:p>
            <a:pPr rtl="0"/>
            <a:r>
              <a:rPr lang="pt-BR">
                <a:solidFill>
                  <a:schemeClr val="bg1"/>
                </a:solidFill>
              </a:rPr>
              <a:t>Clique para adicionar um título</a:t>
            </a:r>
          </a:p>
        </p:txBody>
      </p:sp>
      <p:sp>
        <p:nvSpPr>
          <p:cNvPr id="6" name="Retângulo 5">
            <a:extLst>
              <a:ext uri="{FF2B5EF4-FFF2-40B4-BE49-F238E27FC236}">
                <a16:creationId xmlns:a16="http://schemas.microsoft.com/office/drawing/2014/main" id="{D874FDF0-F4BE-433D-86EE-9E1832D4388B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/>
          <p:nvPr userDrawn="1"/>
        </p:nvSpPr>
        <p:spPr>
          <a:xfrm>
            <a:off x="-1" y="4790620"/>
            <a:ext cx="1006766" cy="1216152"/>
          </a:xfrm>
          <a:prstGeom prst="rect">
            <a:avLst/>
          </a:prstGeom>
          <a:solidFill>
            <a:schemeClr val="accent1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>
            <a:defPPr>
              <a:defRPr lang="pt-BR"/>
            </a:defPPr>
          </a:lstStyle>
          <a:p>
            <a:pPr algn="ctr" rtl="0"/>
            <a:endParaRPr lang="pt-BR" dirty="0"/>
          </a:p>
        </p:txBody>
      </p:sp>
      <p:sp>
        <p:nvSpPr>
          <p:cNvPr id="7" name="Retângulo 6">
            <a:extLst>
              <a:ext uri="{FF2B5EF4-FFF2-40B4-BE49-F238E27FC236}">
                <a16:creationId xmlns:a16="http://schemas.microsoft.com/office/drawing/2014/main" id="{25DFCD07-1301-45ED-B326-449ECFADE70D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/>
          <p:nvPr userDrawn="1"/>
        </p:nvSpPr>
        <p:spPr>
          <a:xfrm rot="5400000">
            <a:off x="-2390232" y="3396997"/>
            <a:ext cx="6858002" cy="64008"/>
          </a:xfrm>
          <a:prstGeom prst="rect">
            <a:avLst/>
          </a:prstGeom>
          <a:solidFill>
            <a:schemeClr val="tx2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>
            <a:defPPr>
              <a:defRPr lang="pt-BR"/>
            </a:defPPr>
          </a:lstStyle>
          <a:p>
            <a:pPr algn="ctr" rtl="0"/>
            <a:endParaRPr lang="pt-BR" dirty="0"/>
          </a:p>
        </p:txBody>
      </p:sp>
      <p:sp>
        <p:nvSpPr>
          <p:cNvPr id="14" name="Espaço Reservado para Conteúdo 2">
            <a:extLst>
              <a:ext uri="{FF2B5EF4-FFF2-40B4-BE49-F238E27FC236}">
                <a16:creationId xmlns:a16="http://schemas.microsoft.com/office/drawing/2014/main" id="{9F875EEC-3E6C-5B97-FFE8-0D1ECAAAE98A}"/>
              </a:ext>
            </a:extLst>
          </p:cNvPr>
          <p:cNvSpPr>
            <a:spLocks noGrp="1"/>
          </p:cNvSpPr>
          <p:nvPr>
            <p:ph sz="quarter" idx="14" hasCustomPrompt="1"/>
          </p:nvPr>
        </p:nvSpPr>
        <p:spPr>
          <a:xfrm>
            <a:off x="1535372" y="462243"/>
            <a:ext cx="3098425" cy="3866324"/>
          </a:xfrm>
        </p:spPr>
        <p:txBody>
          <a:bodyPr rtlCol="0" anchor="t">
            <a:normAutofit/>
          </a:bodyPr>
          <a:lstStyle>
            <a:lvl1pPr marL="0" indent="0">
              <a:lnSpc>
                <a:spcPct val="125000"/>
              </a:lnSpc>
              <a:spcAft>
                <a:spcPts val="600"/>
              </a:spcAft>
              <a:buNone/>
              <a:defRPr lang="pt-BR" sz="1800" b="0"/>
            </a:lvl1pPr>
            <a:lvl2pPr marL="281178" indent="0">
              <a:lnSpc>
                <a:spcPct val="125000"/>
              </a:lnSpc>
              <a:spcAft>
                <a:spcPts val="600"/>
              </a:spcAft>
              <a:buNone/>
              <a:defRPr lang="pt-BR" sz="1800"/>
            </a:lvl2pPr>
            <a:lvl3pPr marL="566928" indent="0">
              <a:lnSpc>
                <a:spcPct val="125000"/>
              </a:lnSpc>
              <a:spcAft>
                <a:spcPts val="600"/>
              </a:spcAft>
              <a:buNone/>
              <a:defRPr lang="pt-BR" sz="1800"/>
            </a:lvl3pPr>
            <a:lvl4pPr marL="850392" indent="0">
              <a:lnSpc>
                <a:spcPct val="125000"/>
              </a:lnSpc>
              <a:spcAft>
                <a:spcPts val="600"/>
              </a:spcAft>
              <a:buNone/>
              <a:defRPr lang="pt-BR" sz="1800"/>
            </a:lvl4pPr>
            <a:lvl5pPr marL="1133856" indent="0">
              <a:lnSpc>
                <a:spcPct val="125000"/>
              </a:lnSpc>
              <a:spcAft>
                <a:spcPts val="600"/>
              </a:spcAft>
              <a:buNone/>
              <a:defRPr lang="pt-BR" sz="1800"/>
            </a:lvl5pPr>
          </a:lstStyle>
          <a:p>
            <a:pPr lvl="0" rtl="0"/>
            <a:r>
              <a:rPr lang="pt-BR"/>
              <a:t>Clique para adicionar o texto</a:t>
            </a:r>
          </a:p>
          <a:p>
            <a:pPr lvl="1" rtl="0"/>
            <a:r>
              <a:rPr lang="pt-BR"/>
              <a:t>Segundo nível</a:t>
            </a:r>
          </a:p>
          <a:p>
            <a:pPr lvl="2" rtl="0"/>
            <a:r>
              <a:rPr lang="pt-BR"/>
              <a:t>Terceiro nível</a:t>
            </a:r>
          </a:p>
          <a:p>
            <a:pPr lvl="3" rtl="0"/>
            <a:r>
              <a:rPr lang="pt-BR"/>
              <a:t>Quarto nível</a:t>
            </a:r>
          </a:p>
          <a:p>
            <a:pPr lvl="4" rtl="0"/>
            <a:r>
              <a:rPr lang="pt-BR"/>
              <a:t>Quinto nível</a:t>
            </a:r>
          </a:p>
        </p:txBody>
      </p:sp>
      <p:sp>
        <p:nvSpPr>
          <p:cNvPr id="13" name="Espaço Reservado para Tabela 7">
            <a:extLst>
              <a:ext uri="{FF2B5EF4-FFF2-40B4-BE49-F238E27FC236}">
                <a16:creationId xmlns:a16="http://schemas.microsoft.com/office/drawing/2014/main" id="{0C5070DA-50C2-065D-00B0-3B12070D77E7}"/>
              </a:ext>
            </a:extLst>
          </p:cNvPr>
          <p:cNvSpPr>
            <a:spLocks noGrp="1"/>
          </p:cNvSpPr>
          <p:nvPr>
            <p:ph type="tbl" sz="quarter" idx="15"/>
          </p:nvPr>
        </p:nvSpPr>
        <p:spPr>
          <a:xfrm>
            <a:off x="5075238" y="461735"/>
            <a:ext cx="6473842" cy="3867150"/>
          </a:xfrm>
        </p:spPr>
        <p:txBody>
          <a:bodyPr rtlCol="0" anchor="t"/>
          <a:lstStyle>
            <a:lvl1pPr marL="0" indent="0" algn="ctr">
              <a:buNone/>
              <a:defRPr lang="pt-BR"/>
            </a:lvl1pPr>
          </a:lstStyle>
          <a:p>
            <a:pPr rtl="0"/>
            <a:r>
              <a:rPr lang="pt-BR"/>
              <a:t>Clique no ícone para adicionar uma tabela</a:t>
            </a:r>
            <a:endParaRPr lang="pt-BR" dirty="0"/>
          </a:p>
        </p:txBody>
      </p:sp>
      <p:sp>
        <p:nvSpPr>
          <p:cNvPr id="15" name="Espaço Reservado para Data 3">
            <a:extLst>
              <a:ext uri="{FF2B5EF4-FFF2-40B4-BE49-F238E27FC236}">
                <a16:creationId xmlns:a16="http://schemas.microsoft.com/office/drawing/2014/main" id="{2F8DD265-980F-4708-EDDF-3130F434AC9D}"/>
              </a:ext>
            </a:extLst>
          </p:cNvPr>
          <p:cNvSpPr>
            <a:spLocks noGrp="1"/>
          </p:cNvSpPr>
          <p:nvPr>
            <p:ph type="dt" sz="half" idx="10"/>
          </p:nvPr>
        </p:nvSpPr>
        <p:spPr>
          <a:xfrm>
            <a:off x="6678168" y="6309360"/>
            <a:ext cx="2148840" cy="457200"/>
          </a:xfrm>
        </p:spPr>
        <p:txBody>
          <a:bodyPr rtlCol="0"/>
          <a:lstStyle>
            <a:lvl1pPr algn="l">
              <a:defRPr lang="pt-BR"/>
            </a:lvl1pPr>
          </a:lstStyle>
          <a:p>
            <a:pPr rtl="0"/>
            <a:r>
              <a:rPr lang="pt-BR"/>
              <a:t>8/9/20XX</a:t>
            </a:r>
          </a:p>
        </p:txBody>
      </p:sp>
      <p:sp>
        <p:nvSpPr>
          <p:cNvPr id="8" name="Espaço Reservado para Rodapé 4">
            <a:extLst>
              <a:ext uri="{FF2B5EF4-FFF2-40B4-BE49-F238E27FC236}">
                <a16:creationId xmlns:a16="http://schemas.microsoft.com/office/drawing/2014/main" id="{BD5DA270-E83F-4CC8-9DA6-27CA3AEC0745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>
          <a:xfrm>
            <a:off x="1535372" y="6309360"/>
            <a:ext cx="4946592" cy="457200"/>
          </a:xfrm>
        </p:spPr>
        <p:txBody>
          <a:bodyPr rtlCol="0"/>
          <a:lstStyle>
            <a:defPPr>
              <a:defRPr lang="pt-BR"/>
            </a:defPPr>
          </a:lstStyle>
          <a:p>
            <a:pPr rtl="0"/>
            <a:r>
              <a:rPr lang="pt-BR"/>
              <a:t>Título da Apresentação</a:t>
            </a:r>
          </a:p>
        </p:txBody>
      </p:sp>
      <p:sp>
        <p:nvSpPr>
          <p:cNvPr id="10" name="Espaço Reservado para o Número do Slide 5">
            <a:extLst>
              <a:ext uri="{FF2B5EF4-FFF2-40B4-BE49-F238E27FC236}">
                <a16:creationId xmlns:a16="http://schemas.microsoft.com/office/drawing/2014/main" id="{5339F117-3072-4F0C-8D1D-E5DC918CE4F0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>
          <a:xfrm>
            <a:off x="10569202" y="6309360"/>
            <a:ext cx="979879" cy="457200"/>
          </a:xfrm>
        </p:spPr>
        <p:txBody>
          <a:bodyPr rtlCol="0"/>
          <a:lstStyle>
            <a:lvl1pPr>
              <a:defRPr lang="pt-BR" sz="1200" b="0"/>
            </a:lvl1pPr>
          </a:lstStyle>
          <a:p>
            <a:pPr rtl="0"/>
            <a:fld id="{FAEF9944-A4F6-4C59-AEBD-678D6480B8EA}" type="slidenum">
              <a:rPr lang="pt-BR" smtClean="0"/>
              <a:pPr rtl="0"/>
              <a:t>‹nº›</a:t>
            </a:fld>
            <a:endParaRPr lang="pt-BR" dirty="0"/>
          </a:p>
        </p:txBody>
      </p:sp>
    </p:spTree>
    <p:extLst>
      <p:ext uri="{BB962C8B-B14F-4D97-AF65-F5344CB8AC3E}">
        <p14:creationId xmlns:p14="http://schemas.microsoft.com/office/powerpoint/2010/main" val="2250937063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Dois Conteúdos 3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 useBgFill="1">
        <p:nvSpPr>
          <p:cNvPr id="2" name="Retângulo 1">
            <a:extLst>
              <a:ext uri="{FF2B5EF4-FFF2-40B4-BE49-F238E27FC236}">
                <a16:creationId xmlns:a16="http://schemas.microsoft.com/office/drawing/2014/main" id="{2A19A957-1FB5-43F8-B325-BBD9FEF23E88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/>
          <p:nvPr userDrawn="1"/>
        </p:nvSpPr>
        <p:spPr>
          <a:xfrm>
            <a:off x="0" y="0"/>
            <a:ext cx="12188952" cy="6858000"/>
          </a:xfrm>
          <a:prstGeom prst="rect">
            <a:avLst/>
          </a:prstGeom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>
            <a:defPPr>
              <a:defRPr lang="pt-BR"/>
            </a:defPPr>
          </a:lstStyle>
          <a:p>
            <a:pPr marL="0" marR="0" lvl="0" indent="0" algn="ctr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 lang="pt-BR"/>
            </a:pPr>
            <a:endParaRPr kumimoji="0" lang="pt-BR" sz="1800" b="0" i="0" u="none" strike="noStrike" kern="1200" cap="none" spc="0" normalizeH="0" baseline="0" noProof="0" dirty="0">
              <a:ln>
                <a:noFill/>
              </a:ln>
              <a:solidFill>
                <a:prstClr val="white"/>
              </a:solidFill>
              <a:effectLst/>
              <a:uLnTx/>
              <a:uFillTx/>
              <a:latin typeface="Meiryo"/>
              <a:ea typeface="+mn-ea"/>
              <a:cs typeface="+mn-cs"/>
            </a:endParaRPr>
          </a:p>
        </p:txBody>
      </p:sp>
      <p:sp>
        <p:nvSpPr>
          <p:cNvPr id="20" name="Retângulo 19">
            <a:extLst>
              <a:ext uri="{FF2B5EF4-FFF2-40B4-BE49-F238E27FC236}">
                <a16:creationId xmlns:a16="http://schemas.microsoft.com/office/drawing/2014/main" id="{3FA5410A-92A6-4C0B-9D89-186B7DDB20BD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/>
          <p:nvPr userDrawn="1"/>
        </p:nvSpPr>
        <p:spPr>
          <a:xfrm>
            <a:off x="0" y="0"/>
            <a:ext cx="12192000" cy="1351619"/>
          </a:xfrm>
          <a:prstGeom prst="rect">
            <a:avLst/>
          </a:prstGeom>
          <a:solidFill>
            <a:schemeClr val="tx2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>
            <a:defPPr>
              <a:defRPr lang="pt-BR"/>
            </a:defPPr>
          </a:lstStyle>
          <a:p>
            <a:pPr algn="ctr" rtl="0"/>
            <a:endParaRPr lang="pt-BR" dirty="0"/>
          </a:p>
        </p:txBody>
      </p:sp>
      <p:sp>
        <p:nvSpPr>
          <p:cNvPr id="5" name="Retângulo 4">
            <a:extLst>
              <a:ext uri="{FF2B5EF4-FFF2-40B4-BE49-F238E27FC236}">
                <a16:creationId xmlns:a16="http://schemas.microsoft.com/office/drawing/2014/main" id="{21A26073-23A2-4B91-A128-79AA1BE93523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/>
          <p:nvPr userDrawn="1"/>
        </p:nvSpPr>
        <p:spPr>
          <a:xfrm>
            <a:off x="1" y="1351619"/>
            <a:ext cx="12192000" cy="4749487"/>
          </a:xfrm>
          <a:prstGeom prst="rect">
            <a:avLst/>
          </a:prstGeom>
          <a:solidFill>
            <a:schemeClr val="bg1">
              <a:alpha val="60000"/>
            </a:schemeClr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>
            <a:defPPr>
              <a:defRPr lang="pt-BR"/>
            </a:defPPr>
          </a:lstStyle>
          <a:p>
            <a:pPr algn="ctr" rtl="0"/>
            <a:endParaRPr lang="pt-BR" dirty="0"/>
          </a:p>
        </p:txBody>
      </p:sp>
      <p:sp>
        <p:nvSpPr>
          <p:cNvPr id="6" name="Retângulo 5">
            <a:extLst>
              <a:ext uri="{FF2B5EF4-FFF2-40B4-BE49-F238E27FC236}">
                <a16:creationId xmlns:a16="http://schemas.microsoft.com/office/drawing/2014/main" id="{C14D5DFA-0CEA-43F0-98EE-6C9F741F7C96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/>
          <p:nvPr userDrawn="1"/>
        </p:nvSpPr>
        <p:spPr>
          <a:xfrm>
            <a:off x="1" y="6107836"/>
            <a:ext cx="4651248" cy="750163"/>
          </a:xfrm>
          <a:prstGeom prst="rect">
            <a:avLst/>
          </a:prstGeom>
          <a:solidFill>
            <a:schemeClr val="accent1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>
            <a:defPPr>
              <a:defRPr lang="pt-BR"/>
            </a:defPPr>
          </a:lstStyle>
          <a:p>
            <a:pPr algn="ctr" rtl="0"/>
            <a:endParaRPr lang="pt-BR" dirty="0"/>
          </a:p>
        </p:txBody>
      </p:sp>
      <p:sp>
        <p:nvSpPr>
          <p:cNvPr id="14" name="Título 1">
            <a:extLst>
              <a:ext uri="{FF2B5EF4-FFF2-40B4-BE49-F238E27FC236}">
                <a16:creationId xmlns:a16="http://schemas.microsoft.com/office/drawing/2014/main" id="{5E19795B-1103-80EF-6098-1E8371D07DB8}"/>
              </a:ext>
            </a:extLst>
          </p:cNvPr>
          <p:cNvSpPr>
            <a:spLocks noGrp="1"/>
          </p:cNvSpPr>
          <p:nvPr>
            <p:ph type="title" hasCustomPrompt="1"/>
          </p:nvPr>
        </p:nvSpPr>
        <p:spPr>
          <a:xfrm>
            <a:off x="648935" y="91439"/>
            <a:ext cx="10900146" cy="1168739"/>
          </a:xfrm>
        </p:spPr>
        <p:txBody>
          <a:bodyPr tIns="182880" rtlCol="0" anchor="ctr" anchorCtr="0">
            <a:noAutofit/>
          </a:bodyPr>
          <a:lstStyle>
            <a:lvl1pPr>
              <a:lnSpc>
                <a:spcPct val="100000"/>
              </a:lnSpc>
              <a:defRPr lang="pt-BR" sz="3200">
                <a:solidFill>
                  <a:schemeClr val="bg1"/>
                </a:solidFill>
              </a:defRPr>
            </a:lvl1pPr>
          </a:lstStyle>
          <a:p>
            <a:pPr rtl="0"/>
            <a:r>
              <a:rPr lang="pt-BR">
                <a:solidFill>
                  <a:schemeClr val="bg1"/>
                </a:solidFill>
              </a:rPr>
              <a:t>Clique para adicionar um título</a:t>
            </a:r>
          </a:p>
        </p:txBody>
      </p:sp>
      <p:sp>
        <p:nvSpPr>
          <p:cNvPr id="3" name="Espaço Reservado para Conteúdo 2">
            <a:extLst>
              <a:ext uri="{FF2B5EF4-FFF2-40B4-BE49-F238E27FC236}">
                <a16:creationId xmlns:a16="http://schemas.microsoft.com/office/drawing/2014/main" id="{7ED4F766-C576-F298-E93A-CD0D832F8E4F}"/>
              </a:ext>
            </a:extLst>
          </p:cNvPr>
          <p:cNvSpPr>
            <a:spLocks noGrp="1"/>
          </p:cNvSpPr>
          <p:nvPr>
            <p:ph sz="quarter" idx="14" hasCustomPrompt="1"/>
          </p:nvPr>
        </p:nvSpPr>
        <p:spPr>
          <a:xfrm>
            <a:off x="648935" y="1646102"/>
            <a:ext cx="3819652" cy="4160520"/>
          </a:xfrm>
        </p:spPr>
        <p:txBody>
          <a:bodyPr rtlCol="0" anchor="t">
            <a:normAutofit/>
          </a:bodyPr>
          <a:lstStyle>
            <a:lvl1pPr>
              <a:lnSpc>
                <a:spcPct val="125000"/>
              </a:lnSpc>
              <a:spcAft>
                <a:spcPts val="600"/>
              </a:spcAft>
              <a:defRPr lang="pt-BR" sz="1800" b="0"/>
            </a:lvl1pPr>
            <a:lvl2pPr>
              <a:lnSpc>
                <a:spcPct val="125000"/>
              </a:lnSpc>
              <a:spcAft>
                <a:spcPts val="600"/>
              </a:spcAft>
              <a:defRPr lang="pt-BR" sz="1800"/>
            </a:lvl2pPr>
            <a:lvl3pPr>
              <a:lnSpc>
                <a:spcPct val="125000"/>
              </a:lnSpc>
              <a:spcAft>
                <a:spcPts val="600"/>
              </a:spcAft>
              <a:defRPr lang="pt-BR" sz="1800"/>
            </a:lvl3pPr>
            <a:lvl4pPr>
              <a:lnSpc>
                <a:spcPct val="125000"/>
              </a:lnSpc>
              <a:spcAft>
                <a:spcPts val="600"/>
              </a:spcAft>
              <a:defRPr lang="pt-BR" sz="1800"/>
            </a:lvl4pPr>
            <a:lvl5pPr>
              <a:lnSpc>
                <a:spcPct val="125000"/>
              </a:lnSpc>
              <a:spcAft>
                <a:spcPts val="600"/>
              </a:spcAft>
              <a:defRPr lang="pt-BR" sz="1800"/>
            </a:lvl5pPr>
          </a:lstStyle>
          <a:p>
            <a:pPr lvl="0" rtl="0"/>
            <a:r>
              <a:rPr lang="pt-BR"/>
              <a:t>Clique para adicionar o texto</a:t>
            </a:r>
          </a:p>
          <a:p>
            <a:pPr lvl="1" rtl="0"/>
            <a:r>
              <a:rPr lang="pt-BR"/>
              <a:t>Segundo nível</a:t>
            </a:r>
          </a:p>
          <a:p>
            <a:pPr lvl="2" rtl="0"/>
            <a:r>
              <a:rPr lang="pt-BR"/>
              <a:t>Terceiro nível</a:t>
            </a:r>
          </a:p>
          <a:p>
            <a:pPr lvl="3" rtl="0"/>
            <a:r>
              <a:rPr lang="pt-BR"/>
              <a:t>Quarto nível</a:t>
            </a:r>
          </a:p>
          <a:p>
            <a:pPr lvl="4" rtl="0"/>
            <a:r>
              <a:rPr lang="pt-BR"/>
              <a:t>Quinto nível</a:t>
            </a:r>
          </a:p>
        </p:txBody>
      </p:sp>
      <p:sp>
        <p:nvSpPr>
          <p:cNvPr id="9" name="Retângulo 8">
            <a:extLst>
              <a:ext uri="{FF2B5EF4-FFF2-40B4-BE49-F238E27FC236}">
                <a16:creationId xmlns:a16="http://schemas.microsoft.com/office/drawing/2014/main" id="{8352712D-F957-4B22-8B50-BE10410FF895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/>
          <p:nvPr userDrawn="1"/>
        </p:nvSpPr>
        <p:spPr>
          <a:xfrm>
            <a:off x="1524" y="6101107"/>
            <a:ext cx="12188952" cy="64008"/>
          </a:xfrm>
          <a:prstGeom prst="rect">
            <a:avLst/>
          </a:prstGeom>
          <a:solidFill>
            <a:schemeClr val="tx2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>
            <a:defPPr>
              <a:defRPr lang="pt-BR"/>
            </a:defPPr>
          </a:lstStyle>
          <a:p>
            <a:pPr algn="ctr" rtl="0"/>
            <a:endParaRPr lang="pt-BR" dirty="0"/>
          </a:p>
        </p:txBody>
      </p:sp>
      <p:sp>
        <p:nvSpPr>
          <p:cNvPr id="11" name="Espaço Reservado para Rodapé 29">
            <a:extLst>
              <a:ext uri="{FF2B5EF4-FFF2-40B4-BE49-F238E27FC236}">
                <a16:creationId xmlns:a16="http://schemas.microsoft.com/office/drawing/2014/main" id="{26FD74F8-42BB-4CB4-ABF1-5F149743B464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>
          <a:xfrm>
            <a:off x="642917" y="6309360"/>
            <a:ext cx="3423986" cy="457200"/>
          </a:xfrm>
        </p:spPr>
        <p:txBody>
          <a:bodyPr rtlCol="0"/>
          <a:lstStyle>
            <a:lvl1pPr>
              <a:defRPr lang="pt-BR">
                <a:solidFill>
                  <a:schemeClr val="bg1"/>
                </a:solidFill>
              </a:defRPr>
            </a:lvl1pPr>
          </a:lstStyle>
          <a:p>
            <a:pPr rtl="0"/>
            <a:r>
              <a:rPr lang="pt-BR"/>
              <a:t>Título da Apresentação</a:t>
            </a:r>
            <a:endParaRPr lang="pt-BR" dirty="0">
              <a:solidFill>
                <a:schemeClr val="bg1"/>
              </a:solidFill>
            </a:endParaRPr>
          </a:p>
        </p:txBody>
      </p:sp>
      <p:sp>
        <p:nvSpPr>
          <p:cNvPr id="10" name="Espaço Reservado para Data 28">
            <a:extLst>
              <a:ext uri="{FF2B5EF4-FFF2-40B4-BE49-F238E27FC236}">
                <a16:creationId xmlns:a16="http://schemas.microsoft.com/office/drawing/2014/main" id="{5B031752-6400-4BFB-979F-E2EE795E4B90}"/>
              </a:ext>
            </a:extLst>
          </p:cNvPr>
          <p:cNvSpPr>
            <a:spLocks noGrp="1"/>
          </p:cNvSpPr>
          <p:nvPr>
            <p:ph type="dt" sz="half" idx="10"/>
          </p:nvPr>
        </p:nvSpPr>
        <p:spPr>
          <a:xfrm>
            <a:off x="5373620" y="6309360"/>
            <a:ext cx="3411973" cy="457200"/>
          </a:xfrm>
        </p:spPr>
        <p:txBody>
          <a:bodyPr rtlCol="0"/>
          <a:lstStyle>
            <a:lvl1pPr>
              <a:defRPr lang="pt-BR">
                <a:solidFill>
                  <a:schemeClr val="tx2"/>
                </a:solidFill>
              </a:defRPr>
            </a:lvl1pPr>
          </a:lstStyle>
          <a:p>
            <a:pPr rtl="0"/>
            <a:r>
              <a:rPr lang="pt-BR"/>
              <a:t>8/9/20XX</a:t>
            </a:r>
          </a:p>
        </p:txBody>
      </p:sp>
      <p:sp>
        <p:nvSpPr>
          <p:cNvPr id="12" name="Espaço Reservado para o Número do Slide 30">
            <a:extLst>
              <a:ext uri="{FF2B5EF4-FFF2-40B4-BE49-F238E27FC236}">
                <a16:creationId xmlns:a16="http://schemas.microsoft.com/office/drawing/2014/main" id="{6A5CAEAF-7DEC-4B20-8B1E-301A9D0E684A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>
          <a:xfrm>
            <a:off x="10569202" y="6309360"/>
            <a:ext cx="979879" cy="457200"/>
          </a:xfrm>
        </p:spPr>
        <p:txBody>
          <a:bodyPr rtlCol="0"/>
          <a:lstStyle>
            <a:lvl1pPr>
              <a:defRPr lang="pt-BR" sz="1200" b="0"/>
            </a:lvl1pPr>
          </a:lstStyle>
          <a:p>
            <a:pPr rtl="0"/>
            <a:fld id="{FAEF9944-A4F6-4C59-AEBD-678D6480B8EA}" type="slidenum">
              <a:rPr lang="pt-BR" smtClean="0"/>
              <a:pPr rtl="0"/>
              <a:t>‹nº›</a:t>
            </a:fld>
            <a:endParaRPr lang="pt-BR" dirty="0"/>
          </a:p>
        </p:txBody>
      </p:sp>
      <p:sp>
        <p:nvSpPr>
          <p:cNvPr id="13" name="Retângulo 12">
            <a:extLst>
              <a:ext uri="{FF2B5EF4-FFF2-40B4-BE49-F238E27FC236}">
                <a16:creationId xmlns:a16="http://schemas.microsoft.com/office/drawing/2014/main" id="{70B696A3-EA34-4924-9037-E330B1CB890E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/>
          <p:nvPr userDrawn="1"/>
        </p:nvSpPr>
        <p:spPr>
          <a:xfrm>
            <a:off x="4633798" y="6117631"/>
            <a:ext cx="64008" cy="740368"/>
          </a:xfrm>
          <a:prstGeom prst="rect">
            <a:avLst/>
          </a:prstGeom>
          <a:solidFill>
            <a:schemeClr val="tx2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>
            <a:defPPr>
              <a:defRPr lang="pt-BR"/>
            </a:defPPr>
          </a:lstStyle>
          <a:p>
            <a:pPr algn="ctr" rtl="0"/>
            <a:endParaRPr lang="pt-BR" dirty="0"/>
          </a:p>
        </p:txBody>
      </p:sp>
      <p:sp>
        <p:nvSpPr>
          <p:cNvPr id="4" name="Espaço Reservado para Conteúdo 2">
            <a:extLst>
              <a:ext uri="{FF2B5EF4-FFF2-40B4-BE49-F238E27FC236}">
                <a16:creationId xmlns:a16="http://schemas.microsoft.com/office/drawing/2014/main" id="{2E94D0A7-4358-49BF-96EE-8DEB6F4DCF56}"/>
              </a:ext>
            </a:extLst>
          </p:cNvPr>
          <p:cNvSpPr>
            <a:spLocks noGrp="1"/>
          </p:cNvSpPr>
          <p:nvPr>
            <p:ph sz="quarter" idx="19" hasCustomPrompt="1"/>
          </p:nvPr>
        </p:nvSpPr>
        <p:spPr>
          <a:xfrm>
            <a:off x="4679661" y="1646102"/>
            <a:ext cx="6863403" cy="4160520"/>
          </a:xfrm>
        </p:spPr>
        <p:txBody>
          <a:bodyPr rtlCol="0" anchor="t">
            <a:normAutofit/>
          </a:bodyPr>
          <a:lstStyle>
            <a:lvl1pPr marL="0" indent="0">
              <a:lnSpc>
                <a:spcPct val="125000"/>
              </a:lnSpc>
              <a:spcAft>
                <a:spcPts val="600"/>
              </a:spcAft>
              <a:buNone/>
              <a:defRPr lang="pt-BR" sz="1800" b="0"/>
            </a:lvl1pPr>
            <a:lvl2pPr marL="283464">
              <a:lnSpc>
                <a:spcPct val="125000"/>
              </a:lnSpc>
              <a:spcAft>
                <a:spcPts val="600"/>
              </a:spcAft>
              <a:defRPr lang="pt-BR" sz="1800"/>
            </a:lvl2pPr>
            <a:lvl3pPr marL="566928">
              <a:lnSpc>
                <a:spcPct val="125000"/>
              </a:lnSpc>
              <a:spcAft>
                <a:spcPts val="600"/>
              </a:spcAft>
              <a:defRPr lang="pt-BR" sz="1800"/>
            </a:lvl3pPr>
            <a:lvl4pPr marL="850392">
              <a:lnSpc>
                <a:spcPct val="125000"/>
              </a:lnSpc>
              <a:spcAft>
                <a:spcPts val="600"/>
              </a:spcAft>
              <a:defRPr lang="pt-BR" sz="1800"/>
            </a:lvl4pPr>
            <a:lvl5pPr marL="1133856">
              <a:lnSpc>
                <a:spcPct val="125000"/>
              </a:lnSpc>
              <a:spcAft>
                <a:spcPts val="600"/>
              </a:spcAft>
              <a:defRPr lang="pt-BR" sz="1800"/>
            </a:lvl5pPr>
          </a:lstStyle>
          <a:p>
            <a:pPr lvl="0" rtl="0"/>
            <a:r>
              <a:rPr lang="pt-BR"/>
              <a:t>Clique para adicionar o texto</a:t>
            </a:r>
          </a:p>
          <a:p>
            <a:pPr lvl="1" rtl="0"/>
            <a:r>
              <a:rPr lang="pt-BR"/>
              <a:t>Segundo nível</a:t>
            </a:r>
          </a:p>
          <a:p>
            <a:pPr lvl="2" rtl="0"/>
            <a:r>
              <a:rPr lang="pt-BR"/>
              <a:t>Terceiro nível</a:t>
            </a:r>
          </a:p>
          <a:p>
            <a:pPr lvl="3" rtl="0"/>
            <a:r>
              <a:rPr lang="pt-BR"/>
              <a:t>Quarto nível</a:t>
            </a:r>
          </a:p>
          <a:p>
            <a:pPr lvl="4" rtl="0"/>
            <a:r>
              <a:rPr lang="pt-BR"/>
              <a:t>Quinto nível</a:t>
            </a:r>
          </a:p>
        </p:txBody>
      </p:sp>
    </p:spTree>
    <p:extLst>
      <p:ext uri="{BB962C8B-B14F-4D97-AF65-F5344CB8AC3E}">
        <p14:creationId xmlns:p14="http://schemas.microsoft.com/office/powerpoint/2010/main" val="2877516864"/>
      </p:ext>
    </p:extLst>
  </p:cSld>
  <p:clrMapOvr>
    <a:masterClrMapping/>
  </p:clrMapOvr>
</p:sldLayout>
</file>

<file path=ppt/slideLayouts/slideLayout12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Tabela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 useBgFill="1">
        <p:nvSpPr>
          <p:cNvPr id="6" name="Retângulo 5">
            <a:extLst>
              <a:ext uri="{FF2B5EF4-FFF2-40B4-BE49-F238E27FC236}">
                <a16:creationId xmlns:a16="http://schemas.microsoft.com/office/drawing/2014/main" id="{2DF88512-9E62-4695-B350-39488566A1F7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/>
          <p:nvPr userDrawn="1"/>
        </p:nvSpPr>
        <p:spPr>
          <a:xfrm>
            <a:off x="0" y="0"/>
            <a:ext cx="12192001" cy="6858000"/>
          </a:xfrm>
          <a:prstGeom prst="rect">
            <a:avLst/>
          </a:prstGeom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>
            <a:defPPr>
              <a:defRPr lang="pt-BR"/>
            </a:defPPr>
          </a:lstStyle>
          <a:p>
            <a:pPr algn="ctr" rtl="0"/>
            <a:endParaRPr lang="pt-BR" dirty="0"/>
          </a:p>
        </p:txBody>
      </p:sp>
      <p:sp>
        <p:nvSpPr>
          <p:cNvPr id="7" name="Retângulo 6">
            <a:extLst>
              <a:ext uri="{FF2B5EF4-FFF2-40B4-BE49-F238E27FC236}">
                <a16:creationId xmlns:a16="http://schemas.microsoft.com/office/drawing/2014/main" id="{18CD596D-95F4-4C5C-A0E7-86D747FE70BE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/>
          <p:nvPr userDrawn="1"/>
        </p:nvSpPr>
        <p:spPr>
          <a:xfrm>
            <a:off x="1038768" y="2130218"/>
            <a:ext cx="11153231" cy="4727782"/>
          </a:xfrm>
          <a:prstGeom prst="rect">
            <a:avLst/>
          </a:prstGeom>
          <a:solidFill>
            <a:schemeClr val="bg1">
              <a:alpha val="75000"/>
            </a:schemeClr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>
            <a:defPPr>
              <a:defRPr lang="pt-BR"/>
            </a:defPPr>
          </a:lstStyle>
          <a:p>
            <a:pPr algn="ctr" rtl="0"/>
            <a:endParaRPr lang="pt-BR" dirty="0"/>
          </a:p>
        </p:txBody>
      </p:sp>
      <p:sp>
        <p:nvSpPr>
          <p:cNvPr id="8" name="Retângulo 7">
            <a:extLst>
              <a:ext uri="{FF2B5EF4-FFF2-40B4-BE49-F238E27FC236}">
                <a16:creationId xmlns:a16="http://schemas.microsoft.com/office/drawing/2014/main" id="{67553E9F-DCBF-4BEE-A261-5AA97361A0E0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/>
          <p:nvPr userDrawn="1"/>
        </p:nvSpPr>
        <p:spPr>
          <a:xfrm>
            <a:off x="0" y="896641"/>
            <a:ext cx="12192000" cy="1347716"/>
          </a:xfrm>
          <a:prstGeom prst="rect">
            <a:avLst/>
          </a:prstGeom>
          <a:solidFill>
            <a:schemeClr val="tx2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>
            <a:defPPr>
              <a:defRPr lang="pt-BR"/>
            </a:defPPr>
          </a:lstStyle>
          <a:p>
            <a:pPr algn="ctr" rtl="0"/>
            <a:endParaRPr lang="pt-BR" dirty="0"/>
          </a:p>
        </p:txBody>
      </p:sp>
      <p:sp>
        <p:nvSpPr>
          <p:cNvPr id="9" name="Título 1">
            <a:extLst>
              <a:ext uri="{FF2B5EF4-FFF2-40B4-BE49-F238E27FC236}">
                <a16:creationId xmlns:a16="http://schemas.microsoft.com/office/drawing/2014/main" id="{949B0EB0-AEBA-44ED-BC77-4188C7486144}"/>
              </a:ext>
            </a:extLst>
          </p:cNvPr>
          <p:cNvSpPr>
            <a:spLocks noGrp="1"/>
          </p:cNvSpPr>
          <p:nvPr>
            <p:ph type="title" hasCustomPrompt="1"/>
          </p:nvPr>
        </p:nvSpPr>
        <p:spPr>
          <a:xfrm>
            <a:off x="1535371" y="962423"/>
            <a:ext cx="10013710" cy="1216152"/>
          </a:xfrm>
        </p:spPr>
        <p:txBody>
          <a:bodyPr tIns="182880" rtlCol="0" anchor="ctr" anchorCtr="0">
            <a:noAutofit/>
          </a:bodyPr>
          <a:lstStyle>
            <a:lvl1pPr>
              <a:lnSpc>
                <a:spcPct val="100000"/>
              </a:lnSpc>
              <a:defRPr lang="pt-BR" sz="3200">
                <a:solidFill>
                  <a:schemeClr val="bg1"/>
                </a:solidFill>
              </a:defRPr>
            </a:lvl1pPr>
          </a:lstStyle>
          <a:p>
            <a:pPr rtl="0"/>
            <a:r>
              <a:rPr lang="pt-BR">
                <a:solidFill>
                  <a:schemeClr val="bg1"/>
                </a:solidFill>
              </a:rPr>
              <a:t>Clique para adicionar um título</a:t>
            </a:r>
          </a:p>
        </p:txBody>
      </p:sp>
      <p:sp>
        <p:nvSpPr>
          <p:cNvPr id="4" name="Espaço Reservado para Tabela 3">
            <a:extLst>
              <a:ext uri="{FF2B5EF4-FFF2-40B4-BE49-F238E27FC236}">
                <a16:creationId xmlns:a16="http://schemas.microsoft.com/office/drawing/2014/main" id="{74D0E84D-2B51-9F8D-82CE-C086143DC605}"/>
              </a:ext>
            </a:extLst>
          </p:cNvPr>
          <p:cNvSpPr>
            <a:spLocks noGrp="1"/>
          </p:cNvSpPr>
          <p:nvPr>
            <p:ph type="tbl" sz="quarter" idx="14"/>
          </p:nvPr>
        </p:nvSpPr>
        <p:spPr>
          <a:xfrm>
            <a:off x="1630363" y="2757951"/>
            <a:ext cx="9918700" cy="3387579"/>
          </a:xfrm>
        </p:spPr>
        <p:txBody>
          <a:bodyPr rtlCol="0" anchor="t"/>
          <a:lstStyle>
            <a:lvl1pPr marL="0" indent="0" algn="ctr">
              <a:buNone/>
              <a:defRPr lang="pt-BR"/>
            </a:lvl1pPr>
          </a:lstStyle>
          <a:p>
            <a:pPr rtl="0"/>
            <a:r>
              <a:rPr lang="pt-BR"/>
              <a:t>Clique no ícone para adicionar uma tabela</a:t>
            </a:r>
            <a:endParaRPr lang="pt-BR" dirty="0"/>
          </a:p>
        </p:txBody>
      </p:sp>
      <p:sp>
        <p:nvSpPr>
          <p:cNvPr id="10" name="Retângulo 9">
            <a:extLst>
              <a:ext uri="{FF2B5EF4-FFF2-40B4-BE49-F238E27FC236}">
                <a16:creationId xmlns:a16="http://schemas.microsoft.com/office/drawing/2014/main" id="{7278DD10-67BC-4E87-A788-A45C6093F5F8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/>
          <p:nvPr userDrawn="1"/>
        </p:nvSpPr>
        <p:spPr>
          <a:xfrm>
            <a:off x="-1" y="962423"/>
            <a:ext cx="1006766" cy="1216152"/>
          </a:xfrm>
          <a:prstGeom prst="rect">
            <a:avLst/>
          </a:prstGeom>
          <a:solidFill>
            <a:schemeClr val="accent1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>
            <a:defPPr>
              <a:defRPr lang="pt-BR"/>
            </a:defPPr>
          </a:lstStyle>
          <a:p>
            <a:pPr algn="ctr" rtl="0"/>
            <a:endParaRPr lang="pt-BR" dirty="0"/>
          </a:p>
        </p:txBody>
      </p:sp>
      <p:sp>
        <p:nvSpPr>
          <p:cNvPr id="11" name="Retângulo 10">
            <a:extLst>
              <a:ext uri="{FF2B5EF4-FFF2-40B4-BE49-F238E27FC236}">
                <a16:creationId xmlns:a16="http://schemas.microsoft.com/office/drawing/2014/main" id="{916769F5-486B-4B48-A543-2C70359DF66E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/>
          <p:nvPr userDrawn="1"/>
        </p:nvSpPr>
        <p:spPr>
          <a:xfrm rot="5400000">
            <a:off x="-2390232" y="3396997"/>
            <a:ext cx="6858002" cy="64008"/>
          </a:xfrm>
          <a:prstGeom prst="rect">
            <a:avLst/>
          </a:prstGeom>
          <a:solidFill>
            <a:schemeClr val="tx2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>
            <a:defPPr>
              <a:defRPr lang="pt-BR"/>
            </a:defPPr>
          </a:lstStyle>
          <a:p>
            <a:pPr algn="ctr" rtl="0"/>
            <a:endParaRPr lang="pt-BR" dirty="0"/>
          </a:p>
        </p:txBody>
      </p:sp>
      <p:sp>
        <p:nvSpPr>
          <p:cNvPr id="15" name="Espaço Reservado para Rodapé 4">
            <a:extLst>
              <a:ext uri="{FF2B5EF4-FFF2-40B4-BE49-F238E27FC236}">
                <a16:creationId xmlns:a16="http://schemas.microsoft.com/office/drawing/2014/main" id="{0DB9557B-D9D3-4FA9-2D64-D2F91957D2FC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>
          <a:xfrm>
            <a:off x="1535372" y="6309360"/>
            <a:ext cx="4946592" cy="457200"/>
          </a:xfrm>
        </p:spPr>
        <p:txBody>
          <a:bodyPr rtlCol="0"/>
          <a:lstStyle>
            <a:defPPr>
              <a:defRPr lang="pt-BR"/>
            </a:defPPr>
          </a:lstStyle>
          <a:p>
            <a:pPr rtl="0"/>
            <a:r>
              <a:rPr lang="pt-BR"/>
              <a:t>Título da Apresentação</a:t>
            </a:r>
          </a:p>
        </p:txBody>
      </p:sp>
      <p:sp>
        <p:nvSpPr>
          <p:cNvPr id="16" name="Espaço Reservado para o Número do Slide 5">
            <a:extLst>
              <a:ext uri="{FF2B5EF4-FFF2-40B4-BE49-F238E27FC236}">
                <a16:creationId xmlns:a16="http://schemas.microsoft.com/office/drawing/2014/main" id="{3BC3F5B3-7690-C0DA-4084-5EFE50E8C162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>
          <a:xfrm>
            <a:off x="10569202" y="6309360"/>
            <a:ext cx="979879" cy="457200"/>
          </a:xfrm>
        </p:spPr>
        <p:txBody>
          <a:bodyPr rtlCol="0"/>
          <a:lstStyle>
            <a:lvl1pPr>
              <a:defRPr lang="pt-BR" sz="1200" b="0"/>
            </a:lvl1pPr>
          </a:lstStyle>
          <a:p>
            <a:pPr rtl="0"/>
            <a:fld id="{FAEF9944-A4F6-4C59-AEBD-678D6480B8EA}" type="slidenum">
              <a:rPr lang="pt-BR" smtClean="0"/>
              <a:pPr rtl="0"/>
              <a:t>‹nº›</a:t>
            </a:fld>
            <a:endParaRPr lang="pt-BR" dirty="0"/>
          </a:p>
        </p:txBody>
      </p:sp>
      <p:sp>
        <p:nvSpPr>
          <p:cNvPr id="17" name="Espaço Reservado para Data 3">
            <a:extLst>
              <a:ext uri="{FF2B5EF4-FFF2-40B4-BE49-F238E27FC236}">
                <a16:creationId xmlns:a16="http://schemas.microsoft.com/office/drawing/2014/main" id="{99E56FFE-09D7-3078-C9E8-DFE8CF68AAD5}"/>
              </a:ext>
            </a:extLst>
          </p:cNvPr>
          <p:cNvSpPr>
            <a:spLocks noGrp="1"/>
          </p:cNvSpPr>
          <p:nvPr>
            <p:ph type="dt" sz="half" idx="10"/>
          </p:nvPr>
        </p:nvSpPr>
        <p:spPr>
          <a:xfrm>
            <a:off x="6678168" y="6309360"/>
            <a:ext cx="2148840" cy="457200"/>
          </a:xfrm>
        </p:spPr>
        <p:txBody>
          <a:bodyPr rtlCol="0"/>
          <a:lstStyle>
            <a:lvl1pPr algn="l">
              <a:defRPr lang="pt-BR"/>
            </a:lvl1pPr>
          </a:lstStyle>
          <a:p>
            <a:pPr rtl="0"/>
            <a:r>
              <a:rPr lang="pt-BR"/>
              <a:t>8/9/20XX</a:t>
            </a:r>
          </a:p>
        </p:txBody>
      </p:sp>
    </p:spTree>
    <p:extLst>
      <p:ext uri="{BB962C8B-B14F-4D97-AF65-F5344CB8AC3E}">
        <p14:creationId xmlns:p14="http://schemas.microsoft.com/office/powerpoint/2010/main" val="3684561420"/>
      </p:ext>
    </p:extLst>
  </p:cSld>
  <p:clrMapOvr>
    <a:masterClrMapping/>
  </p:clrMapOvr>
</p:sldLayout>
</file>

<file path=ppt/slideLayouts/slideLayout13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Conteúdo 1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 useBgFill="1">
        <p:nvSpPr>
          <p:cNvPr id="6" name="Retângulo 5">
            <a:extLst>
              <a:ext uri="{FF2B5EF4-FFF2-40B4-BE49-F238E27FC236}">
                <a16:creationId xmlns:a16="http://schemas.microsoft.com/office/drawing/2014/main" id="{23DC2F0A-1748-49AE-AF72-D6BBB4F8FEC3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/>
          <p:nvPr userDrawn="1"/>
        </p:nvSpPr>
        <p:spPr>
          <a:xfrm flipH="1">
            <a:off x="0" y="0"/>
            <a:ext cx="12192001" cy="6858000"/>
          </a:xfrm>
          <a:prstGeom prst="rect">
            <a:avLst/>
          </a:prstGeom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>
            <a:defPPr>
              <a:defRPr lang="pt-BR"/>
            </a:defPPr>
          </a:lstStyle>
          <a:p>
            <a:pPr algn="ctr" rtl="0"/>
            <a:endParaRPr lang="pt-BR" dirty="0"/>
          </a:p>
        </p:txBody>
      </p:sp>
      <p:sp>
        <p:nvSpPr>
          <p:cNvPr id="7" name="Retângulo 6">
            <a:extLst>
              <a:ext uri="{FF2B5EF4-FFF2-40B4-BE49-F238E27FC236}">
                <a16:creationId xmlns:a16="http://schemas.microsoft.com/office/drawing/2014/main" id="{683DF7B1-E0C5-4E09-BB5C-F11EA14D7C95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/>
          <p:nvPr userDrawn="1"/>
        </p:nvSpPr>
        <p:spPr>
          <a:xfrm>
            <a:off x="0" y="866789"/>
            <a:ext cx="6833381" cy="2594215"/>
          </a:xfrm>
          <a:prstGeom prst="rect">
            <a:avLst/>
          </a:prstGeom>
          <a:solidFill>
            <a:schemeClr val="tx2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>
            <a:defPPr>
              <a:defRPr lang="pt-BR"/>
            </a:defPPr>
          </a:lstStyle>
          <a:p>
            <a:pPr algn="ctr" rtl="0"/>
            <a:endParaRPr lang="pt-BR" dirty="0"/>
          </a:p>
        </p:txBody>
      </p:sp>
      <p:sp>
        <p:nvSpPr>
          <p:cNvPr id="8" name="Título 1">
            <a:extLst>
              <a:ext uri="{FF2B5EF4-FFF2-40B4-BE49-F238E27FC236}">
                <a16:creationId xmlns:a16="http://schemas.microsoft.com/office/drawing/2014/main" id="{BBC678EC-E47C-4AC2-A75A-7022CECD0031}"/>
              </a:ext>
            </a:extLst>
          </p:cNvPr>
          <p:cNvSpPr>
            <a:spLocks noGrp="1"/>
          </p:cNvSpPr>
          <p:nvPr>
            <p:ph type="title" hasCustomPrompt="1"/>
          </p:nvPr>
        </p:nvSpPr>
        <p:spPr>
          <a:xfrm>
            <a:off x="1434622" y="848455"/>
            <a:ext cx="5102365" cy="2601914"/>
          </a:xfrm>
        </p:spPr>
        <p:txBody>
          <a:bodyPr tIns="182880" rtlCol="0" anchor="ctr" anchorCtr="0">
            <a:noAutofit/>
          </a:bodyPr>
          <a:lstStyle>
            <a:lvl1pPr>
              <a:lnSpc>
                <a:spcPct val="100000"/>
              </a:lnSpc>
              <a:defRPr lang="pt-BR" sz="3200" cap="all" baseline="0">
                <a:solidFill>
                  <a:schemeClr val="bg1"/>
                </a:solidFill>
              </a:defRPr>
            </a:lvl1pPr>
          </a:lstStyle>
          <a:p>
            <a:pPr rtl="0"/>
            <a:r>
              <a:rPr lang="pt-BR">
                <a:solidFill>
                  <a:schemeClr val="bg1"/>
                </a:solidFill>
              </a:rPr>
              <a:t>CLIQUE PARA ADICIONAR TÍTULO</a:t>
            </a:r>
          </a:p>
        </p:txBody>
      </p:sp>
      <p:sp>
        <p:nvSpPr>
          <p:cNvPr id="9" name="Retângulo 8">
            <a:extLst>
              <a:ext uri="{FF2B5EF4-FFF2-40B4-BE49-F238E27FC236}">
                <a16:creationId xmlns:a16="http://schemas.microsoft.com/office/drawing/2014/main" id="{5E74E69A-5ABD-42DF-A2B0-997A626257D4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/>
          <p:nvPr userDrawn="1"/>
        </p:nvSpPr>
        <p:spPr>
          <a:xfrm>
            <a:off x="-3063" y="920164"/>
            <a:ext cx="1070775" cy="2466197"/>
          </a:xfrm>
          <a:prstGeom prst="rect">
            <a:avLst/>
          </a:prstGeom>
          <a:solidFill>
            <a:schemeClr val="accent1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>
            <a:defPPr>
              <a:defRPr lang="pt-BR"/>
            </a:defPPr>
          </a:lstStyle>
          <a:p>
            <a:pPr algn="ctr" rtl="0"/>
            <a:endParaRPr lang="pt-BR" dirty="0"/>
          </a:p>
        </p:txBody>
      </p:sp>
      <p:sp>
        <p:nvSpPr>
          <p:cNvPr id="10" name="Retângulo 9">
            <a:extLst>
              <a:ext uri="{FF2B5EF4-FFF2-40B4-BE49-F238E27FC236}">
                <a16:creationId xmlns:a16="http://schemas.microsoft.com/office/drawing/2014/main" id="{EC2B6D0A-4A1F-4B59-B429-AD3FABC74F33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/>
          <p:nvPr userDrawn="1"/>
        </p:nvSpPr>
        <p:spPr>
          <a:xfrm rot="5400000">
            <a:off x="-2390232" y="3396997"/>
            <a:ext cx="6858002" cy="64008"/>
          </a:xfrm>
          <a:prstGeom prst="rect">
            <a:avLst/>
          </a:prstGeom>
          <a:solidFill>
            <a:schemeClr val="tx2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>
            <a:defPPr>
              <a:defRPr lang="pt-BR"/>
            </a:defPPr>
          </a:lstStyle>
          <a:p>
            <a:pPr algn="ctr" rtl="0"/>
            <a:endParaRPr lang="pt-BR" dirty="0"/>
          </a:p>
        </p:txBody>
      </p:sp>
      <p:sp>
        <p:nvSpPr>
          <p:cNvPr id="11" name="Retângulo 10">
            <a:extLst>
              <a:ext uri="{FF2B5EF4-FFF2-40B4-BE49-F238E27FC236}">
                <a16:creationId xmlns:a16="http://schemas.microsoft.com/office/drawing/2014/main" id="{32B66529-F6B7-4C1C-8291-8139628DF6C0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/>
          <p:nvPr userDrawn="1"/>
        </p:nvSpPr>
        <p:spPr>
          <a:xfrm>
            <a:off x="0" y="848456"/>
            <a:ext cx="6833382" cy="71706"/>
          </a:xfrm>
          <a:prstGeom prst="rect">
            <a:avLst/>
          </a:prstGeom>
          <a:solidFill>
            <a:schemeClr val="tx2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>
            <a:defPPr>
              <a:defRPr lang="pt-BR"/>
            </a:defPPr>
          </a:lstStyle>
          <a:p>
            <a:pPr algn="ctr" rtl="0"/>
            <a:endParaRPr lang="pt-BR" dirty="0"/>
          </a:p>
        </p:txBody>
      </p:sp>
      <p:sp>
        <p:nvSpPr>
          <p:cNvPr id="14" name="Retângulo 13">
            <a:extLst>
              <a:ext uri="{FF2B5EF4-FFF2-40B4-BE49-F238E27FC236}">
                <a16:creationId xmlns:a16="http://schemas.microsoft.com/office/drawing/2014/main" id="{872245B9-34B5-4F89-8EA6-C018B9D4FA46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/>
          <p:nvPr userDrawn="1"/>
        </p:nvSpPr>
        <p:spPr>
          <a:xfrm>
            <a:off x="6858023" y="3442673"/>
            <a:ext cx="5333977" cy="3415328"/>
          </a:xfrm>
          <a:prstGeom prst="rect">
            <a:avLst/>
          </a:prstGeom>
          <a:solidFill>
            <a:schemeClr val="bg1">
              <a:alpha val="75000"/>
            </a:schemeClr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>
            <a:defPPr>
              <a:defRPr lang="pt-BR"/>
            </a:defPPr>
          </a:lstStyle>
          <a:p>
            <a:pPr algn="ctr" rtl="0"/>
            <a:endParaRPr lang="pt-BR" dirty="0"/>
          </a:p>
        </p:txBody>
      </p:sp>
      <p:sp>
        <p:nvSpPr>
          <p:cNvPr id="15" name="Retângulo 14">
            <a:extLst>
              <a:ext uri="{FF2B5EF4-FFF2-40B4-BE49-F238E27FC236}">
                <a16:creationId xmlns:a16="http://schemas.microsoft.com/office/drawing/2014/main" id="{690814BE-76E8-43EC-9616-A1F02F053AD5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/>
          <p:nvPr userDrawn="1"/>
        </p:nvSpPr>
        <p:spPr>
          <a:xfrm>
            <a:off x="0" y="3396996"/>
            <a:ext cx="12192001" cy="64008"/>
          </a:xfrm>
          <a:prstGeom prst="rect">
            <a:avLst/>
          </a:prstGeom>
          <a:solidFill>
            <a:schemeClr val="tx2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>
            <a:defPPr>
              <a:defRPr lang="pt-BR"/>
            </a:defPPr>
          </a:lstStyle>
          <a:p>
            <a:pPr algn="ctr" rtl="0"/>
            <a:endParaRPr lang="pt-BR" dirty="0"/>
          </a:p>
        </p:txBody>
      </p:sp>
      <p:sp>
        <p:nvSpPr>
          <p:cNvPr id="16" name="Espaço Reservado para Conteúdo 2">
            <a:extLst>
              <a:ext uri="{FF2B5EF4-FFF2-40B4-BE49-F238E27FC236}">
                <a16:creationId xmlns:a16="http://schemas.microsoft.com/office/drawing/2014/main" id="{F8AAA0A6-9D4B-4AA2-82F0-77E5ECF4B647}"/>
              </a:ext>
            </a:extLst>
          </p:cNvPr>
          <p:cNvSpPr>
            <a:spLocks noGrp="1"/>
          </p:cNvSpPr>
          <p:nvPr>
            <p:ph idx="1" hasCustomPrompt="1"/>
          </p:nvPr>
        </p:nvSpPr>
        <p:spPr>
          <a:xfrm>
            <a:off x="7386762" y="3928342"/>
            <a:ext cx="4162319" cy="2285000"/>
          </a:xfrm>
        </p:spPr>
        <p:txBody>
          <a:bodyPr rtlCol="0" anchor="ctr">
            <a:normAutofit/>
          </a:bodyPr>
          <a:lstStyle>
            <a:lvl1pPr marL="0" indent="0">
              <a:lnSpc>
                <a:spcPct val="100000"/>
              </a:lnSpc>
              <a:spcAft>
                <a:spcPts val="600"/>
              </a:spcAft>
              <a:buNone/>
              <a:defRPr lang="pt-BR" sz="1800" b="0"/>
            </a:lvl1pPr>
          </a:lstStyle>
          <a:p>
            <a:pPr rtl="0"/>
            <a:r>
              <a:rPr lang="pt-BR"/>
              <a:t>Clique para adicionar o texto</a:t>
            </a:r>
          </a:p>
        </p:txBody>
      </p:sp>
      <p:sp>
        <p:nvSpPr>
          <p:cNvPr id="17" name="Espaço Reservado para Rodapé 12">
            <a:extLst>
              <a:ext uri="{FF2B5EF4-FFF2-40B4-BE49-F238E27FC236}">
                <a16:creationId xmlns:a16="http://schemas.microsoft.com/office/drawing/2014/main" id="{8E3FFD99-95F0-47A4-8642-FB9FECEC4F37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>
          <a:xfrm>
            <a:off x="1525917" y="6309360"/>
            <a:ext cx="4946592" cy="457200"/>
          </a:xfrm>
        </p:spPr>
        <p:txBody>
          <a:bodyPr rtlCol="0"/>
          <a:lstStyle>
            <a:lvl1pPr>
              <a:defRPr lang="pt-BR" sz="1200" kern="1200" spc="150" baseline="0" dirty="0">
                <a:solidFill>
                  <a:schemeClr val="tx1">
                    <a:lumMod val="75000"/>
                    <a:lumOff val="25000"/>
                  </a:schemeClr>
                </a:solidFill>
                <a:latin typeface="+mj-lt"/>
                <a:ea typeface="+mn-ea"/>
                <a:cs typeface="+mn-cs"/>
              </a:defRPr>
            </a:lvl1pPr>
          </a:lstStyle>
          <a:p>
            <a:pPr rtl="0"/>
            <a:r>
              <a:rPr lang="pt-BR"/>
              <a:t>Título da Apresentação</a:t>
            </a:r>
          </a:p>
        </p:txBody>
      </p:sp>
      <p:sp>
        <p:nvSpPr>
          <p:cNvPr id="18" name="Retângulo 17">
            <a:extLst>
              <a:ext uri="{FF2B5EF4-FFF2-40B4-BE49-F238E27FC236}">
                <a16:creationId xmlns:a16="http://schemas.microsoft.com/office/drawing/2014/main" id="{94727536-E532-4015-A178-0ABB6B09C661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/>
          <p:nvPr userDrawn="1"/>
        </p:nvSpPr>
        <p:spPr>
          <a:xfrm rot="5400000">
            <a:off x="3398931" y="3396997"/>
            <a:ext cx="6858002" cy="64008"/>
          </a:xfrm>
          <a:prstGeom prst="rect">
            <a:avLst/>
          </a:prstGeom>
          <a:solidFill>
            <a:schemeClr val="tx2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>
            <a:defPPr>
              <a:defRPr lang="pt-BR"/>
            </a:defPPr>
          </a:lstStyle>
          <a:p>
            <a:pPr algn="ctr" rtl="0"/>
            <a:endParaRPr lang="pt-BR" dirty="0"/>
          </a:p>
        </p:txBody>
      </p:sp>
      <p:sp>
        <p:nvSpPr>
          <p:cNvPr id="19" name="Espaço Reservado para Data 11">
            <a:extLst>
              <a:ext uri="{FF2B5EF4-FFF2-40B4-BE49-F238E27FC236}">
                <a16:creationId xmlns:a16="http://schemas.microsoft.com/office/drawing/2014/main" id="{22977876-C29D-4D32-9948-303465AEC312}"/>
              </a:ext>
            </a:extLst>
          </p:cNvPr>
          <p:cNvSpPr>
            <a:spLocks noGrp="1"/>
          </p:cNvSpPr>
          <p:nvPr>
            <p:ph type="dt" sz="half" idx="10"/>
          </p:nvPr>
        </p:nvSpPr>
        <p:spPr>
          <a:xfrm>
            <a:off x="7377730" y="6309360"/>
            <a:ext cx="2736329" cy="457200"/>
          </a:xfrm>
        </p:spPr>
        <p:txBody>
          <a:bodyPr rtlCol="0"/>
          <a:lstStyle>
            <a:defPPr>
              <a:defRPr lang="pt-BR"/>
            </a:defPPr>
          </a:lstStyle>
          <a:p>
            <a:pPr rtl="0"/>
            <a:r>
              <a:rPr lang="pt-BR"/>
              <a:t>8/9/20XX</a:t>
            </a:r>
          </a:p>
        </p:txBody>
      </p:sp>
      <p:sp>
        <p:nvSpPr>
          <p:cNvPr id="20" name="Espaço Reservado para o Número do Slide 15">
            <a:extLst>
              <a:ext uri="{FF2B5EF4-FFF2-40B4-BE49-F238E27FC236}">
                <a16:creationId xmlns:a16="http://schemas.microsoft.com/office/drawing/2014/main" id="{6A7BC11E-2EF0-4989-9A7E-7AB377DB8534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>
          <a:xfrm>
            <a:off x="10569202" y="6309360"/>
            <a:ext cx="979879" cy="457200"/>
          </a:xfrm>
        </p:spPr>
        <p:txBody>
          <a:bodyPr rtlCol="0"/>
          <a:lstStyle>
            <a:lvl1pPr>
              <a:defRPr lang="pt-BR" sz="1200" b="0"/>
            </a:lvl1pPr>
          </a:lstStyle>
          <a:p>
            <a:pPr rtl="0"/>
            <a:fld id="{FAEF9944-A4F6-4C59-AEBD-678D6480B8EA}" type="slidenum">
              <a:rPr lang="pt-BR" smtClean="0"/>
              <a:pPr rtl="0"/>
              <a:t>‹nº›</a:t>
            </a:fld>
            <a:endParaRPr lang="pt-BR" dirty="0"/>
          </a:p>
        </p:txBody>
      </p:sp>
      <p:sp>
        <p:nvSpPr>
          <p:cNvPr id="2" name="Retângulo 1">
            <a:extLst>
              <a:ext uri="{FF2B5EF4-FFF2-40B4-BE49-F238E27FC236}">
                <a16:creationId xmlns:a16="http://schemas.microsoft.com/office/drawing/2014/main" id="{50557ABF-B75C-BD78-1A04-E483A57A9491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/>
          <p:nvPr userDrawn="1"/>
        </p:nvSpPr>
        <p:spPr>
          <a:xfrm>
            <a:off x="1067712" y="0"/>
            <a:ext cx="5728216" cy="845521"/>
          </a:xfrm>
          <a:prstGeom prst="rect">
            <a:avLst/>
          </a:prstGeom>
          <a:solidFill>
            <a:schemeClr val="bg1"/>
          </a:solid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>
            <a:defPPr>
              <a:defRPr lang="pt-BR"/>
            </a:defPPr>
          </a:lstStyle>
          <a:p>
            <a:pPr algn="ctr" rtl="0"/>
            <a:endParaRPr lang="pt-BR" dirty="0"/>
          </a:p>
        </p:txBody>
      </p:sp>
    </p:spTree>
    <p:extLst>
      <p:ext uri="{BB962C8B-B14F-4D97-AF65-F5344CB8AC3E}">
        <p14:creationId xmlns:p14="http://schemas.microsoft.com/office/powerpoint/2010/main" val="4219767057"/>
      </p:ext>
    </p:extLst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8.xml"/><Relationship Id="rId13" Type="http://schemas.openxmlformats.org/officeDocument/2006/relationships/slideLayout" Target="../slideLayouts/slideLayout13.xml"/><Relationship Id="rId3" Type="http://schemas.openxmlformats.org/officeDocument/2006/relationships/slideLayout" Target="../slideLayouts/slideLayout3.xml"/><Relationship Id="rId7" Type="http://schemas.openxmlformats.org/officeDocument/2006/relationships/slideLayout" Target="../slideLayouts/slideLayout7.xml"/><Relationship Id="rId12" Type="http://schemas.openxmlformats.org/officeDocument/2006/relationships/slideLayout" Target="../slideLayouts/slideLayout12.xml"/><Relationship Id="rId2" Type="http://schemas.openxmlformats.org/officeDocument/2006/relationships/slideLayout" Target="../slideLayouts/slideLayout2.xml"/><Relationship Id="rId1" Type="http://schemas.openxmlformats.org/officeDocument/2006/relationships/slideLayout" Target="../slideLayouts/slideLayout1.xml"/><Relationship Id="rId6" Type="http://schemas.openxmlformats.org/officeDocument/2006/relationships/slideLayout" Target="../slideLayouts/slideLayout6.xml"/><Relationship Id="rId11" Type="http://schemas.openxmlformats.org/officeDocument/2006/relationships/slideLayout" Target="../slideLayouts/slideLayout11.xml"/><Relationship Id="rId5" Type="http://schemas.openxmlformats.org/officeDocument/2006/relationships/slideLayout" Target="../slideLayouts/slideLayout5.xml"/><Relationship Id="rId10" Type="http://schemas.openxmlformats.org/officeDocument/2006/relationships/slideLayout" Target="../slideLayouts/slideLayout10.xml"/><Relationship Id="rId4" Type="http://schemas.openxmlformats.org/officeDocument/2006/relationships/slideLayout" Target="../slideLayouts/slideLayout4.xml"/><Relationship Id="rId9" Type="http://schemas.openxmlformats.org/officeDocument/2006/relationships/slideLayout" Target="../slideLayouts/slideLayout9.xml"/><Relationship Id="rId14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bg2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" name="Retângulo 6">
            <a:extLst>
              <a:ext uri="{FF2B5EF4-FFF2-40B4-BE49-F238E27FC236}">
                <a16:creationId xmlns:a16="http://schemas.microsoft.com/office/drawing/2014/main" id="{0786F82F-1B47-46ED-8EAE-53EF71E59E9A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/>
          <p:nvPr/>
        </p:nvSpPr>
        <p:spPr>
          <a:xfrm>
            <a:off x="4718302" y="0"/>
            <a:ext cx="7473698" cy="6858000"/>
          </a:xfrm>
          <a:prstGeom prst="rect">
            <a:avLst/>
          </a:prstGeom>
          <a:solidFill>
            <a:schemeClr val="bg1">
              <a:alpha val="75000"/>
            </a:schemeClr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>
            <a:defPPr>
              <a:defRPr lang="pt-BR"/>
            </a:defPPr>
          </a:lstStyle>
          <a:p>
            <a:pPr algn="ctr" rtl="0"/>
            <a:endParaRPr lang="pt-BR" dirty="0"/>
          </a:p>
        </p:txBody>
      </p:sp>
      <p:sp>
        <p:nvSpPr>
          <p:cNvPr id="2" name="Espaço Reservado para Título 1"/>
          <p:cNvSpPr>
            <a:spLocks noGrp="1"/>
          </p:cNvSpPr>
          <p:nvPr>
            <p:ph type="title"/>
          </p:nvPr>
        </p:nvSpPr>
        <p:spPr>
          <a:xfrm>
            <a:off x="642918" y="705113"/>
            <a:ext cx="3411973" cy="5197498"/>
          </a:xfrm>
          <a:prstGeom prst="rect">
            <a:avLst/>
          </a:prstGeom>
        </p:spPr>
        <p:txBody>
          <a:bodyPr vert="horz" lIns="109728" tIns="109728" rIns="109728" bIns="91440" rtlCol="0" anchor="ctr">
            <a:normAutofit/>
          </a:bodyPr>
          <a:lstStyle>
            <a:defPPr>
              <a:defRPr lang="pt-BR"/>
            </a:defPPr>
          </a:lstStyle>
          <a:p>
            <a:pPr rtl="0"/>
            <a:r>
              <a:rPr lang="pt-BR"/>
              <a:t>Clique para editar o estilo de título Mestre</a:t>
            </a:r>
            <a:endParaRPr lang="pt-BR" dirty="0"/>
          </a:p>
        </p:txBody>
      </p:sp>
      <p:sp>
        <p:nvSpPr>
          <p:cNvPr id="3" name="Espaço Reservado para Texto 2"/>
          <p:cNvSpPr>
            <a:spLocks noGrp="1"/>
          </p:cNvSpPr>
          <p:nvPr>
            <p:ph type="body" idx="1"/>
          </p:nvPr>
        </p:nvSpPr>
        <p:spPr>
          <a:xfrm>
            <a:off x="5376671" y="705113"/>
            <a:ext cx="6172412" cy="5197497"/>
          </a:xfrm>
          <a:prstGeom prst="rect">
            <a:avLst/>
          </a:prstGeom>
        </p:spPr>
        <p:txBody>
          <a:bodyPr vert="horz" lIns="109728" tIns="109728" rIns="109728" bIns="91440" rtlCol="0" anchor="ctr">
            <a:normAutofit/>
          </a:bodyPr>
          <a:lstStyle>
            <a:defPPr>
              <a:defRPr lang="pt-BR"/>
            </a:defPPr>
          </a:lstStyle>
          <a:p>
            <a:pPr lvl="0" rtl="0"/>
            <a:r>
              <a:rPr lang="pt-BR"/>
              <a:t>Clique para editar o texto Mestre</a:t>
            </a:r>
          </a:p>
          <a:p>
            <a:pPr lvl="1" rtl="0"/>
            <a:r>
              <a:rPr lang="pt-BR"/>
              <a:t>Segundo nível</a:t>
            </a:r>
          </a:p>
          <a:p>
            <a:pPr lvl="2" rtl="0"/>
            <a:r>
              <a:rPr lang="pt-BR"/>
              <a:t>Terceiro nível</a:t>
            </a:r>
          </a:p>
          <a:p>
            <a:pPr lvl="3" rtl="0"/>
            <a:r>
              <a:rPr lang="pt-BR"/>
              <a:t>Quarto nível</a:t>
            </a:r>
          </a:p>
          <a:p>
            <a:pPr lvl="4" rtl="0"/>
            <a:r>
              <a:rPr lang="pt-BR"/>
              <a:t>Quinto nível</a:t>
            </a:r>
            <a:endParaRPr lang="pt-BR" dirty="0"/>
          </a:p>
        </p:txBody>
      </p:sp>
      <p:sp>
        <p:nvSpPr>
          <p:cNvPr id="4" name="Espaço Reservado para Data 3"/>
          <p:cNvSpPr>
            <a:spLocks noGrp="1"/>
          </p:cNvSpPr>
          <p:nvPr>
            <p:ph type="dt" sz="half" idx="2"/>
          </p:nvPr>
        </p:nvSpPr>
        <p:spPr>
          <a:xfrm>
            <a:off x="5376671" y="6309360"/>
            <a:ext cx="4549612" cy="457200"/>
          </a:xfrm>
          <a:prstGeom prst="rect">
            <a:avLst/>
          </a:prstGeom>
        </p:spPr>
        <p:txBody>
          <a:bodyPr vert="horz" lIns="109728" tIns="109728" rIns="109728" bIns="91440" rtlCol="0" anchor="ctr"/>
          <a:lstStyle>
            <a:lvl1pPr algn="l">
              <a:defRPr lang="pt-BR" sz="1200" spc="150" baseline="0">
                <a:solidFill>
                  <a:schemeClr val="tx1">
                    <a:lumMod val="75000"/>
                    <a:lumOff val="25000"/>
                  </a:schemeClr>
                </a:solidFill>
                <a:latin typeface="+mj-lt"/>
              </a:defRPr>
            </a:lvl1pPr>
          </a:lstStyle>
          <a:p>
            <a:pPr rtl="0"/>
            <a:r>
              <a:rPr lang="pt-BR"/>
              <a:t>8/9/20XX</a:t>
            </a:r>
          </a:p>
        </p:txBody>
      </p:sp>
      <p:sp>
        <p:nvSpPr>
          <p:cNvPr id="5" name="Espaço Reservado para Rodapé 4"/>
          <p:cNvSpPr>
            <a:spLocks noGrp="1"/>
          </p:cNvSpPr>
          <p:nvPr>
            <p:ph type="ftr" sz="quarter" idx="3"/>
          </p:nvPr>
        </p:nvSpPr>
        <p:spPr>
          <a:xfrm>
            <a:off x="642918" y="6309360"/>
            <a:ext cx="3411973" cy="457200"/>
          </a:xfrm>
          <a:prstGeom prst="rect">
            <a:avLst/>
          </a:prstGeom>
        </p:spPr>
        <p:txBody>
          <a:bodyPr vert="horz" lIns="109728" tIns="109728" rIns="109728" bIns="91440" rtlCol="0" anchor="ctr"/>
          <a:lstStyle>
            <a:lvl1pPr algn="l">
              <a:defRPr lang="pt-BR" sz="1200" spc="150" baseline="0">
                <a:solidFill>
                  <a:schemeClr val="tx1">
                    <a:lumMod val="75000"/>
                    <a:lumOff val="25000"/>
                  </a:schemeClr>
                </a:solidFill>
                <a:latin typeface="+mj-lt"/>
              </a:defRPr>
            </a:lvl1pPr>
          </a:lstStyle>
          <a:p>
            <a:pPr rtl="0"/>
            <a:r>
              <a:rPr lang="pt-BR"/>
              <a:t>Título da Apresentação</a:t>
            </a:r>
          </a:p>
        </p:txBody>
      </p:sp>
      <p:sp>
        <p:nvSpPr>
          <p:cNvPr id="6" name="Espaço Reservado para o Número do Slide 5"/>
          <p:cNvSpPr>
            <a:spLocks noGrp="1"/>
          </p:cNvSpPr>
          <p:nvPr>
            <p:ph type="sldNum" sz="quarter" idx="4"/>
          </p:nvPr>
        </p:nvSpPr>
        <p:spPr>
          <a:xfrm>
            <a:off x="10569202" y="6309360"/>
            <a:ext cx="979879" cy="457200"/>
          </a:xfrm>
          <a:prstGeom prst="rect">
            <a:avLst/>
          </a:prstGeom>
        </p:spPr>
        <p:txBody>
          <a:bodyPr vert="horz" lIns="109728" tIns="109728" rIns="109728" bIns="91440" rtlCol="0" anchor="b"/>
          <a:lstStyle>
            <a:lvl1pPr algn="r">
              <a:defRPr lang="pt-BR" sz="1600" b="1" spc="150" baseline="0">
                <a:solidFill>
                  <a:schemeClr val="tx1">
                    <a:lumMod val="75000"/>
                    <a:lumOff val="25000"/>
                  </a:schemeClr>
                </a:solidFill>
                <a:latin typeface="+mj-lt"/>
              </a:defRPr>
            </a:lvl1pPr>
          </a:lstStyle>
          <a:p>
            <a:pPr rtl="0"/>
            <a:fld id="{FAEF9944-A4F6-4C59-AEBD-678D6480B8EA}" type="slidenum">
              <a:rPr lang="pt-BR" smtClean="0"/>
              <a:pPr rtl="0"/>
              <a:t>‹nº›</a:t>
            </a:fld>
            <a:endParaRPr lang="pt-BR" dirty="0"/>
          </a:p>
        </p:txBody>
      </p:sp>
      <p:sp>
        <p:nvSpPr>
          <p:cNvPr id="21" name="Retângulo 20">
            <a:extLst>
              <a:ext uri="{FF2B5EF4-FFF2-40B4-BE49-F238E27FC236}">
                <a16:creationId xmlns:a16="http://schemas.microsoft.com/office/drawing/2014/main" id="{EF1BAF6F-6275-4646-9C59-331B29B9550F}"/>
              </a:ext>
            </a:extLst>
          </p:cNvPr>
          <p:cNvSpPr/>
          <p:nvPr/>
        </p:nvSpPr>
        <p:spPr>
          <a:xfrm rot="5400000">
            <a:off x="1257298" y="3396997"/>
            <a:ext cx="6858002" cy="64008"/>
          </a:xfrm>
          <a:prstGeom prst="rect">
            <a:avLst/>
          </a:prstGeom>
          <a:solidFill>
            <a:schemeClr val="tx2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>
            <a:defPPr>
              <a:defRPr lang="pt-BR"/>
            </a:defPPr>
          </a:lstStyle>
          <a:p>
            <a:pPr algn="ctr" rtl="0"/>
            <a:endParaRPr lang="pt-BR" dirty="0"/>
          </a:p>
        </p:txBody>
      </p:sp>
    </p:spTree>
    <p:extLst>
      <p:ext uri="{BB962C8B-B14F-4D97-AF65-F5344CB8AC3E}">
        <p14:creationId xmlns:p14="http://schemas.microsoft.com/office/powerpoint/2010/main" val="2201293271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82" r:id="rId1"/>
    <p:sldLayoutId id="2147483662" r:id="rId2"/>
    <p:sldLayoutId id="2147483681" r:id="rId3"/>
    <p:sldLayoutId id="2147483664" r:id="rId4"/>
    <p:sldLayoutId id="2147483678" r:id="rId5"/>
    <p:sldLayoutId id="2147483661" r:id="rId6"/>
    <p:sldLayoutId id="2147483676" r:id="rId7"/>
    <p:sldLayoutId id="2147483677" r:id="rId8"/>
    <p:sldLayoutId id="2147483679" r:id="rId9"/>
    <p:sldLayoutId id="2147483685" r:id="rId10"/>
    <p:sldLayoutId id="2147483675" r:id="rId11"/>
    <p:sldLayoutId id="2147483666" r:id="rId12"/>
    <p:sldLayoutId id="2147483674" r:id="rId13"/>
  </p:sldLayoutIdLst>
  <p:hf sldNum="0" hdr="0" ftr="0" dt="0"/>
  <p:txStyles>
    <p:titleStyle>
      <a:lvl1pPr algn="l" defTabSz="914400" rtl="0" eaLnBrk="1" latinLnBrk="0" hangingPunct="1">
        <a:lnSpc>
          <a:spcPct val="150000"/>
        </a:lnSpc>
        <a:spcBef>
          <a:spcPct val="0"/>
        </a:spcBef>
        <a:buNone/>
        <a:defRPr lang="pt-BR" sz="3200" b="1" kern="1200" spc="150" baseline="0">
          <a:solidFill>
            <a:schemeClr val="tx1">
              <a:lumMod val="75000"/>
              <a:lumOff val="25000"/>
            </a:schemeClr>
          </a:solidFill>
          <a:latin typeface="+mj-lt"/>
          <a:ea typeface="+mj-ea"/>
          <a:cs typeface="+mj-cs"/>
        </a:defRPr>
      </a:lvl1pPr>
    </p:titleStyle>
    <p:bodyStyle>
      <a:lvl1pPr marL="283464" indent="-285750" algn="l" defTabSz="914400" rtl="0" eaLnBrk="1" latinLnBrk="0" hangingPunct="1">
        <a:lnSpc>
          <a:spcPct val="140000"/>
        </a:lnSpc>
        <a:spcBef>
          <a:spcPts val="930"/>
        </a:spcBef>
        <a:buFont typeface="Wingdings" panose="05000000000000000000" pitchFamily="2" charset="2"/>
        <a:buChar char="§"/>
        <a:defRPr lang="pt-BR" sz="1800" b="1" kern="1200" spc="150" baseline="0">
          <a:solidFill>
            <a:schemeClr val="tx1">
              <a:lumMod val="75000"/>
              <a:lumOff val="25000"/>
            </a:schemeClr>
          </a:solidFill>
          <a:latin typeface="+mn-lt"/>
          <a:ea typeface="+mn-ea"/>
          <a:cs typeface="+mn-cs"/>
        </a:defRPr>
      </a:lvl1pPr>
      <a:lvl2pPr marL="566928" indent="-285750" algn="l" defTabSz="914400" rtl="0" eaLnBrk="1" latinLnBrk="0" hangingPunct="1">
        <a:lnSpc>
          <a:spcPct val="140000"/>
        </a:lnSpc>
        <a:spcBef>
          <a:spcPts val="930"/>
        </a:spcBef>
        <a:buFont typeface="Wingdings" panose="05000000000000000000" pitchFamily="2" charset="2"/>
        <a:buChar char="§"/>
        <a:defRPr lang="pt-BR" sz="1600" i="0" kern="1200" spc="150" baseline="0">
          <a:solidFill>
            <a:schemeClr val="tx1">
              <a:lumMod val="75000"/>
              <a:lumOff val="25000"/>
            </a:schemeClr>
          </a:solidFill>
          <a:latin typeface="+mn-lt"/>
          <a:ea typeface="+mn-ea"/>
          <a:cs typeface="+mn-cs"/>
        </a:defRPr>
      </a:lvl2pPr>
      <a:lvl3pPr marL="850392" indent="-283464" algn="l" defTabSz="914400" rtl="0" eaLnBrk="1" latinLnBrk="0" hangingPunct="1">
        <a:lnSpc>
          <a:spcPct val="100000"/>
        </a:lnSpc>
        <a:spcBef>
          <a:spcPts val="930"/>
        </a:spcBef>
        <a:buFont typeface="Wingdings" panose="05000000000000000000" pitchFamily="2" charset="2"/>
        <a:buChar char="§"/>
        <a:defRPr lang="pt-BR" sz="1400" i="0" kern="1200" spc="150" baseline="0">
          <a:solidFill>
            <a:schemeClr val="tx1">
              <a:lumMod val="75000"/>
              <a:lumOff val="25000"/>
            </a:schemeClr>
          </a:solidFill>
          <a:latin typeface="+mn-lt"/>
          <a:ea typeface="+mn-ea"/>
          <a:cs typeface="+mn-cs"/>
        </a:defRPr>
      </a:lvl3pPr>
      <a:lvl4pPr marL="1133856" indent="-283464" algn="l" defTabSz="914400" rtl="0" eaLnBrk="1" latinLnBrk="0" hangingPunct="1">
        <a:lnSpc>
          <a:spcPct val="140000"/>
        </a:lnSpc>
        <a:spcBef>
          <a:spcPts val="930"/>
        </a:spcBef>
        <a:buFont typeface="Wingdings" panose="05000000000000000000" pitchFamily="2" charset="2"/>
        <a:buChar char="§"/>
        <a:defRPr lang="pt-BR" sz="1400" i="0" kern="1200" spc="150" baseline="0">
          <a:solidFill>
            <a:schemeClr val="tx1">
              <a:lumMod val="75000"/>
              <a:lumOff val="25000"/>
            </a:schemeClr>
          </a:solidFill>
          <a:latin typeface="+mn-lt"/>
          <a:ea typeface="+mn-ea"/>
          <a:cs typeface="+mn-cs"/>
        </a:defRPr>
      </a:lvl4pPr>
      <a:lvl5pPr marL="1417320" indent="-283464" algn="l" defTabSz="914400" rtl="0" eaLnBrk="1" latinLnBrk="0" hangingPunct="1">
        <a:lnSpc>
          <a:spcPct val="140000"/>
        </a:lnSpc>
        <a:spcBef>
          <a:spcPts val="930"/>
        </a:spcBef>
        <a:buFont typeface="Wingdings" panose="05000000000000000000" pitchFamily="2" charset="2"/>
        <a:buChar char="§"/>
        <a:defRPr lang="pt-BR" sz="1400" i="0" kern="1200" spc="150" baseline="0">
          <a:solidFill>
            <a:schemeClr val="tx1">
              <a:lumMod val="75000"/>
              <a:lumOff val="25000"/>
            </a:schemeClr>
          </a:solidFill>
          <a:latin typeface="+mn-lt"/>
          <a:ea typeface="+mn-ea"/>
          <a:cs typeface="+mn-cs"/>
        </a:defRPr>
      </a:lvl5pPr>
      <a:lvl6pPr marL="1920240" indent="-320040" algn="l" defTabSz="914400" rtl="0" eaLnBrk="1" latinLnBrk="0" hangingPunct="1">
        <a:lnSpc>
          <a:spcPct val="111000"/>
        </a:lnSpc>
        <a:spcBef>
          <a:spcPts val="930"/>
        </a:spcBef>
        <a:buFont typeface="Corbel" panose="020B0503020204020204" pitchFamily="34" charset="0"/>
        <a:buChar char="–"/>
        <a:defRPr lang="pt-BR" sz="1400" kern="1200">
          <a:solidFill>
            <a:schemeClr val="accent1">
              <a:lumMod val="75000"/>
            </a:schemeClr>
          </a:solidFill>
          <a:latin typeface="+mn-lt"/>
          <a:ea typeface="+mn-ea"/>
          <a:cs typeface="+mn-cs"/>
        </a:defRPr>
      </a:lvl6pPr>
      <a:lvl7pPr marL="2240280" indent="-320040" algn="l" defTabSz="914400" rtl="0" eaLnBrk="1" latinLnBrk="0" hangingPunct="1">
        <a:lnSpc>
          <a:spcPct val="111000"/>
        </a:lnSpc>
        <a:spcBef>
          <a:spcPts val="930"/>
        </a:spcBef>
        <a:buFont typeface="Corbel" panose="020B0503020204020204" pitchFamily="34" charset="0"/>
        <a:buChar char="–"/>
        <a:defRPr lang="pt-BR" sz="1400" i="1" kern="1200">
          <a:solidFill>
            <a:schemeClr val="accent1">
              <a:lumMod val="75000"/>
            </a:schemeClr>
          </a:solidFill>
          <a:latin typeface="+mn-lt"/>
          <a:ea typeface="+mn-ea"/>
          <a:cs typeface="+mn-cs"/>
        </a:defRPr>
      </a:lvl7pPr>
      <a:lvl8pPr marL="2560320" indent="-320040" algn="l" defTabSz="914400" rtl="0" eaLnBrk="1" latinLnBrk="0" hangingPunct="1">
        <a:lnSpc>
          <a:spcPct val="111000"/>
        </a:lnSpc>
        <a:spcBef>
          <a:spcPts val="930"/>
        </a:spcBef>
        <a:buFont typeface="Corbel" panose="020B0503020204020204" pitchFamily="34" charset="0"/>
        <a:buChar char="–"/>
        <a:defRPr lang="pt-BR" sz="1400" kern="1200">
          <a:solidFill>
            <a:schemeClr val="accent1">
              <a:lumMod val="75000"/>
            </a:schemeClr>
          </a:solidFill>
          <a:latin typeface="+mn-lt"/>
          <a:ea typeface="+mn-ea"/>
          <a:cs typeface="+mn-cs"/>
        </a:defRPr>
      </a:lvl8pPr>
      <a:lvl9pPr marL="2880360" indent="-320040" algn="l" defTabSz="914400" rtl="0" eaLnBrk="1" latinLnBrk="0" hangingPunct="1">
        <a:lnSpc>
          <a:spcPct val="111000"/>
        </a:lnSpc>
        <a:spcBef>
          <a:spcPts val="930"/>
        </a:spcBef>
        <a:buFont typeface="Corbel" panose="020B0503020204020204" pitchFamily="34" charset="0"/>
        <a:buChar char="–"/>
        <a:defRPr lang="pt-BR" sz="1400" i="1" kern="1200">
          <a:solidFill>
            <a:schemeClr val="accent1">
              <a:lumMod val="75000"/>
            </a:schemeClr>
          </a:solidFill>
          <a:latin typeface="+mn-lt"/>
          <a:ea typeface="+mn-ea"/>
          <a:cs typeface="+mn-cs"/>
        </a:defRPr>
      </a:lvl9pPr>
    </p:bodyStyle>
    <p:otherStyle>
      <a:defPPr>
        <a:defRPr lang="pt-BR"/>
      </a:defPPr>
      <a:lvl1pPr marL="0" algn="l" defTabSz="914400" rtl="0" eaLnBrk="1" latinLnBrk="0" hangingPunct="1">
        <a:defRPr lang="pt-BR"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lang="pt-BR"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lang="pt-BR"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lang="pt-BR"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lang="pt-BR"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lang="pt-BR"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lang="pt-BR"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lang="pt-BR"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lang="pt-BR"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  <p:extLst>
    <p:ext uri="{27BBF7A9-308A-43DC-89C8-2F10F3537804}">
      <p15:sldGuideLst xmlns:p15="http://schemas.microsoft.com/office/powerpoint/2012/main">
        <p15:guide id="1" pos="1848">
          <p15:clr>
            <a:srgbClr val="F26B43"/>
          </p15:clr>
        </p15:guide>
        <p15:guide id="2" orient="horz" pos="3960">
          <p15:clr>
            <a:srgbClr val="F26B43"/>
          </p15:clr>
        </p15:guide>
        <p15:guide id="3" orient="horz" pos="1536">
          <p15:clr>
            <a:srgbClr val="F26B43"/>
          </p15:clr>
        </p15:guide>
        <p15:guide id="4" orient="horz" pos="3840">
          <p15:clr>
            <a:srgbClr val="F26B43"/>
          </p15:clr>
        </p15:guide>
        <p15:guide id="5" pos="4416">
          <p15:clr>
            <a:srgbClr val="F26B43"/>
          </p15:clr>
        </p15:guide>
        <p15:guide id="6" pos="4800">
          <p15:clr>
            <a:srgbClr val="F26B43"/>
          </p15:clr>
        </p15:guide>
        <p15:guide id="7" orient="horz" pos="360">
          <p15:clr>
            <a:srgbClr val="F26B43"/>
          </p15:clr>
        </p15:guide>
        <p15:guide id="8" pos="7368">
          <p15:clr>
            <a:srgbClr val="F26B43"/>
          </p15:clr>
        </p15:guide>
        <p15:guide id="9" pos="240">
          <p15:clr>
            <a:srgbClr val="F26B43"/>
          </p15:clr>
        </p15:guide>
      </p15:sldGuideLst>
    </p:ext>
  </p:extLst>
</p:sldMaster>
</file>

<file path=ppt/slides/_rels/slide1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.xml"/><Relationship Id="rId1" Type="http://schemas.openxmlformats.org/officeDocument/2006/relationships/slideLayout" Target="../slideLayouts/slideLayout1.xml"/></Relationships>
</file>

<file path=ppt/slides/_rels/slide2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2.xml"/><Relationship Id="rId1" Type="http://schemas.openxmlformats.org/officeDocument/2006/relationships/slideLayout" Target="../slideLayouts/slideLayout2.xml"/></Relationships>
</file>

<file path=ppt/slides/_rels/slide3.xml.rels><?xml version="1.0" encoding="UTF-8" standalone="yes"?>
<Relationships xmlns="http://schemas.openxmlformats.org/package/2006/relationships"><Relationship Id="rId3" Type="http://schemas.openxmlformats.org/officeDocument/2006/relationships/image" Target="../media/image1.jpeg"/><Relationship Id="rId2" Type="http://schemas.openxmlformats.org/officeDocument/2006/relationships/notesSlide" Target="../notesSlides/notesSlide3.xml"/><Relationship Id="rId1" Type="http://schemas.openxmlformats.org/officeDocument/2006/relationships/slideLayout" Target="../slideLayouts/slideLayout3.xml"/></Relationships>
</file>

<file path=ppt/slides/_rels/slide4.xml.rels><?xml version="1.0" encoding="UTF-8" standalone="yes"?>
<Relationships xmlns="http://schemas.openxmlformats.org/package/2006/relationships"><Relationship Id="rId3" Type="http://schemas.openxmlformats.org/officeDocument/2006/relationships/image" Target="../media/image2.jpeg"/><Relationship Id="rId2" Type="http://schemas.openxmlformats.org/officeDocument/2006/relationships/notesSlide" Target="../notesSlides/notesSlide4.xml"/><Relationship Id="rId1" Type="http://schemas.openxmlformats.org/officeDocument/2006/relationships/slideLayout" Target="../slideLayouts/slideLayout4.xml"/></Relationships>
</file>

<file path=ppt/slides/_rels/slide5.xml.rels><?xml version="1.0" encoding="UTF-8" standalone="yes"?>
<Relationships xmlns="http://schemas.openxmlformats.org/package/2006/relationships"><Relationship Id="rId3" Type="http://schemas.openxmlformats.org/officeDocument/2006/relationships/image" Target="../media/image3.jpeg"/><Relationship Id="rId2" Type="http://schemas.openxmlformats.org/officeDocument/2006/relationships/notesSlide" Target="../notesSlides/notesSlide5.xml"/><Relationship Id="rId1" Type="http://schemas.openxmlformats.org/officeDocument/2006/relationships/slideLayout" Target="../slideLayouts/slideLayout5.xml"/></Relationships>
</file>

<file path=ppt/slides/_rels/slide6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6.xml"/><Relationship Id="rId1" Type="http://schemas.openxmlformats.org/officeDocument/2006/relationships/slideLayout" Target="../slideLayouts/slideLayout6.xml"/></Relationships>
</file>

<file path=ppt/slides/_rels/slide7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7.xml"/><Relationship Id="rId1" Type="http://schemas.openxmlformats.org/officeDocument/2006/relationships/slideLayout" Target="../slideLayouts/slideLayout7.xml"/></Relationships>
</file>

<file path=ppt/slides/_rels/slide8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8.xml"/><Relationship Id="rId1" Type="http://schemas.openxmlformats.org/officeDocument/2006/relationships/slideLayout" Target="../slideLayouts/slideLayout8.xml"/></Relationships>
</file>

<file path=ppt/slides/_rels/slide9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9.xml"/><Relationship Id="rId1" Type="http://schemas.openxmlformats.org/officeDocument/2006/relationships/slideLayout" Target="../slideLayouts/slideLayout9.xml"/></Relationships>
</file>

<file path=ppt/slides/_rels/slide10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0.xml"/><Relationship Id="rId1" Type="http://schemas.openxmlformats.org/officeDocument/2006/relationships/slideLayout" Target="../slideLayouts/slideLayout10.xml"/></Relationships>
</file>

<file path=ppt/slides/_rels/slide11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1.xml"/><Relationship Id="rId1" Type="http://schemas.openxmlformats.org/officeDocument/2006/relationships/slideLayout" Target="../slideLayouts/slideLayout11.xml"/></Relationships>
</file>

<file path=ppt/slides/_rels/slide12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2.xml"/><Relationship Id="rId1" Type="http://schemas.openxmlformats.org/officeDocument/2006/relationships/slideLayout" Target="../slideLayouts/slideLayout12.xml"/></Relationships>
</file>

<file path=ppt/slides/_rels/slide13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3.xml"/><Relationship Id="rId1" Type="http://schemas.openxmlformats.org/officeDocument/2006/relationships/slideLayout" Target="../slideLayouts/slideLayout13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bg2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" name="Título 6">
            <a:extLst>
              <a:ext uri="{FF2B5EF4-FFF2-40B4-BE49-F238E27FC236}">
                <a16:creationId xmlns:a16="http://schemas.microsoft.com/office/drawing/2014/main" id="{0814B6A3-5F3E-4909-8ED5-87FE82492264}"/>
              </a:ext>
            </a:extLst>
          </p:cNvPr>
          <p:cNvSpPr>
            <a:spLocks noGrp="1"/>
          </p:cNvSpPr>
          <p:nvPr>
            <p:ph type="ctrTitle"/>
          </p:nvPr>
        </p:nvSpPr>
        <p:spPr>
          <a:xfrm>
            <a:off x="1386629" y="825687"/>
            <a:ext cx="9643772" cy="5201730"/>
          </a:xfrm>
        </p:spPr>
        <p:txBody>
          <a:bodyPr vert="horz" lIns="109728" tIns="109728" rIns="109728" bIns="91440" rtlCol="0" anchor="ctr">
            <a:normAutofit/>
          </a:bodyPr>
          <a:lstStyle>
            <a:defPPr>
              <a:defRPr lang="pt-BR"/>
            </a:defPPr>
          </a:lstStyle>
          <a:p>
            <a:pPr rtl="0"/>
            <a:r>
              <a:rPr lang="pt-BR"/>
              <a:t>Apresentação básica</a:t>
            </a:r>
          </a:p>
        </p:txBody>
      </p:sp>
    </p:spTree>
    <p:extLst>
      <p:ext uri="{BB962C8B-B14F-4D97-AF65-F5344CB8AC3E}">
        <p14:creationId xmlns:p14="http://schemas.microsoft.com/office/powerpoint/2010/main" val="2323907241"/>
      </p:ext>
    </p:extLst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Título 3">
            <a:extLst>
              <a:ext uri="{FF2B5EF4-FFF2-40B4-BE49-F238E27FC236}">
                <a16:creationId xmlns:a16="http://schemas.microsoft.com/office/drawing/2014/main" id="{FFDE6B89-9484-4E50-8387-C55E031D8549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787178" y="1361923"/>
            <a:ext cx="6623040" cy="1421898"/>
          </a:xfrm>
        </p:spPr>
        <p:txBody>
          <a:bodyPr rtlCol="0">
            <a:normAutofit/>
          </a:bodyPr>
          <a:lstStyle>
            <a:defPPr>
              <a:defRPr lang="pt-BR"/>
            </a:defPPr>
          </a:lstStyle>
          <a:p>
            <a:pPr rtl="0"/>
            <a:r>
              <a:rPr lang="pt-BR"/>
              <a:t>Agenda</a:t>
            </a:r>
          </a:p>
        </p:txBody>
      </p:sp>
      <p:sp>
        <p:nvSpPr>
          <p:cNvPr id="5" name="Espaço Reservado para Conteúdo 4">
            <a:extLst>
              <a:ext uri="{FF2B5EF4-FFF2-40B4-BE49-F238E27FC236}">
                <a16:creationId xmlns:a16="http://schemas.microsoft.com/office/drawing/2014/main" id="{30EB58E2-A9A0-481A-8B5B-381B836CE40B}"/>
              </a:ext>
            </a:extLst>
          </p:cNvPr>
          <p:cNvSpPr>
            <a:spLocks noGrp="1"/>
          </p:cNvSpPr>
          <p:nvPr>
            <p:ph sz="quarter" idx="14"/>
          </p:nvPr>
        </p:nvSpPr>
        <p:spPr>
          <a:xfrm>
            <a:off x="787399" y="2916772"/>
            <a:ext cx="6622819" cy="2852639"/>
          </a:xfrm>
        </p:spPr>
        <p:txBody>
          <a:bodyPr rtlCol="0">
            <a:normAutofit/>
          </a:bodyPr>
          <a:lstStyle>
            <a:defPPr>
              <a:defRPr lang="pt-BR"/>
            </a:defPPr>
          </a:lstStyle>
          <a:p>
            <a:pPr rtl="0"/>
            <a:r>
              <a:rPr lang="pt-BR"/>
              <a:t>Introdução</a:t>
            </a:r>
          </a:p>
          <a:p>
            <a:pPr rtl="0"/>
            <a:r>
              <a:rPr lang="pt-BR"/>
              <a:t>Criando confiança</a:t>
            </a:r>
          </a:p>
          <a:p>
            <a:pPr rtl="0"/>
            <a:r>
              <a:rPr lang="pt-BR"/>
              <a:t>Envolvendo o público</a:t>
            </a:r>
          </a:p>
          <a:p>
            <a:pPr rtl="0"/>
            <a:r>
              <a:rPr lang="pt-BR"/>
              <a:t>Recursos visuais</a:t>
            </a:r>
          </a:p>
          <a:p>
            <a:pPr rtl="0"/>
            <a:r>
              <a:rPr lang="pt-BR"/>
              <a:t>Dicas e conclusões finais</a:t>
            </a:r>
          </a:p>
        </p:txBody>
      </p:sp>
    </p:spTree>
    <p:extLst>
      <p:ext uri="{BB962C8B-B14F-4D97-AF65-F5344CB8AC3E}">
        <p14:creationId xmlns:p14="http://schemas.microsoft.com/office/powerpoint/2010/main" val="3318299500"/>
      </p:ext>
    </p:extLst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bg2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" name="Título 6">
            <a:extLst>
              <a:ext uri="{FF2B5EF4-FFF2-40B4-BE49-F238E27FC236}">
                <a16:creationId xmlns:a16="http://schemas.microsoft.com/office/drawing/2014/main" id="{0814B6A3-5F3E-4909-8ED5-87FE82492264}"/>
              </a:ext>
            </a:extLst>
          </p:cNvPr>
          <p:cNvSpPr>
            <a:spLocks noGrp="1"/>
          </p:cNvSpPr>
          <p:nvPr>
            <p:ph type="ctrTitle"/>
          </p:nvPr>
        </p:nvSpPr>
        <p:spPr>
          <a:xfrm>
            <a:off x="1386630" y="825687"/>
            <a:ext cx="5957384" cy="3741551"/>
          </a:xfrm>
        </p:spPr>
        <p:txBody>
          <a:bodyPr vert="horz" lIns="109728" tIns="109728" rIns="109728" bIns="91440" rtlCol="0" anchor="ctr">
            <a:normAutofit/>
          </a:bodyPr>
          <a:lstStyle>
            <a:defPPr>
              <a:defRPr lang="pt-BR"/>
            </a:defPPr>
          </a:lstStyle>
          <a:p>
            <a:pPr rtl="0"/>
            <a:r>
              <a:rPr lang="pt-BR" dirty="0"/>
              <a:t>O poder da </a:t>
            </a:r>
            <a:br>
              <a:rPr lang="pt-BR" dirty="0"/>
            </a:br>
            <a:r>
              <a:rPr lang="pt-BR" dirty="0"/>
              <a:t>comunicação</a:t>
            </a:r>
          </a:p>
        </p:txBody>
      </p:sp>
      <p:pic>
        <p:nvPicPr>
          <p:cNvPr id="41" name="Espaço Reservado para Imagem 40" descr="Uma sala grande com paredes de vidro&#10;">
            <a:extLst>
              <a:ext uri="{FF2B5EF4-FFF2-40B4-BE49-F238E27FC236}">
                <a16:creationId xmlns:a16="http://schemas.microsoft.com/office/drawing/2014/main" id="{9FB4A3D7-302B-4FAB-B9BD-5F75A796AC7C}"/>
              </a:ext>
            </a:extLst>
          </p:cNvPr>
          <p:cNvPicPr>
            <a:picLocks noGrp="1" noChangeAspect="1"/>
          </p:cNvPicPr>
          <p:nvPr>
            <p:ph type="pic" sz="quarter" idx="13"/>
          </p:nvPr>
        </p:nvPicPr>
        <p:blipFill rotWithShape="1">
          <a:blip r:embed="rId3" cstate="screen">
            <a:extLst>
              <a:ext uri="{28A0092B-C50C-407E-A947-70E740481C1C}">
                <a14:useLocalDpi xmlns:a14="http://schemas.microsoft.com/office/drawing/2010/main"/>
              </a:ext>
            </a:extLst>
          </a:blip>
          <a:srcRect l="7980" r="7980"/>
          <a:stretch/>
        </p:blipFill>
        <p:spPr>
          <a:xfrm>
            <a:off x="7710836" y="-2"/>
            <a:ext cx="4481164" cy="6858002"/>
          </a:xfrm>
        </p:spPr>
      </p:pic>
    </p:spTree>
    <p:extLst>
      <p:ext uri="{BB962C8B-B14F-4D97-AF65-F5344CB8AC3E}">
        <p14:creationId xmlns:p14="http://schemas.microsoft.com/office/powerpoint/2010/main" val="2916022834"/>
      </p:ext>
    </p:extLst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4" name="Título 13">
            <a:extLst>
              <a:ext uri="{FF2B5EF4-FFF2-40B4-BE49-F238E27FC236}">
                <a16:creationId xmlns:a16="http://schemas.microsoft.com/office/drawing/2014/main" id="{331CEB84-49DC-40A9-B2F0-D573658AE999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6757416" y="1316736"/>
            <a:ext cx="5120640" cy="3392424"/>
          </a:xfrm>
        </p:spPr>
        <p:txBody>
          <a:bodyPr rtlCol="0"/>
          <a:lstStyle>
            <a:defPPr>
              <a:defRPr lang="pt-BR"/>
            </a:defPPr>
          </a:lstStyle>
          <a:p>
            <a:pPr rtl="0"/>
            <a:r>
              <a:rPr lang="pt-BR"/>
              <a:t>Superando o nervosismo</a:t>
            </a:r>
          </a:p>
        </p:txBody>
      </p:sp>
      <p:sp>
        <p:nvSpPr>
          <p:cNvPr id="15" name="Subtítulo 14">
            <a:extLst>
              <a:ext uri="{FF2B5EF4-FFF2-40B4-BE49-F238E27FC236}">
                <a16:creationId xmlns:a16="http://schemas.microsoft.com/office/drawing/2014/main" id="{B7886DF7-FA3D-4AD1-AEC1-578EA3AC8C7D}"/>
              </a:ext>
            </a:extLst>
          </p:cNvPr>
          <p:cNvSpPr>
            <a:spLocks noGrp="1"/>
          </p:cNvSpPr>
          <p:nvPr>
            <p:ph type="subTitle" idx="1"/>
          </p:nvPr>
        </p:nvSpPr>
        <p:spPr>
          <a:xfrm>
            <a:off x="6749828" y="4816366"/>
            <a:ext cx="5125300" cy="1068929"/>
          </a:xfrm>
        </p:spPr>
        <p:txBody>
          <a:bodyPr rtlCol="0"/>
          <a:lstStyle>
            <a:defPPr>
              <a:defRPr lang="pt-BR"/>
            </a:defPPr>
          </a:lstStyle>
          <a:p>
            <a:pPr rtl="0"/>
            <a:r>
              <a:rPr lang="pt-BR"/>
              <a:t>Estratégias de desenvolvimento de confiança</a:t>
            </a:r>
          </a:p>
        </p:txBody>
      </p:sp>
      <p:pic>
        <p:nvPicPr>
          <p:cNvPr id="5" name="Espaço Reservado para Imagem 4" descr="Pessoas no meio de uma sala circular ">
            <a:extLst>
              <a:ext uri="{FF2B5EF4-FFF2-40B4-BE49-F238E27FC236}">
                <a16:creationId xmlns:a16="http://schemas.microsoft.com/office/drawing/2014/main" id="{0CEB905B-7FDD-4B1A-96BF-B5A081A25FC8}"/>
              </a:ext>
            </a:extLst>
          </p:cNvPr>
          <p:cNvPicPr>
            <a:picLocks noGrp="1" noChangeAspect="1"/>
          </p:cNvPicPr>
          <p:nvPr>
            <p:ph type="pic" sz="quarter" idx="13"/>
          </p:nvPr>
        </p:nvPicPr>
        <p:blipFill rotWithShape="1">
          <a:blip r:embed="rId3" cstate="screen">
            <a:extLst>
              <a:ext uri="{28A0092B-C50C-407E-A947-70E740481C1C}">
                <a14:useLocalDpi xmlns:a14="http://schemas.microsoft.com/office/drawing/2010/main"/>
              </a:ext>
            </a:extLst>
          </a:blip>
          <a:srcRect l="7618" r="7618"/>
          <a:stretch/>
        </p:blipFill>
        <p:spPr>
          <a:xfrm>
            <a:off x="-6099" y="1095509"/>
            <a:ext cx="6391656" cy="5016892"/>
          </a:xfrm>
        </p:spPr>
      </p:pic>
    </p:spTree>
    <p:extLst>
      <p:ext uri="{BB962C8B-B14F-4D97-AF65-F5344CB8AC3E}">
        <p14:creationId xmlns:p14="http://schemas.microsoft.com/office/powerpoint/2010/main" val="2779792646"/>
      </p:ext>
    </p:extLst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ítulo 1">
            <a:extLst>
              <a:ext uri="{FF2B5EF4-FFF2-40B4-BE49-F238E27FC236}">
                <a16:creationId xmlns:a16="http://schemas.microsoft.com/office/drawing/2014/main" id="{7FAB65A9-1ACB-EE49-7672-A927F8F3463B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5141023" y="167463"/>
            <a:ext cx="6408058" cy="1580890"/>
          </a:xfrm>
        </p:spPr>
        <p:txBody>
          <a:bodyPr rtlCol="0"/>
          <a:lstStyle>
            <a:defPPr>
              <a:defRPr lang="pt-BR"/>
            </a:defPPr>
          </a:lstStyle>
          <a:p>
            <a:pPr rtl="0"/>
            <a:r>
              <a:rPr lang="pt-BR"/>
              <a:t>Envolvendo a audiência</a:t>
            </a:r>
          </a:p>
        </p:txBody>
      </p:sp>
      <p:pic>
        <p:nvPicPr>
          <p:cNvPr id="9" name="Espaço Reservado para Conteúdo 8" descr="Pessoa sozinha em um escritório">
            <a:extLst>
              <a:ext uri="{FF2B5EF4-FFF2-40B4-BE49-F238E27FC236}">
                <a16:creationId xmlns:a16="http://schemas.microsoft.com/office/drawing/2014/main" id="{2C6BF86C-38BB-3B7E-9F36-9166C538BD1D}"/>
              </a:ext>
            </a:extLst>
          </p:cNvPr>
          <p:cNvPicPr>
            <a:picLocks noGrp="1" noChangeAspect="1"/>
          </p:cNvPicPr>
          <p:nvPr>
            <p:ph sz="quarter" idx="16"/>
          </p:nvPr>
        </p:nvPicPr>
        <p:blipFill>
          <a:blip r:embed="rId3" cstate="screen">
            <a:extLst>
              <a:ext uri="{28A0092B-C50C-407E-A947-70E740481C1C}">
                <a14:useLocalDpi xmlns:a14="http://schemas.microsoft.com/office/drawing/2010/main"/>
              </a:ext>
            </a:extLst>
          </a:blip>
          <a:srcRect/>
          <a:stretch/>
        </p:blipFill>
        <p:spPr>
          <a:xfrm>
            <a:off x="0" y="1038"/>
            <a:ext cx="4613275" cy="6855923"/>
          </a:xfrm>
        </p:spPr>
      </p:pic>
      <p:sp>
        <p:nvSpPr>
          <p:cNvPr id="6" name="Espaço Reservado para Conteúdo 5">
            <a:extLst>
              <a:ext uri="{FF2B5EF4-FFF2-40B4-BE49-F238E27FC236}">
                <a16:creationId xmlns:a16="http://schemas.microsoft.com/office/drawing/2014/main" id="{2BBAABBD-8A7F-A90C-3E5F-9B47E6255AA6}"/>
              </a:ext>
            </a:extLst>
          </p:cNvPr>
          <p:cNvSpPr>
            <a:spLocks noGrp="1"/>
          </p:cNvSpPr>
          <p:nvPr>
            <p:ph sz="quarter" idx="15"/>
          </p:nvPr>
        </p:nvSpPr>
        <p:spPr>
          <a:xfrm>
            <a:off x="5140405" y="1959427"/>
            <a:ext cx="6408665" cy="4161653"/>
          </a:xfrm>
        </p:spPr>
        <p:txBody>
          <a:bodyPr rtlCol="0">
            <a:normAutofit lnSpcReduction="10000"/>
          </a:bodyPr>
          <a:lstStyle>
            <a:defPPr>
              <a:defRPr lang="pt-BR"/>
            </a:defPPr>
          </a:lstStyle>
          <a:p>
            <a:pPr rtl="0"/>
            <a:r>
              <a:rPr lang="pt-BR" dirty="0"/>
              <a:t>Faça contato visual com a audiência para criar uma sensação de intimidade e envolvimento</a:t>
            </a:r>
          </a:p>
          <a:p>
            <a:pPr rtl="0"/>
            <a:r>
              <a:rPr lang="pt-BR" dirty="0"/>
              <a:t>Inclua histórias que possam ser relacionadas em sua apresentação usando narrativas que tornem sua mensagem memorável e impactante</a:t>
            </a:r>
          </a:p>
          <a:p>
            <a:pPr rtl="0"/>
            <a:r>
              <a:rPr lang="pt-BR" dirty="0"/>
              <a:t>Incentive perguntas e forneça respostas cuidadosas para aprimorar a participação do público</a:t>
            </a:r>
          </a:p>
          <a:p>
            <a:pPr rtl="0"/>
            <a:r>
              <a:rPr lang="pt-BR" dirty="0"/>
              <a:t>Use votações ou pesquisas ao vivo para coletar opiniões do público, promovendo o envolvimento e garantindo que o público se sinta envolvido</a:t>
            </a:r>
          </a:p>
        </p:txBody>
      </p:sp>
    </p:spTree>
    <p:extLst>
      <p:ext uri="{BB962C8B-B14F-4D97-AF65-F5344CB8AC3E}">
        <p14:creationId xmlns:p14="http://schemas.microsoft.com/office/powerpoint/2010/main" val="1170108823"/>
      </p:ext>
    </p:extLst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bg2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" name="Título 6">
            <a:extLst>
              <a:ext uri="{FF2B5EF4-FFF2-40B4-BE49-F238E27FC236}">
                <a16:creationId xmlns:a16="http://schemas.microsoft.com/office/drawing/2014/main" id="{0814B6A3-5F3E-4909-8ED5-87FE82492264}"/>
              </a:ext>
            </a:extLst>
          </p:cNvPr>
          <p:cNvSpPr>
            <a:spLocks noGrp="1"/>
          </p:cNvSpPr>
          <p:nvPr>
            <p:ph type="ctrTitle"/>
          </p:nvPr>
        </p:nvSpPr>
        <p:spPr>
          <a:xfrm>
            <a:off x="1386628" y="1034477"/>
            <a:ext cx="9380431" cy="2614551"/>
          </a:xfrm>
        </p:spPr>
        <p:txBody>
          <a:bodyPr vert="horz" lIns="109728" tIns="109728" rIns="109728" bIns="91440" rtlCol="0" anchor="b">
            <a:normAutofit/>
          </a:bodyPr>
          <a:lstStyle>
            <a:defPPr>
              <a:defRPr lang="pt-BR"/>
            </a:defPPr>
          </a:lstStyle>
          <a:p>
            <a:pPr rtl="0"/>
            <a:r>
              <a:rPr lang="pt-BR"/>
              <a:t>Seleção de recursos visuais</a:t>
            </a:r>
          </a:p>
        </p:txBody>
      </p:sp>
      <p:sp>
        <p:nvSpPr>
          <p:cNvPr id="6" name="Espaço Reservado para Texto 5">
            <a:extLst>
              <a:ext uri="{FF2B5EF4-FFF2-40B4-BE49-F238E27FC236}">
                <a16:creationId xmlns:a16="http://schemas.microsoft.com/office/drawing/2014/main" id="{7C94F61A-46C1-B831-7EC4-687DF1C757C5}"/>
              </a:ext>
            </a:extLst>
          </p:cNvPr>
          <p:cNvSpPr>
            <a:spLocks noGrp="1"/>
          </p:cNvSpPr>
          <p:nvPr>
            <p:ph type="body" sz="quarter" idx="10"/>
          </p:nvPr>
        </p:nvSpPr>
        <p:spPr>
          <a:xfrm>
            <a:off x="1386177" y="3649028"/>
            <a:ext cx="9380431" cy="2164715"/>
          </a:xfrm>
        </p:spPr>
        <p:txBody>
          <a:bodyPr rtlCol="0"/>
          <a:lstStyle>
            <a:defPPr>
              <a:defRPr lang="pt-BR"/>
            </a:defPPr>
          </a:lstStyle>
          <a:p>
            <a:pPr rtl="0"/>
            <a:r>
              <a:rPr lang="pt-BR"/>
              <a:t>Aprimorando sua apresentação</a:t>
            </a:r>
          </a:p>
        </p:txBody>
      </p:sp>
    </p:spTree>
    <p:extLst>
      <p:ext uri="{BB962C8B-B14F-4D97-AF65-F5344CB8AC3E}">
        <p14:creationId xmlns:p14="http://schemas.microsoft.com/office/powerpoint/2010/main" val="3111549375"/>
      </p:ext>
    </p:extLst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ítulo 1">
            <a:extLst>
              <a:ext uri="{FF2B5EF4-FFF2-40B4-BE49-F238E27FC236}">
                <a16:creationId xmlns:a16="http://schemas.microsoft.com/office/drawing/2014/main" id="{E2D30E0F-10C6-298A-C347-E831FFF4ECB8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1535372" y="4873752"/>
            <a:ext cx="10013709" cy="1033272"/>
          </a:xfrm>
        </p:spPr>
        <p:txBody>
          <a:bodyPr rtlCol="0"/>
          <a:lstStyle>
            <a:defPPr>
              <a:defRPr lang="pt-BR"/>
            </a:defPPr>
          </a:lstStyle>
          <a:p>
            <a:pPr rtl="0"/>
            <a:r>
              <a:rPr lang="pt-BR"/>
              <a:t>Técnicas eficazes de entrega</a:t>
            </a:r>
          </a:p>
        </p:txBody>
      </p:sp>
      <p:sp>
        <p:nvSpPr>
          <p:cNvPr id="3" name="Espaço Reservado para Conteúdo 2">
            <a:extLst>
              <a:ext uri="{FF2B5EF4-FFF2-40B4-BE49-F238E27FC236}">
                <a16:creationId xmlns:a16="http://schemas.microsoft.com/office/drawing/2014/main" id="{41191CC7-9CF2-71F0-1AD4-791EA9CBAD97}"/>
              </a:ext>
            </a:extLst>
          </p:cNvPr>
          <p:cNvSpPr>
            <a:spLocks noGrp="1"/>
          </p:cNvSpPr>
          <p:nvPr>
            <p:ph sz="quarter" idx="18"/>
          </p:nvPr>
        </p:nvSpPr>
        <p:spPr>
          <a:xfrm>
            <a:off x="1543050" y="501650"/>
            <a:ext cx="4752975" cy="3719513"/>
          </a:xfrm>
        </p:spPr>
        <p:txBody>
          <a:bodyPr rtlCol="0">
            <a:normAutofit lnSpcReduction="10000"/>
          </a:bodyPr>
          <a:lstStyle>
            <a:defPPr>
              <a:defRPr lang="pt-BR"/>
            </a:defPPr>
          </a:lstStyle>
          <a:p>
            <a:pPr rtl="0"/>
            <a:r>
              <a:rPr lang="pt-BR" dirty="0"/>
              <a:t>A modulação de voz é uma ferramenta poderosa na fala pública. Envolve variação de timbre, tom e volume para transmitir emoção, enfatizar pontos e manter o interesse:</a:t>
            </a:r>
          </a:p>
          <a:p>
            <a:pPr lvl="1" rtl="0"/>
            <a:r>
              <a:rPr lang="pt-BR" dirty="0"/>
              <a:t>Variação do tom</a:t>
            </a:r>
          </a:p>
          <a:p>
            <a:pPr lvl="1" rtl="0"/>
            <a:r>
              <a:rPr lang="pt-BR" dirty="0"/>
              <a:t>Inflexão do tom</a:t>
            </a:r>
          </a:p>
          <a:p>
            <a:pPr lvl="1" rtl="0"/>
            <a:r>
              <a:rPr lang="pt-BR" dirty="0"/>
              <a:t>Controle de volume</a:t>
            </a:r>
          </a:p>
        </p:txBody>
      </p:sp>
      <p:sp>
        <p:nvSpPr>
          <p:cNvPr id="4" name="Espaço Reservado para Conteúdo 3">
            <a:extLst>
              <a:ext uri="{FF2B5EF4-FFF2-40B4-BE49-F238E27FC236}">
                <a16:creationId xmlns:a16="http://schemas.microsoft.com/office/drawing/2014/main" id="{4B1BF1AC-C624-2AD2-DA0F-335AB7BA2CA8}"/>
              </a:ext>
            </a:extLst>
          </p:cNvPr>
          <p:cNvSpPr>
            <a:spLocks noGrp="1"/>
          </p:cNvSpPr>
          <p:nvPr>
            <p:ph sz="quarter" idx="19"/>
          </p:nvPr>
        </p:nvSpPr>
        <p:spPr>
          <a:xfrm>
            <a:off x="6965950" y="501650"/>
            <a:ext cx="4754563" cy="3719513"/>
          </a:xfrm>
        </p:spPr>
        <p:txBody>
          <a:bodyPr rtlCol="0"/>
          <a:lstStyle>
            <a:defPPr>
              <a:defRPr lang="pt-BR"/>
            </a:defPPr>
          </a:lstStyle>
          <a:p>
            <a:pPr rtl="0"/>
            <a:r>
              <a:rPr lang="pt-BR" dirty="0"/>
              <a:t>Uma linguagem corporal eficaz aprimora sua mensagem, tornando-a mais impactante e memorável:</a:t>
            </a:r>
          </a:p>
          <a:p>
            <a:pPr lvl="1" rtl="0"/>
            <a:r>
              <a:rPr lang="pt-BR" dirty="0"/>
              <a:t>Contato visual significativo</a:t>
            </a:r>
          </a:p>
          <a:p>
            <a:pPr lvl="1" rtl="0"/>
            <a:r>
              <a:rPr lang="pt-BR" dirty="0"/>
              <a:t>Gestos intencionais</a:t>
            </a:r>
          </a:p>
          <a:p>
            <a:pPr lvl="1" rtl="0"/>
            <a:r>
              <a:rPr lang="pt-BR" dirty="0"/>
              <a:t>Manter uma boa postura</a:t>
            </a:r>
          </a:p>
          <a:p>
            <a:pPr lvl="1" rtl="0"/>
            <a:r>
              <a:rPr lang="pt-BR" dirty="0"/>
              <a:t>Controle suas expressões</a:t>
            </a:r>
          </a:p>
        </p:txBody>
      </p:sp>
    </p:spTree>
    <p:extLst>
      <p:ext uri="{BB962C8B-B14F-4D97-AF65-F5344CB8AC3E}">
        <p14:creationId xmlns:p14="http://schemas.microsoft.com/office/powerpoint/2010/main" val="1230700268"/>
      </p:ext>
    </p:extLst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ítulo 1">
            <a:extLst>
              <a:ext uri="{FF2B5EF4-FFF2-40B4-BE49-F238E27FC236}">
                <a16:creationId xmlns:a16="http://schemas.microsoft.com/office/drawing/2014/main" id="{E2D30E0F-10C6-298A-C347-E831FFF4ECB8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1535371" y="962423"/>
            <a:ext cx="10013710" cy="1216152"/>
          </a:xfrm>
        </p:spPr>
        <p:txBody>
          <a:bodyPr rtlCol="0"/>
          <a:lstStyle>
            <a:defPPr>
              <a:defRPr lang="pt-BR"/>
            </a:defPPr>
          </a:lstStyle>
          <a:p>
            <a:pPr rtl="0"/>
            <a:r>
              <a:rPr lang="pt-BR"/>
              <a:t>Navegando em sessões de P e R</a:t>
            </a:r>
          </a:p>
        </p:txBody>
      </p:sp>
      <p:sp>
        <p:nvSpPr>
          <p:cNvPr id="3" name="Espaço Reservado para Conteúdo 2">
            <a:extLst>
              <a:ext uri="{FF2B5EF4-FFF2-40B4-BE49-F238E27FC236}">
                <a16:creationId xmlns:a16="http://schemas.microsoft.com/office/drawing/2014/main" id="{41191CC7-9CF2-71F0-1AD4-791EA9CBAD97}"/>
              </a:ext>
            </a:extLst>
          </p:cNvPr>
          <p:cNvSpPr>
            <a:spLocks noGrp="1"/>
          </p:cNvSpPr>
          <p:nvPr>
            <p:ph sz="quarter" idx="18"/>
          </p:nvPr>
        </p:nvSpPr>
        <p:spPr>
          <a:xfrm>
            <a:off x="1543050" y="2590800"/>
            <a:ext cx="6440488" cy="3717925"/>
          </a:xfrm>
        </p:spPr>
        <p:txBody>
          <a:bodyPr rtlCol="0">
            <a:normAutofit lnSpcReduction="10000"/>
          </a:bodyPr>
          <a:lstStyle>
            <a:defPPr>
              <a:defRPr lang="pt-BR"/>
            </a:defPPr>
          </a:lstStyle>
          <a:p>
            <a:pPr rtl="0"/>
            <a:r>
              <a:rPr lang="pt-BR" dirty="0"/>
              <a:t>Manter a compostura durante a sessão de P e R é essencial para projetar confiança e autoridade. Considere as seguintes dicas para manter a compostura:</a:t>
            </a:r>
          </a:p>
          <a:p>
            <a:pPr lvl="1" rtl="0"/>
            <a:r>
              <a:rPr lang="pt-BR" dirty="0"/>
              <a:t>Fique tranquilo</a:t>
            </a:r>
          </a:p>
          <a:p>
            <a:pPr lvl="1" rtl="0"/>
            <a:r>
              <a:rPr lang="pt-BR" dirty="0"/>
              <a:t>Ouça ativamente</a:t>
            </a:r>
          </a:p>
          <a:p>
            <a:pPr lvl="1" rtl="0"/>
            <a:r>
              <a:rPr lang="pt-BR" dirty="0"/>
              <a:t>Pause e reflita</a:t>
            </a:r>
          </a:p>
          <a:p>
            <a:pPr lvl="1" rtl="0"/>
            <a:r>
              <a:rPr lang="pt-BR" dirty="0"/>
              <a:t>Mantenha contato visual</a:t>
            </a:r>
          </a:p>
          <a:p>
            <a:pPr rtl="0"/>
            <a:endParaRPr lang="pt-BR" dirty="0"/>
          </a:p>
        </p:txBody>
      </p:sp>
      <p:sp>
        <p:nvSpPr>
          <p:cNvPr id="4" name="Espaço Reservado para Conteúdo 3">
            <a:extLst>
              <a:ext uri="{FF2B5EF4-FFF2-40B4-BE49-F238E27FC236}">
                <a16:creationId xmlns:a16="http://schemas.microsoft.com/office/drawing/2014/main" id="{4B1BF1AC-C624-2AD2-DA0F-335AB7BA2CA8}"/>
              </a:ext>
            </a:extLst>
          </p:cNvPr>
          <p:cNvSpPr>
            <a:spLocks noGrp="1"/>
          </p:cNvSpPr>
          <p:nvPr>
            <p:ph sz="quarter" idx="17"/>
          </p:nvPr>
        </p:nvSpPr>
        <p:spPr>
          <a:xfrm>
            <a:off x="8197362" y="2590800"/>
            <a:ext cx="3522849" cy="3718557"/>
          </a:xfrm>
        </p:spPr>
        <p:txBody>
          <a:bodyPr rtlCol="0">
            <a:normAutofit/>
          </a:bodyPr>
          <a:lstStyle>
            <a:defPPr>
              <a:defRPr lang="pt-BR"/>
            </a:defPPr>
          </a:lstStyle>
          <a:p>
            <a:pPr rtl="0"/>
            <a:r>
              <a:rPr lang="pt-BR" dirty="0"/>
              <a:t>Conheça seu material com antecedência</a:t>
            </a:r>
          </a:p>
          <a:p>
            <a:pPr rtl="0"/>
            <a:r>
              <a:rPr lang="pt-BR" dirty="0"/>
              <a:t>Preveja perguntas comuns</a:t>
            </a:r>
          </a:p>
          <a:p>
            <a:pPr rtl="0"/>
            <a:r>
              <a:rPr lang="pt-BR" dirty="0"/>
              <a:t>Ensaie suas respostas</a:t>
            </a:r>
          </a:p>
          <a:p>
            <a:pPr rtl="0"/>
            <a:endParaRPr lang="pt-BR" dirty="0"/>
          </a:p>
        </p:txBody>
      </p:sp>
    </p:spTree>
    <p:extLst>
      <p:ext uri="{BB962C8B-B14F-4D97-AF65-F5344CB8AC3E}">
        <p14:creationId xmlns:p14="http://schemas.microsoft.com/office/powerpoint/2010/main" val="2225637236"/>
      </p:ext>
    </p:extLst>
  </p:cSld>
  <p:clrMapOvr>
    <a:masterClrMapping/>
  </p:clrMapOvr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ítulo 1">
            <a:extLst>
              <a:ext uri="{FF2B5EF4-FFF2-40B4-BE49-F238E27FC236}">
                <a16:creationId xmlns:a16="http://schemas.microsoft.com/office/drawing/2014/main" id="{6A0D2769-08DE-E62F-163A-27A5442A9FFA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4506511" y="1393926"/>
            <a:ext cx="7042570" cy="1626225"/>
          </a:xfrm>
        </p:spPr>
        <p:txBody>
          <a:bodyPr rtlCol="0"/>
          <a:lstStyle>
            <a:defPPr>
              <a:defRPr lang="pt-BR"/>
            </a:defPPr>
          </a:lstStyle>
          <a:p>
            <a:pPr rtl="0"/>
            <a:r>
              <a:rPr lang="pt-BR"/>
              <a:t>Impacto ao falar</a:t>
            </a:r>
          </a:p>
        </p:txBody>
      </p:sp>
      <p:sp>
        <p:nvSpPr>
          <p:cNvPr id="3" name="Espaço Reservado para Conteúdo 2">
            <a:extLst>
              <a:ext uri="{FF2B5EF4-FFF2-40B4-BE49-F238E27FC236}">
                <a16:creationId xmlns:a16="http://schemas.microsoft.com/office/drawing/2014/main" id="{3EAD3192-D337-8C2E-FAAC-9B46B5DFBD21}"/>
              </a:ext>
            </a:extLst>
          </p:cNvPr>
          <p:cNvSpPr>
            <a:spLocks noGrp="1"/>
          </p:cNvSpPr>
          <p:nvPr>
            <p:ph sz="quarter" idx="16"/>
          </p:nvPr>
        </p:nvSpPr>
        <p:spPr>
          <a:xfrm>
            <a:off x="4506741" y="3153103"/>
            <a:ext cx="7042335" cy="2648312"/>
          </a:xfrm>
        </p:spPr>
        <p:txBody>
          <a:bodyPr rtlCol="0">
            <a:normAutofit/>
          </a:bodyPr>
          <a:lstStyle>
            <a:defPPr>
              <a:defRPr lang="pt-BR"/>
            </a:defPPr>
          </a:lstStyle>
          <a:p>
            <a:pPr rtl="0"/>
            <a:r>
              <a:rPr lang="pt-BR"/>
              <a:t>Sua capacidade de se comunicar efetivamente deixará um impacto duradouro no seu público</a:t>
            </a:r>
          </a:p>
          <a:p>
            <a:pPr rtl="0"/>
            <a:r>
              <a:rPr lang="pt-BR"/>
              <a:t>A comunicação eficaz envolve não apenas a transmissão de uma mensagem, mas também a ressonância com as experiências, os valores e as emoções de quem está ouvindo </a:t>
            </a:r>
          </a:p>
        </p:txBody>
      </p:sp>
    </p:spTree>
    <p:extLst>
      <p:ext uri="{BB962C8B-B14F-4D97-AF65-F5344CB8AC3E}">
        <p14:creationId xmlns:p14="http://schemas.microsoft.com/office/powerpoint/2010/main" val="4065057152"/>
      </p:ext>
    </p:extLst>
  </p:cSld>
  <p:clrMapOvr>
    <a:masterClrMapping/>
  </p:clrMapOvr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ítulo 1">
            <a:extLst>
              <a:ext uri="{FF2B5EF4-FFF2-40B4-BE49-F238E27FC236}">
                <a16:creationId xmlns:a16="http://schemas.microsoft.com/office/drawing/2014/main" id="{E2D30E0F-10C6-298A-C347-E831FFF4ECB8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1535372" y="4873752"/>
            <a:ext cx="10013709" cy="1033272"/>
          </a:xfrm>
        </p:spPr>
        <p:txBody>
          <a:bodyPr rtlCol="0"/>
          <a:lstStyle>
            <a:defPPr>
              <a:defRPr lang="pt-BR"/>
            </a:defPPr>
          </a:lstStyle>
          <a:p>
            <a:pPr rtl="0"/>
            <a:r>
              <a:rPr lang="pt-BR"/>
              <a:t>Entrega dinâmica</a:t>
            </a:r>
          </a:p>
        </p:txBody>
      </p:sp>
      <p:sp>
        <p:nvSpPr>
          <p:cNvPr id="3" name="Espaço Reservado para Conteúdo 2">
            <a:extLst>
              <a:ext uri="{FF2B5EF4-FFF2-40B4-BE49-F238E27FC236}">
                <a16:creationId xmlns:a16="http://schemas.microsoft.com/office/drawing/2014/main" id="{41191CC7-9CF2-71F0-1AD4-791EA9CBAD97}"/>
              </a:ext>
            </a:extLst>
          </p:cNvPr>
          <p:cNvSpPr>
            <a:spLocks noGrp="1"/>
          </p:cNvSpPr>
          <p:nvPr>
            <p:ph sz="quarter" idx="14"/>
          </p:nvPr>
        </p:nvSpPr>
        <p:spPr>
          <a:xfrm>
            <a:off x="1535372" y="462243"/>
            <a:ext cx="3407331" cy="3866324"/>
          </a:xfrm>
        </p:spPr>
        <p:txBody>
          <a:bodyPr rtlCol="0">
            <a:normAutofit/>
          </a:bodyPr>
          <a:lstStyle>
            <a:defPPr>
              <a:defRPr lang="pt-BR"/>
            </a:defPPr>
          </a:lstStyle>
          <a:p>
            <a:pPr rtl="0"/>
            <a:r>
              <a:rPr lang="pt-BR"/>
              <a:t>Aprenda a infundir energia em sua apresentação para deixar uma impressão duradoura</a:t>
            </a:r>
          </a:p>
          <a:p>
            <a:pPr rtl="0"/>
            <a:r>
              <a:rPr lang="pt-BR"/>
              <a:t>Um dos objetivos de uma comunicação eficaz é motivar sua audiência</a:t>
            </a:r>
          </a:p>
        </p:txBody>
      </p:sp>
      <p:graphicFrame>
        <p:nvGraphicFramePr>
          <p:cNvPr id="11" name="Espaço Reservado para Conteúdo 10">
            <a:extLst>
              <a:ext uri="{FF2B5EF4-FFF2-40B4-BE49-F238E27FC236}">
                <a16:creationId xmlns:a16="http://schemas.microsoft.com/office/drawing/2014/main" id="{453CE196-36B9-5361-5120-20DF8B3B5581}"/>
              </a:ext>
            </a:extLst>
          </p:cNvPr>
          <p:cNvGraphicFramePr>
            <a:graphicFrameLocks noGrp="1"/>
          </p:cNvGraphicFramePr>
          <p:nvPr>
            <p:ph type="tbl" sz="quarter" idx="15"/>
            <p:extLst>
              <p:ext uri="{D42A27DB-BD31-4B8C-83A1-F6EECF244321}">
                <p14:modId xmlns:p14="http://schemas.microsoft.com/office/powerpoint/2010/main" val="511832107"/>
              </p:ext>
            </p:extLst>
          </p:nvPr>
        </p:nvGraphicFramePr>
        <p:xfrm>
          <a:off x="5075238" y="461963"/>
          <a:ext cx="6473823" cy="3657602"/>
        </p:xfrm>
        <a:graphic>
          <a:graphicData uri="http://schemas.openxmlformats.org/drawingml/2006/table">
            <a:tbl>
              <a:tblPr firstRow="1" bandRow="1">
                <a:tableStyleId>{8A107856-5554-42FB-B03E-39F5DBC370BA}</a:tableStyleId>
              </a:tblPr>
              <a:tblGrid>
                <a:gridCol w="2295946">
                  <a:extLst>
                    <a:ext uri="{9D8B030D-6E8A-4147-A177-3AD203B41FA5}">
                      <a16:colId xmlns:a16="http://schemas.microsoft.com/office/drawing/2014/main" val="1123561819"/>
                    </a:ext>
                  </a:extLst>
                </a:gridCol>
                <a:gridCol w="2183363">
                  <a:extLst>
                    <a:ext uri="{9D8B030D-6E8A-4147-A177-3AD203B41FA5}">
                      <a16:colId xmlns:a16="http://schemas.microsoft.com/office/drawing/2014/main" val="1296588374"/>
                    </a:ext>
                  </a:extLst>
                </a:gridCol>
                <a:gridCol w="998375">
                  <a:extLst>
                    <a:ext uri="{9D8B030D-6E8A-4147-A177-3AD203B41FA5}">
                      <a16:colId xmlns:a16="http://schemas.microsoft.com/office/drawing/2014/main" val="1285016582"/>
                    </a:ext>
                  </a:extLst>
                </a:gridCol>
                <a:gridCol w="996139">
                  <a:extLst>
                    <a:ext uri="{9D8B030D-6E8A-4147-A177-3AD203B41FA5}">
                      <a16:colId xmlns:a16="http://schemas.microsoft.com/office/drawing/2014/main" val="4218447726"/>
                    </a:ext>
                  </a:extLst>
                </a:gridCol>
              </a:tblGrid>
              <a:tr h="477078">
                <a:tc>
                  <a:txBody>
                    <a:bodyPr/>
                    <a:lstStyle>
                      <a:defPPr>
                        <a:defRPr lang="pt-BR"/>
                      </a:defPPr>
                    </a:lstStyle>
                    <a:p>
                      <a:pPr rtl="0"/>
                      <a:r>
                        <a:rPr lang="pt-BR" dirty="0"/>
                        <a:t>Métrica</a:t>
                      </a:r>
                    </a:p>
                  </a:txBody>
                  <a:tcPr marT="91440" anchor="ctr"/>
                </a:tc>
                <a:tc>
                  <a:txBody>
                    <a:bodyPr/>
                    <a:lstStyle>
                      <a:defPPr>
                        <a:defRPr lang="pt-BR"/>
                      </a:defPPr>
                    </a:lstStyle>
                    <a:p>
                      <a:pPr rtl="0"/>
                      <a:r>
                        <a:rPr lang="pt-BR"/>
                        <a:t>Medida</a:t>
                      </a:r>
                    </a:p>
                  </a:txBody>
                  <a:tcPr marT="91440" anchor="ctr"/>
                </a:tc>
                <a:tc>
                  <a:txBody>
                    <a:bodyPr/>
                    <a:lstStyle>
                      <a:defPPr>
                        <a:defRPr lang="pt-BR"/>
                      </a:defPPr>
                    </a:lstStyle>
                    <a:p>
                      <a:pPr rtl="0"/>
                      <a:r>
                        <a:rPr lang="pt-BR"/>
                        <a:t>Meta</a:t>
                      </a:r>
                    </a:p>
                  </a:txBody>
                  <a:tcPr marT="91440" anchor="ctr"/>
                </a:tc>
                <a:tc>
                  <a:txBody>
                    <a:bodyPr/>
                    <a:lstStyle>
                      <a:defPPr>
                        <a:defRPr lang="pt-BR"/>
                      </a:defPPr>
                    </a:lstStyle>
                    <a:p>
                      <a:pPr rtl="0"/>
                      <a:r>
                        <a:rPr lang="pt-BR"/>
                        <a:t>Real</a:t>
                      </a:r>
                    </a:p>
                  </a:txBody>
                  <a:tcPr marT="91440" anchor="ctr"/>
                </a:tc>
                <a:extLst>
                  <a:ext uri="{0D108BD9-81ED-4DB2-BD59-A6C34878D82A}">
                    <a16:rowId xmlns:a16="http://schemas.microsoft.com/office/drawing/2014/main" val="3342107652"/>
                  </a:ext>
                </a:extLst>
              </a:tr>
              <a:tr h="795131">
                <a:tc>
                  <a:txBody>
                    <a:bodyPr/>
                    <a:lstStyle>
                      <a:defPPr>
                        <a:defRPr lang="pt-BR"/>
                      </a:defPPr>
                    </a:lstStyle>
                    <a:p>
                      <a:pPr rtl="0"/>
                      <a:r>
                        <a:rPr lang="pt-BR" dirty="0"/>
                        <a:t>Participação do público</a:t>
                      </a:r>
                    </a:p>
                  </a:txBody>
                  <a:tcPr marT="91440" anchor="ctr"/>
                </a:tc>
                <a:tc>
                  <a:txBody>
                    <a:bodyPr/>
                    <a:lstStyle>
                      <a:defPPr>
                        <a:defRPr lang="pt-BR"/>
                      </a:defPPr>
                    </a:lstStyle>
                    <a:p>
                      <a:pPr rtl="0"/>
                      <a:r>
                        <a:rPr lang="pt-BR"/>
                        <a:t>Nº de participantes</a:t>
                      </a:r>
                    </a:p>
                  </a:txBody>
                  <a:tcPr marT="91440" anchor="ctr"/>
                </a:tc>
                <a:tc>
                  <a:txBody>
                    <a:bodyPr/>
                    <a:lstStyle>
                      <a:defPPr>
                        <a:defRPr lang="pt-BR"/>
                      </a:defPPr>
                    </a:lstStyle>
                    <a:p>
                      <a:pPr rtl="0"/>
                      <a:r>
                        <a:rPr lang="pt-BR"/>
                        <a:t>150</a:t>
                      </a:r>
                    </a:p>
                  </a:txBody>
                  <a:tcPr marT="91440" anchor="ctr"/>
                </a:tc>
                <a:tc>
                  <a:txBody>
                    <a:bodyPr/>
                    <a:lstStyle>
                      <a:defPPr>
                        <a:defRPr lang="pt-BR"/>
                      </a:defPPr>
                    </a:lstStyle>
                    <a:p>
                      <a:pPr rtl="0"/>
                      <a:r>
                        <a:rPr lang="pt-BR"/>
                        <a:t>120</a:t>
                      </a:r>
                    </a:p>
                  </a:txBody>
                  <a:tcPr marT="91440" anchor="ctr"/>
                </a:tc>
                <a:extLst>
                  <a:ext uri="{0D108BD9-81ED-4DB2-BD59-A6C34878D82A}">
                    <a16:rowId xmlns:a16="http://schemas.microsoft.com/office/drawing/2014/main" val="57143556"/>
                  </a:ext>
                </a:extLst>
              </a:tr>
              <a:tr h="795131">
                <a:tc>
                  <a:txBody>
                    <a:bodyPr/>
                    <a:lstStyle>
                      <a:defPPr>
                        <a:defRPr lang="pt-BR"/>
                      </a:defPPr>
                    </a:lstStyle>
                    <a:p>
                      <a:pPr rtl="0"/>
                      <a:r>
                        <a:rPr lang="pt-BR"/>
                        <a:t>Duração do compromisso</a:t>
                      </a:r>
                    </a:p>
                  </a:txBody>
                  <a:tcPr marT="91440" anchor="ctr"/>
                </a:tc>
                <a:tc>
                  <a:txBody>
                    <a:bodyPr/>
                    <a:lstStyle>
                      <a:defPPr>
                        <a:defRPr lang="pt-BR"/>
                      </a:defPPr>
                    </a:lstStyle>
                    <a:p>
                      <a:pPr rtl="0"/>
                      <a:r>
                        <a:rPr lang="pt-BR" dirty="0"/>
                        <a:t>Minutos</a:t>
                      </a:r>
                    </a:p>
                  </a:txBody>
                  <a:tcPr marT="91440" anchor="ctr"/>
                </a:tc>
                <a:tc>
                  <a:txBody>
                    <a:bodyPr/>
                    <a:lstStyle>
                      <a:defPPr>
                        <a:defRPr lang="pt-BR"/>
                      </a:defPPr>
                    </a:lstStyle>
                    <a:p>
                      <a:pPr rtl="0"/>
                      <a:r>
                        <a:rPr lang="pt-BR"/>
                        <a:t>60</a:t>
                      </a:r>
                    </a:p>
                  </a:txBody>
                  <a:tcPr marT="91440" anchor="ctr"/>
                </a:tc>
                <a:tc>
                  <a:txBody>
                    <a:bodyPr/>
                    <a:lstStyle>
                      <a:defPPr>
                        <a:defRPr lang="pt-BR"/>
                      </a:defPPr>
                    </a:lstStyle>
                    <a:p>
                      <a:pPr rtl="0"/>
                      <a:r>
                        <a:rPr lang="pt-BR"/>
                        <a:t>75</a:t>
                      </a:r>
                    </a:p>
                  </a:txBody>
                  <a:tcPr marT="91440" anchor="ctr"/>
                </a:tc>
                <a:extLst>
                  <a:ext uri="{0D108BD9-81ED-4DB2-BD59-A6C34878D82A}">
                    <a16:rowId xmlns:a16="http://schemas.microsoft.com/office/drawing/2014/main" val="2328625713"/>
                  </a:ext>
                </a:extLst>
              </a:tr>
              <a:tr h="795131">
                <a:tc>
                  <a:txBody>
                    <a:bodyPr/>
                    <a:lstStyle>
                      <a:defPPr>
                        <a:defRPr lang="pt-BR"/>
                      </a:defPPr>
                    </a:lstStyle>
                    <a:p>
                      <a:pPr rtl="0"/>
                      <a:r>
                        <a:rPr lang="pt-BR"/>
                        <a:t>Interação de P e R</a:t>
                      </a:r>
                    </a:p>
                  </a:txBody>
                  <a:tcPr marT="91440" anchor="ctr"/>
                </a:tc>
                <a:tc>
                  <a:txBody>
                    <a:bodyPr/>
                    <a:lstStyle>
                      <a:defPPr>
                        <a:defRPr lang="pt-BR"/>
                      </a:defPPr>
                    </a:lstStyle>
                    <a:p>
                      <a:pPr rtl="0"/>
                      <a:r>
                        <a:rPr lang="pt-BR"/>
                        <a:t>Nº de perguntas</a:t>
                      </a:r>
                    </a:p>
                  </a:txBody>
                  <a:tcPr marT="91440" anchor="ctr"/>
                </a:tc>
                <a:tc>
                  <a:txBody>
                    <a:bodyPr/>
                    <a:lstStyle>
                      <a:defPPr>
                        <a:defRPr lang="pt-BR"/>
                      </a:defPPr>
                    </a:lstStyle>
                    <a:p>
                      <a:pPr rtl="0"/>
                      <a:r>
                        <a:rPr lang="pt-BR" dirty="0"/>
                        <a:t>10</a:t>
                      </a:r>
                    </a:p>
                  </a:txBody>
                  <a:tcPr marT="91440" anchor="ctr"/>
                </a:tc>
                <a:tc>
                  <a:txBody>
                    <a:bodyPr/>
                    <a:lstStyle>
                      <a:defPPr>
                        <a:defRPr lang="pt-BR"/>
                      </a:defPPr>
                    </a:lstStyle>
                    <a:p>
                      <a:pPr rtl="0"/>
                      <a:r>
                        <a:rPr lang="pt-BR"/>
                        <a:t>15</a:t>
                      </a:r>
                    </a:p>
                  </a:txBody>
                  <a:tcPr marT="91440" anchor="ctr"/>
                </a:tc>
                <a:extLst>
                  <a:ext uri="{0D108BD9-81ED-4DB2-BD59-A6C34878D82A}">
                    <a16:rowId xmlns:a16="http://schemas.microsoft.com/office/drawing/2014/main" val="280048660"/>
                  </a:ext>
                </a:extLst>
              </a:tr>
              <a:tr h="795131">
                <a:tc>
                  <a:txBody>
                    <a:bodyPr/>
                    <a:lstStyle>
                      <a:defPPr>
                        <a:defRPr lang="pt-BR"/>
                      </a:defPPr>
                    </a:lstStyle>
                    <a:p>
                      <a:pPr rtl="0"/>
                      <a:r>
                        <a:rPr lang="pt-BR"/>
                        <a:t>Comentários positivos</a:t>
                      </a:r>
                    </a:p>
                  </a:txBody>
                  <a:tcPr marT="91440" anchor="ctr"/>
                </a:tc>
                <a:tc>
                  <a:txBody>
                    <a:bodyPr/>
                    <a:lstStyle>
                      <a:defPPr>
                        <a:defRPr lang="pt-BR"/>
                      </a:defPPr>
                    </a:lstStyle>
                    <a:p>
                      <a:pPr rtl="0"/>
                      <a:r>
                        <a:rPr lang="pt-BR"/>
                        <a:t>Porcentagem (%)</a:t>
                      </a:r>
                    </a:p>
                  </a:txBody>
                  <a:tcPr marT="91440" anchor="ctr"/>
                </a:tc>
                <a:tc>
                  <a:txBody>
                    <a:bodyPr/>
                    <a:lstStyle>
                      <a:defPPr>
                        <a:defRPr lang="pt-BR"/>
                      </a:defPPr>
                    </a:lstStyle>
                    <a:p>
                      <a:pPr rtl="0"/>
                      <a:r>
                        <a:rPr lang="pt-BR" dirty="0"/>
                        <a:t>90</a:t>
                      </a:r>
                    </a:p>
                  </a:txBody>
                  <a:tcPr marT="91440" anchor="ctr"/>
                </a:tc>
                <a:tc>
                  <a:txBody>
                    <a:bodyPr/>
                    <a:lstStyle>
                      <a:defPPr>
                        <a:defRPr lang="pt-BR"/>
                      </a:defPPr>
                    </a:lstStyle>
                    <a:p>
                      <a:pPr rtl="0"/>
                      <a:r>
                        <a:rPr lang="pt-BR" dirty="0"/>
                        <a:t>95</a:t>
                      </a:r>
                    </a:p>
                  </a:txBody>
                  <a:tcPr marT="91440" anchor="ctr"/>
                </a:tc>
                <a:extLst>
                  <a:ext uri="{0D108BD9-81ED-4DB2-BD59-A6C34878D82A}">
                    <a16:rowId xmlns:a16="http://schemas.microsoft.com/office/drawing/2014/main" val="3515855353"/>
                  </a:ext>
                </a:extLst>
              </a:tr>
            </a:tbl>
          </a:graphicData>
        </a:graphic>
      </p:graphicFrame>
    </p:spTree>
    <p:extLst>
      <p:ext uri="{BB962C8B-B14F-4D97-AF65-F5344CB8AC3E}">
        <p14:creationId xmlns:p14="http://schemas.microsoft.com/office/powerpoint/2010/main" val="2394014735"/>
      </p:ext>
    </p:extLst>
  </p:cSld>
  <p:clrMapOvr>
    <a:masterClrMapping/>
  </p:clrMapOvr>
</p:sld>
</file>

<file path=ppt/slides/slide1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ítulo 1">
            <a:extLst>
              <a:ext uri="{FF2B5EF4-FFF2-40B4-BE49-F238E27FC236}">
                <a16:creationId xmlns:a16="http://schemas.microsoft.com/office/drawing/2014/main" id="{E2D30E0F-10C6-298A-C347-E831FFF4ECB8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648935" y="91439"/>
            <a:ext cx="10900146" cy="1168739"/>
          </a:xfrm>
        </p:spPr>
        <p:txBody>
          <a:bodyPr rtlCol="0"/>
          <a:lstStyle>
            <a:defPPr>
              <a:defRPr lang="pt-BR"/>
            </a:defPPr>
          </a:lstStyle>
          <a:p>
            <a:pPr rtl="0"/>
            <a:r>
              <a:rPr lang="pt-BR"/>
              <a:t>Dicas e conclusões finais</a:t>
            </a:r>
          </a:p>
        </p:txBody>
      </p:sp>
      <p:sp>
        <p:nvSpPr>
          <p:cNvPr id="3" name="Espaço Reservado para Conteúdo 2">
            <a:extLst>
              <a:ext uri="{FF2B5EF4-FFF2-40B4-BE49-F238E27FC236}">
                <a16:creationId xmlns:a16="http://schemas.microsoft.com/office/drawing/2014/main" id="{41191CC7-9CF2-71F0-1AD4-791EA9CBAD97}"/>
              </a:ext>
            </a:extLst>
          </p:cNvPr>
          <p:cNvSpPr>
            <a:spLocks noGrp="1"/>
          </p:cNvSpPr>
          <p:nvPr>
            <p:ph sz="quarter" idx="14"/>
          </p:nvPr>
        </p:nvSpPr>
        <p:spPr>
          <a:xfrm>
            <a:off x="648935" y="1646102"/>
            <a:ext cx="3819652" cy="4160520"/>
          </a:xfrm>
        </p:spPr>
        <p:txBody>
          <a:bodyPr rtlCol="0">
            <a:normAutofit/>
          </a:bodyPr>
          <a:lstStyle>
            <a:defPPr>
              <a:defRPr lang="pt-BR"/>
            </a:defPPr>
          </a:lstStyle>
          <a:p>
            <a:pPr rtl="0"/>
            <a:r>
              <a:rPr lang="pt-BR" sz="1700" dirty="0"/>
              <a:t>Busque feedbacks</a:t>
            </a:r>
          </a:p>
          <a:p>
            <a:pPr rtl="0"/>
            <a:r>
              <a:rPr lang="pt-BR" sz="1700" dirty="0"/>
              <a:t>Reflita sobre o desempenho</a:t>
            </a:r>
          </a:p>
          <a:p>
            <a:pPr rtl="0"/>
            <a:r>
              <a:rPr lang="pt-BR" sz="1700" dirty="0"/>
              <a:t>Explore novas técnicas</a:t>
            </a:r>
          </a:p>
          <a:p>
            <a:pPr rtl="0"/>
            <a:r>
              <a:rPr lang="pt-BR" sz="1700" dirty="0"/>
              <a:t>Defina metas pessoais</a:t>
            </a:r>
          </a:p>
          <a:p>
            <a:pPr rtl="0"/>
            <a:r>
              <a:rPr lang="pt-BR" sz="1700" dirty="0"/>
              <a:t>Iterar e adaptar</a:t>
            </a:r>
          </a:p>
          <a:p>
            <a:pPr rtl="0"/>
            <a:r>
              <a:rPr lang="pt-BR" sz="1700" dirty="0"/>
              <a:t>Ensaio consistente</a:t>
            </a:r>
          </a:p>
          <a:p>
            <a:pPr rtl="0"/>
            <a:endParaRPr lang="pt-BR" sz="1700" dirty="0"/>
          </a:p>
        </p:txBody>
      </p:sp>
      <p:sp>
        <p:nvSpPr>
          <p:cNvPr id="7" name="Espaço Reservado para Conteúdo 6">
            <a:extLst>
              <a:ext uri="{FF2B5EF4-FFF2-40B4-BE49-F238E27FC236}">
                <a16:creationId xmlns:a16="http://schemas.microsoft.com/office/drawing/2014/main" id="{7078F1DC-7EF8-5514-E97B-D47663F284D3}"/>
              </a:ext>
            </a:extLst>
          </p:cNvPr>
          <p:cNvSpPr>
            <a:spLocks noGrp="1"/>
          </p:cNvSpPr>
          <p:nvPr>
            <p:ph sz="quarter" idx="19"/>
          </p:nvPr>
        </p:nvSpPr>
        <p:spPr>
          <a:xfrm>
            <a:off x="4679661" y="1646101"/>
            <a:ext cx="6863403" cy="4372143"/>
          </a:xfrm>
        </p:spPr>
        <p:txBody>
          <a:bodyPr rtlCol="0">
            <a:normAutofit fontScale="92500" lnSpcReduction="10000"/>
          </a:bodyPr>
          <a:lstStyle>
            <a:defPPr>
              <a:defRPr lang="pt-BR"/>
            </a:defPPr>
          </a:lstStyle>
          <a:p>
            <a:pPr rtl="0"/>
            <a:r>
              <a:rPr lang="pt-BR" dirty="0"/>
              <a:t>Ensaio consistente</a:t>
            </a:r>
          </a:p>
          <a:p>
            <a:pPr lvl="1" rtl="0"/>
            <a:r>
              <a:rPr lang="pt-BR" dirty="0"/>
              <a:t>Fortaleça sua familiaridade</a:t>
            </a:r>
          </a:p>
          <a:p>
            <a:pPr rtl="0"/>
            <a:r>
              <a:rPr lang="pt-BR" dirty="0"/>
              <a:t>Refine o estilo da entrega</a:t>
            </a:r>
          </a:p>
          <a:p>
            <a:pPr lvl="1" rtl="0"/>
            <a:r>
              <a:rPr lang="pt-BR" dirty="0"/>
              <a:t>Ritmo, tom e ênfase</a:t>
            </a:r>
          </a:p>
          <a:p>
            <a:pPr rtl="0"/>
            <a:r>
              <a:rPr lang="pt-BR" dirty="0"/>
              <a:t>Intervalo e transições</a:t>
            </a:r>
          </a:p>
          <a:p>
            <a:pPr lvl="1" rtl="0"/>
            <a:r>
              <a:rPr lang="pt-BR" dirty="0"/>
              <a:t>Busque uma apresentação perfeita e profissional</a:t>
            </a:r>
          </a:p>
          <a:p>
            <a:pPr rtl="0"/>
            <a:r>
              <a:rPr lang="pt-BR" dirty="0"/>
              <a:t>Audiência de prática</a:t>
            </a:r>
          </a:p>
          <a:p>
            <a:pPr lvl="1" rtl="0"/>
            <a:r>
              <a:rPr lang="pt-BR" dirty="0"/>
              <a:t>Peça aos colegas que ouçam e forneçam comentários</a:t>
            </a:r>
          </a:p>
          <a:p>
            <a:pPr rtl="0"/>
            <a:endParaRPr lang="pt-BR" dirty="0"/>
          </a:p>
          <a:p>
            <a:pPr rtl="0"/>
            <a:endParaRPr lang="pt-BR" dirty="0"/>
          </a:p>
        </p:txBody>
      </p:sp>
    </p:spTree>
    <p:extLst>
      <p:ext uri="{BB962C8B-B14F-4D97-AF65-F5344CB8AC3E}">
        <p14:creationId xmlns:p14="http://schemas.microsoft.com/office/powerpoint/2010/main" val="4153247059"/>
      </p:ext>
    </p:extLst>
  </p:cSld>
  <p:clrMapOvr>
    <a:masterClrMapping/>
  </p:clrMapOvr>
</p:sld>
</file>

<file path=ppt/slides/slide1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" name="Título 5">
            <a:extLst>
              <a:ext uri="{FF2B5EF4-FFF2-40B4-BE49-F238E27FC236}">
                <a16:creationId xmlns:a16="http://schemas.microsoft.com/office/drawing/2014/main" id="{AFE67981-079D-4463-B997-67E6CA039B58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1535371" y="962423"/>
            <a:ext cx="10013710" cy="1216152"/>
          </a:xfrm>
        </p:spPr>
        <p:txBody>
          <a:bodyPr rtlCol="0"/>
          <a:lstStyle>
            <a:defPPr>
              <a:defRPr lang="pt-BR"/>
            </a:defPPr>
          </a:lstStyle>
          <a:p>
            <a:pPr rtl="0"/>
            <a:r>
              <a:rPr lang="pt-BR"/>
              <a:t>Métricas de participação de fala</a:t>
            </a:r>
          </a:p>
        </p:txBody>
      </p:sp>
      <p:graphicFrame>
        <p:nvGraphicFramePr>
          <p:cNvPr id="19" name="Tabela 9">
            <a:extLst>
              <a:ext uri="{FF2B5EF4-FFF2-40B4-BE49-F238E27FC236}">
                <a16:creationId xmlns:a16="http://schemas.microsoft.com/office/drawing/2014/main" id="{AEFEE5B3-A51E-DC59-9595-7A6911D82E62}"/>
              </a:ext>
            </a:extLst>
          </p:cNvPr>
          <p:cNvGraphicFramePr>
            <a:graphicFrameLocks noGrp="1"/>
          </p:cNvGraphicFramePr>
          <p:nvPr>
            <p:ph type="tbl" sz="quarter" idx="14"/>
            <p:extLst>
              <p:ext uri="{D42A27DB-BD31-4B8C-83A1-F6EECF244321}">
                <p14:modId xmlns:p14="http://schemas.microsoft.com/office/powerpoint/2010/main" val="1313099663"/>
              </p:ext>
            </p:extLst>
          </p:nvPr>
        </p:nvGraphicFramePr>
        <p:xfrm>
          <a:off x="1630363" y="2757488"/>
          <a:ext cx="9918700" cy="3383280"/>
        </p:xfrm>
        <a:graphic>
          <a:graphicData uri="http://schemas.openxmlformats.org/drawingml/2006/table">
            <a:tbl>
              <a:tblPr firstRow="1" bandRow="1">
                <a:tableStyleId>{8A107856-5554-42FB-B03E-39F5DBC370BA}</a:tableStyleId>
              </a:tblPr>
              <a:tblGrid>
                <a:gridCol w="3793037">
                  <a:extLst>
                    <a:ext uri="{9D8B030D-6E8A-4147-A177-3AD203B41FA5}">
                      <a16:colId xmlns:a16="http://schemas.microsoft.com/office/drawing/2014/main" val="1517755082"/>
                    </a:ext>
                  </a:extLst>
                </a:gridCol>
                <a:gridCol w="2890770">
                  <a:extLst>
                    <a:ext uri="{9D8B030D-6E8A-4147-A177-3AD203B41FA5}">
                      <a16:colId xmlns:a16="http://schemas.microsoft.com/office/drawing/2014/main" val="2446386500"/>
                    </a:ext>
                  </a:extLst>
                </a:gridCol>
                <a:gridCol w="1524636">
                  <a:extLst>
                    <a:ext uri="{9D8B030D-6E8A-4147-A177-3AD203B41FA5}">
                      <a16:colId xmlns:a16="http://schemas.microsoft.com/office/drawing/2014/main" val="3308918160"/>
                    </a:ext>
                  </a:extLst>
                </a:gridCol>
                <a:gridCol w="1710257">
                  <a:extLst>
                    <a:ext uri="{9D8B030D-6E8A-4147-A177-3AD203B41FA5}">
                      <a16:colId xmlns:a16="http://schemas.microsoft.com/office/drawing/2014/main" val="1854486728"/>
                    </a:ext>
                  </a:extLst>
                </a:gridCol>
              </a:tblGrid>
              <a:tr h="563880">
                <a:tc>
                  <a:txBody>
                    <a:bodyPr/>
                    <a:lstStyle>
                      <a:defPPr>
                        <a:defRPr lang="pt-BR"/>
                      </a:defPPr>
                    </a:lstStyle>
                    <a:p>
                      <a:pPr rtl="0"/>
                      <a:r>
                        <a:rPr lang="pt-BR" dirty="0">
                          <a:solidFill>
                            <a:schemeClr val="tx1"/>
                          </a:solidFill>
                        </a:rPr>
                        <a:t>Fator de impacto</a:t>
                      </a:r>
                    </a:p>
                  </a:txBody>
                  <a:tcPr marT="91440" anchor="ctr"/>
                </a:tc>
                <a:tc>
                  <a:txBody>
                    <a:bodyPr/>
                    <a:lstStyle>
                      <a:defPPr>
                        <a:defRPr lang="pt-BR"/>
                      </a:defPPr>
                    </a:lstStyle>
                    <a:p>
                      <a:pPr rtl="0"/>
                      <a:r>
                        <a:rPr lang="pt-BR">
                          <a:solidFill>
                            <a:schemeClr val="tx1"/>
                          </a:solidFill>
                        </a:rPr>
                        <a:t>Medida</a:t>
                      </a:r>
                    </a:p>
                  </a:txBody>
                  <a:tcPr marT="91440" anchor="ctr"/>
                </a:tc>
                <a:tc>
                  <a:txBody>
                    <a:bodyPr/>
                    <a:lstStyle>
                      <a:defPPr>
                        <a:defRPr lang="pt-BR"/>
                      </a:defPPr>
                    </a:lstStyle>
                    <a:p>
                      <a:pPr rtl="0"/>
                      <a:r>
                        <a:rPr lang="pt-BR">
                          <a:solidFill>
                            <a:schemeClr val="tx1"/>
                          </a:solidFill>
                        </a:rPr>
                        <a:t>Meta</a:t>
                      </a:r>
                    </a:p>
                  </a:txBody>
                  <a:tcPr marT="91440" anchor="ctr"/>
                </a:tc>
                <a:tc>
                  <a:txBody>
                    <a:bodyPr/>
                    <a:lstStyle>
                      <a:defPPr>
                        <a:defRPr lang="pt-BR"/>
                      </a:defPPr>
                    </a:lstStyle>
                    <a:p>
                      <a:pPr rtl="0"/>
                      <a:r>
                        <a:rPr lang="pt-BR">
                          <a:solidFill>
                            <a:schemeClr val="tx1"/>
                          </a:solidFill>
                        </a:rPr>
                        <a:t>Alcançado</a:t>
                      </a:r>
                    </a:p>
                  </a:txBody>
                  <a:tcPr marT="91440" anchor="ctr"/>
                </a:tc>
                <a:extLst>
                  <a:ext uri="{0D108BD9-81ED-4DB2-BD59-A6C34878D82A}">
                    <a16:rowId xmlns:a16="http://schemas.microsoft.com/office/drawing/2014/main" val="3100351803"/>
                  </a:ext>
                </a:extLst>
              </a:tr>
              <a:tr h="563880">
                <a:tc>
                  <a:txBody>
                    <a:bodyPr/>
                    <a:lstStyle>
                      <a:defPPr>
                        <a:defRPr lang="pt-BR"/>
                      </a:defPPr>
                    </a:lstStyle>
                    <a:p>
                      <a:pPr rtl="0"/>
                      <a:r>
                        <a:rPr lang="pt-BR"/>
                        <a:t>Interação com o público</a:t>
                      </a:r>
                    </a:p>
                  </a:txBody>
                  <a:tcPr marT="91440" anchor="ctr"/>
                </a:tc>
                <a:tc>
                  <a:txBody>
                    <a:bodyPr/>
                    <a:lstStyle>
                      <a:defPPr>
                        <a:defRPr lang="pt-BR"/>
                      </a:defPPr>
                    </a:lstStyle>
                    <a:p>
                      <a:pPr rtl="0"/>
                      <a:r>
                        <a:rPr lang="pt-BR" dirty="0"/>
                        <a:t>Porcentagem (%)</a:t>
                      </a:r>
                    </a:p>
                  </a:txBody>
                  <a:tcPr marT="91440" anchor="ctr"/>
                </a:tc>
                <a:tc>
                  <a:txBody>
                    <a:bodyPr/>
                    <a:lstStyle>
                      <a:defPPr>
                        <a:defRPr lang="pt-BR"/>
                      </a:defPPr>
                    </a:lstStyle>
                    <a:p>
                      <a:pPr rtl="0"/>
                      <a:r>
                        <a:rPr lang="pt-BR"/>
                        <a:t>85</a:t>
                      </a:r>
                    </a:p>
                  </a:txBody>
                  <a:tcPr marT="91440" anchor="ctr"/>
                </a:tc>
                <a:tc>
                  <a:txBody>
                    <a:bodyPr/>
                    <a:lstStyle>
                      <a:defPPr>
                        <a:defRPr lang="pt-BR"/>
                      </a:defPPr>
                    </a:lstStyle>
                    <a:p>
                      <a:pPr rtl="0"/>
                      <a:r>
                        <a:rPr lang="pt-BR"/>
                        <a:t>88</a:t>
                      </a:r>
                    </a:p>
                  </a:txBody>
                  <a:tcPr marT="91440" anchor="ctr"/>
                </a:tc>
                <a:extLst>
                  <a:ext uri="{0D108BD9-81ED-4DB2-BD59-A6C34878D82A}">
                    <a16:rowId xmlns:a16="http://schemas.microsoft.com/office/drawing/2014/main" val="2801628125"/>
                  </a:ext>
                </a:extLst>
              </a:tr>
              <a:tr h="563880">
                <a:tc>
                  <a:txBody>
                    <a:bodyPr/>
                    <a:lstStyle>
                      <a:defPPr>
                        <a:defRPr lang="pt-BR"/>
                      </a:defPPr>
                    </a:lstStyle>
                    <a:p>
                      <a:pPr rtl="0"/>
                      <a:r>
                        <a:rPr lang="pt-BR"/>
                        <a:t>Retenção de conhecimento</a:t>
                      </a:r>
                    </a:p>
                  </a:txBody>
                  <a:tcPr marT="91440" anchor="ctr"/>
                </a:tc>
                <a:tc>
                  <a:txBody>
                    <a:bodyPr/>
                    <a:lstStyle>
                      <a:defPPr>
                        <a:defRPr lang="pt-BR"/>
                      </a:defPPr>
                    </a:lstStyle>
                    <a:p>
                      <a:pPr rtl="0"/>
                      <a:r>
                        <a:rPr lang="pt-BR"/>
                        <a:t>Porcentagem (%)</a:t>
                      </a:r>
                    </a:p>
                  </a:txBody>
                  <a:tcPr marT="91440" anchor="ctr"/>
                </a:tc>
                <a:tc>
                  <a:txBody>
                    <a:bodyPr/>
                    <a:lstStyle>
                      <a:defPPr>
                        <a:defRPr lang="pt-BR"/>
                      </a:defPPr>
                    </a:lstStyle>
                    <a:p>
                      <a:pPr rtl="0"/>
                      <a:r>
                        <a:rPr lang="pt-BR"/>
                        <a:t>75</a:t>
                      </a:r>
                    </a:p>
                  </a:txBody>
                  <a:tcPr marT="91440" anchor="ctr"/>
                </a:tc>
                <a:tc>
                  <a:txBody>
                    <a:bodyPr/>
                    <a:lstStyle>
                      <a:defPPr>
                        <a:defRPr lang="pt-BR"/>
                      </a:defPPr>
                    </a:lstStyle>
                    <a:p>
                      <a:pPr rtl="0"/>
                      <a:r>
                        <a:rPr lang="pt-BR"/>
                        <a:t>80</a:t>
                      </a:r>
                    </a:p>
                  </a:txBody>
                  <a:tcPr marT="91440" anchor="ctr"/>
                </a:tc>
                <a:extLst>
                  <a:ext uri="{0D108BD9-81ED-4DB2-BD59-A6C34878D82A}">
                    <a16:rowId xmlns:a16="http://schemas.microsoft.com/office/drawing/2014/main" val="522315634"/>
                  </a:ext>
                </a:extLst>
              </a:tr>
              <a:tr h="563880">
                <a:tc>
                  <a:txBody>
                    <a:bodyPr/>
                    <a:lstStyle>
                      <a:defPPr>
                        <a:defRPr lang="pt-BR"/>
                      </a:defPPr>
                    </a:lstStyle>
                    <a:p>
                      <a:pPr rtl="0"/>
                      <a:r>
                        <a:rPr lang="pt-BR"/>
                        <a:t>Pesquisas pós-apresentação</a:t>
                      </a:r>
                    </a:p>
                  </a:txBody>
                  <a:tcPr marT="91440" anchor="ctr"/>
                </a:tc>
                <a:tc>
                  <a:txBody>
                    <a:bodyPr/>
                    <a:lstStyle>
                      <a:defPPr>
                        <a:defRPr lang="pt-BR"/>
                      </a:defPPr>
                    </a:lstStyle>
                    <a:p>
                      <a:pPr rtl="0"/>
                      <a:r>
                        <a:rPr lang="pt-BR"/>
                        <a:t>Classificação média</a:t>
                      </a:r>
                    </a:p>
                  </a:txBody>
                  <a:tcPr marT="91440" anchor="ctr"/>
                </a:tc>
                <a:tc>
                  <a:txBody>
                    <a:bodyPr/>
                    <a:lstStyle>
                      <a:defPPr>
                        <a:defRPr lang="pt-BR"/>
                      </a:defPPr>
                    </a:lstStyle>
                    <a:p>
                      <a:pPr rtl="0"/>
                      <a:r>
                        <a:rPr lang="pt-BR"/>
                        <a:t>4.2</a:t>
                      </a:r>
                    </a:p>
                  </a:txBody>
                  <a:tcPr marT="91440" anchor="ctr"/>
                </a:tc>
                <a:tc>
                  <a:txBody>
                    <a:bodyPr/>
                    <a:lstStyle>
                      <a:defPPr>
                        <a:defRPr lang="pt-BR"/>
                      </a:defPPr>
                    </a:lstStyle>
                    <a:p>
                      <a:pPr rtl="0"/>
                      <a:r>
                        <a:rPr lang="pt-BR"/>
                        <a:t>4.5</a:t>
                      </a:r>
                    </a:p>
                  </a:txBody>
                  <a:tcPr marT="91440" anchor="ctr"/>
                </a:tc>
                <a:extLst>
                  <a:ext uri="{0D108BD9-81ED-4DB2-BD59-A6C34878D82A}">
                    <a16:rowId xmlns:a16="http://schemas.microsoft.com/office/drawing/2014/main" val="3923311043"/>
                  </a:ext>
                </a:extLst>
              </a:tr>
              <a:tr h="563880">
                <a:tc>
                  <a:txBody>
                    <a:bodyPr/>
                    <a:lstStyle>
                      <a:defPPr>
                        <a:defRPr lang="pt-BR"/>
                      </a:defPPr>
                    </a:lstStyle>
                    <a:p>
                      <a:pPr rtl="0"/>
                      <a:r>
                        <a:rPr lang="pt-BR"/>
                        <a:t>Taxa de referência</a:t>
                      </a:r>
                    </a:p>
                  </a:txBody>
                  <a:tcPr marT="91440" anchor="ctr"/>
                </a:tc>
                <a:tc>
                  <a:txBody>
                    <a:bodyPr/>
                    <a:lstStyle>
                      <a:defPPr>
                        <a:defRPr lang="pt-BR"/>
                      </a:defPPr>
                    </a:lstStyle>
                    <a:p>
                      <a:pPr rtl="0"/>
                      <a:r>
                        <a:rPr lang="pt-BR"/>
                        <a:t>Porcentagem (%)</a:t>
                      </a:r>
                    </a:p>
                  </a:txBody>
                  <a:tcPr marT="91440" anchor="ctr"/>
                </a:tc>
                <a:tc>
                  <a:txBody>
                    <a:bodyPr/>
                    <a:lstStyle>
                      <a:defPPr>
                        <a:defRPr lang="pt-BR"/>
                      </a:defPPr>
                    </a:lstStyle>
                    <a:p>
                      <a:pPr rtl="0"/>
                      <a:r>
                        <a:rPr lang="pt-BR" dirty="0"/>
                        <a:t>10</a:t>
                      </a:r>
                    </a:p>
                  </a:txBody>
                  <a:tcPr marT="91440" anchor="ctr"/>
                </a:tc>
                <a:tc>
                  <a:txBody>
                    <a:bodyPr/>
                    <a:lstStyle>
                      <a:defPPr>
                        <a:defRPr lang="pt-BR"/>
                      </a:defPPr>
                    </a:lstStyle>
                    <a:p>
                      <a:pPr rtl="0"/>
                      <a:r>
                        <a:rPr lang="pt-BR"/>
                        <a:t>12</a:t>
                      </a:r>
                    </a:p>
                  </a:txBody>
                  <a:tcPr marT="91440" anchor="ctr"/>
                </a:tc>
                <a:extLst>
                  <a:ext uri="{0D108BD9-81ED-4DB2-BD59-A6C34878D82A}">
                    <a16:rowId xmlns:a16="http://schemas.microsoft.com/office/drawing/2014/main" val="2046739586"/>
                  </a:ext>
                </a:extLst>
              </a:tr>
              <a:tr h="563880">
                <a:tc>
                  <a:txBody>
                    <a:bodyPr/>
                    <a:lstStyle>
                      <a:defPPr>
                        <a:defRPr lang="pt-BR"/>
                      </a:defPPr>
                    </a:lstStyle>
                    <a:p>
                      <a:pPr rtl="0"/>
                      <a:r>
                        <a:rPr lang="pt-BR"/>
                        <a:t>Oportunidades de colaboração</a:t>
                      </a:r>
                    </a:p>
                  </a:txBody>
                  <a:tcPr marT="91440" anchor="ctr"/>
                </a:tc>
                <a:tc>
                  <a:txBody>
                    <a:bodyPr/>
                    <a:lstStyle>
                      <a:defPPr>
                        <a:defRPr lang="pt-BR"/>
                      </a:defPPr>
                    </a:lstStyle>
                    <a:p>
                      <a:pPr rtl="0"/>
                      <a:r>
                        <a:rPr lang="pt-BR"/>
                        <a:t>Nº de oportunidades</a:t>
                      </a:r>
                    </a:p>
                  </a:txBody>
                  <a:tcPr marT="91440" anchor="ctr"/>
                </a:tc>
                <a:tc>
                  <a:txBody>
                    <a:bodyPr/>
                    <a:lstStyle>
                      <a:defPPr>
                        <a:defRPr lang="pt-BR"/>
                      </a:defPPr>
                    </a:lstStyle>
                    <a:p>
                      <a:pPr rtl="0"/>
                      <a:r>
                        <a:rPr lang="pt-BR" dirty="0"/>
                        <a:t>8</a:t>
                      </a:r>
                    </a:p>
                  </a:txBody>
                  <a:tcPr marT="91440" anchor="ctr"/>
                </a:tc>
                <a:tc>
                  <a:txBody>
                    <a:bodyPr/>
                    <a:lstStyle>
                      <a:defPPr>
                        <a:defRPr lang="pt-BR"/>
                      </a:defPPr>
                    </a:lstStyle>
                    <a:p>
                      <a:pPr rtl="0"/>
                      <a:r>
                        <a:rPr lang="pt-BR" dirty="0"/>
                        <a:t>10</a:t>
                      </a:r>
                    </a:p>
                  </a:txBody>
                  <a:tcPr marT="91440" anchor="ctr"/>
                </a:tc>
                <a:extLst>
                  <a:ext uri="{0D108BD9-81ED-4DB2-BD59-A6C34878D82A}">
                    <a16:rowId xmlns:a16="http://schemas.microsoft.com/office/drawing/2014/main" val="2166282185"/>
                  </a:ext>
                </a:extLst>
              </a:tr>
            </a:tbl>
          </a:graphicData>
        </a:graphic>
      </p:graphicFrame>
    </p:spTree>
    <p:extLst>
      <p:ext uri="{BB962C8B-B14F-4D97-AF65-F5344CB8AC3E}">
        <p14:creationId xmlns:p14="http://schemas.microsoft.com/office/powerpoint/2010/main" val="3345023337"/>
      </p:ext>
    </p:extLst>
  </p:cSld>
  <p:clrMapOvr>
    <a:masterClrMapping/>
  </p:clrMapOvr>
</p:sld>
</file>

<file path=ppt/slides/slide1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Título 3">
            <a:extLst>
              <a:ext uri="{FF2B5EF4-FFF2-40B4-BE49-F238E27FC236}">
                <a16:creationId xmlns:a16="http://schemas.microsoft.com/office/drawing/2014/main" id="{664081DB-1923-4878-AB15-AD54F35A1DC7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1434622" y="848455"/>
            <a:ext cx="5102365" cy="2601914"/>
          </a:xfrm>
        </p:spPr>
        <p:txBody>
          <a:bodyPr rtlCol="0"/>
          <a:lstStyle>
            <a:defPPr>
              <a:defRPr lang="pt-BR"/>
            </a:defPPr>
          </a:lstStyle>
          <a:p>
            <a:pPr rtl="0"/>
            <a:r>
              <a:rPr lang="pt-BR"/>
              <a:t>OBRIGADO</a:t>
            </a:r>
          </a:p>
        </p:txBody>
      </p:sp>
      <p:sp>
        <p:nvSpPr>
          <p:cNvPr id="5" name="Espaço Reservado para Conteúdo 4">
            <a:extLst>
              <a:ext uri="{FF2B5EF4-FFF2-40B4-BE49-F238E27FC236}">
                <a16:creationId xmlns:a16="http://schemas.microsoft.com/office/drawing/2014/main" id="{5755816F-F516-477A-8EF2-D8CA20267590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7386762" y="3928342"/>
            <a:ext cx="4162319" cy="2285000"/>
          </a:xfrm>
        </p:spPr>
        <p:txBody>
          <a:bodyPr rtlCol="0">
            <a:normAutofit/>
          </a:bodyPr>
          <a:lstStyle>
            <a:defPPr>
              <a:defRPr lang="pt-BR"/>
            </a:defPPr>
          </a:lstStyle>
          <a:p>
            <a:pPr rtl="0"/>
            <a:r>
              <a:rPr lang="pt-BR"/>
              <a:t>Brita Tamm</a:t>
            </a:r>
          </a:p>
          <a:p>
            <a:pPr rtl="0"/>
            <a:r>
              <a:rPr lang="pt-BR"/>
              <a:t>502-555-0152</a:t>
            </a:r>
          </a:p>
          <a:p>
            <a:pPr rtl="0"/>
            <a:r>
              <a:rPr lang="pt-BR"/>
              <a:t>brita@firstupconsultants.com</a:t>
            </a:r>
          </a:p>
          <a:p>
            <a:pPr rtl="0"/>
            <a:r>
              <a:rPr lang="pt-BR"/>
              <a:t>www.firstupconsultants.com</a:t>
            </a:r>
          </a:p>
        </p:txBody>
      </p:sp>
    </p:spTree>
    <p:extLst>
      <p:ext uri="{BB962C8B-B14F-4D97-AF65-F5344CB8AC3E}">
        <p14:creationId xmlns:p14="http://schemas.microsoft.com/office/powerpoint/2010/main" val="798203993"/>
      </p:ext>
    </p:extLst>
  </p:cSld>
  <p:clrMapOvr>
    <a:masterClrMapping/>
  </p:clrMapOvr>
</p:sld>
</file>

<file path=ppt/theme/theme1.xml><?xml version="1.0" encoding="utf-8"?>
<a:theme xmlns:a="http://schemas.openxmlformats.org/drawingml/2006/main" name="Personalizado">
  <a:themeElements>
    <a:clrScheme name="Shoji">
      <a:dk1>
        <a:sysClr val="windowText" lastClr="000000"/>
      </a:dk1>
      <a:lt1>
        <a:sysClr val="window" lastClr="FFFFFF"/>
      </a:lt1>
      <a:dk2>
        <a:srgbClr val="595460"/>
      </a:dk2>
      <a:lt2>
        <a:srgbClr val="EBEDEB"/>
      </a:lt2>
      <a:accent1>
        <a:srgbClr val="97A7B8"/>
      </a:accent1>
      <a:accent2>
        <a:srgbClr val="A5B592"/>
      </a:accent2>
      <a:accent3>
        <a:srgbClr val="CED228"/>
      </a:accent3>
      <a:accent4>
        <a:srgbClr val="D1C499"/>
      </a:accent4>
      <a:accent5>
        <a:srgbClr val="BDB3B6"/>
      </a:accent5>
      <a:accent6>
        <a:srgbClr val="C5A98D"/>
      </a:accent6>
      <a:hlink>
        <a:srgbClr val="CC9900"/>
      </a:hlink>
      <a:folHlink>
        <a:srgbClr val="96A9A9"/>
      </a:folHlink>
    </a:clrScheme>
    <a:fontScheme name="Custom 7">
      <a:majorFont>
        <a:latin typeface="Meiryo"/>
        <a:ea typeface=""/>
        <a:cs typeface=""/>
      </a:majorFont>
      <a:minorFont>
        <a:latin typeface="Meiryo"/>
        <a:ea typeface=""/>
        <a:cs typeface=""/>
      </a:minorFont>
    </a:fontScheme>
    <a:fmtScheme name="Feathered">
      <a:fillStyleLst>
        <a:solidFill>
          <a:schemeClr val="phClr"/>
        </a:solidFill>
        <a:solidFill>
          <a:schemeClr val="phClr">
            <a:tint val="67000"/>
            <a:satMod val="105000"/>
          </a:schemeClr>
        </a:solidFill>
        <a:gradFill rotWithShape="1">
          <a:gsLst>
            <a:gs pos="0">
              <a:schemeClr val="phClr">
                <a:tint val="94000"/>
                <a:satMod val="103000"/>
                <a:lumMod val="102000"/>
              </a:schemeClr>
            </a:gs>
            <a:gs pos="50000">
              <a:schemeClr val="phClr">
                <a:shade val="100000"/>
                <a:satMod val="110000"/>
                <a:lumMod val="100000"/>
              </a:schemeClr>
            </a:gs>
            <a:gs pos="100000">
              <a:schemeClr val="phClr">
                <a:shade val="70000"/>
                <a:satMod val="120000"/>
                <a:lumMod val="99000"/>
              </a:schemeClr>
            </a:gs>
          </a:gsLst>
          <a:path path="circle">
            <a:fillToRect l="100000" t="100000" r="100000" b="100000"/>
          </a:path>
        </a:gradFill>
      </a:fillStyleLst>
      <a:lnStyleLst>
        <a:ln w="9525" cap="flat" cmpd="sng" algn="ctr">
          <a:solidFill>
            <a:schemeClr val="phClr"/>
          </a:solidFill>
          <a:prstDash val="solid"/>
        </a:ln>
        <a:ln w="12700" cap="flat" cmpd="sng" algn="ctr">
          <a:solidFill>
            <a:schemeClr val="phClr"/>
          </a:solidFill>
          <a:prstDash val="solid"/>
        </a:ln>
        <a:ln w="19050" cap="flat" cmpd="sng" algn="ctr">
          <a:solidFill>
            <a:schemeClr val="phClr">
              <a:tint val="50000"/>
              <a:shade val="83000"/>
            </a:schemeClr>
          </a:solidFill>
          <a:prstDash val="solid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25400" dir="5400000" algn="ctr" rotWithShape="0">
              <a:srgbClr val="000000">
                <a:alpha val="20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hade val="98000"/>
                <a:satMod val="150000"/>
                <a:lumMod val="102000"/>
              </a:schemeClr>
            </a:gs>
            <a:gs pos="50000">
              <a:schemeClr val="phClr">
                <a:tint val="98000"/>
                <a:shade val="90000"/>
                <a:satMod val="13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TM56000440_Win32_SL_V16" id="{CF0BD908-D97F-4F3D-93F8-5C13D62FEC7B}" vid="{3157B129-F0C3-4A9B-9964-A8F791E45FAC}"/>
    </a:ext>
  </a:extLst>
</a:theme>
</file>

<file path=ppt/theme/theme2.xml><?xml version="1.0" encoding="utf-8"?>
<a:theme xmlns:a="http://schemas.openxmlformats.org/drawingml/2006/main" name="Tema do Offic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Calibri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ppt/theme/theme3.xml><?xml version="1.0" encoding="utf-8"?>
<a:theme xmlns:a="http://schemas.openxmlformats.org/drawingml/2006/main" name="Tema do Offic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Calibri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customXml/_rels/item1.xml.rels><?xml version="1.0" encoding="UTF-8" standalone="yes"?>
<Relationships xmlns="http://schemas.openxmlformats.org/package/2006/relationships"><Relationship Id="rId1" Type="http://schemas.openxmlformats.org/officeDocument/2006/relationships/customXmlProps" Target="itemProps1.xml"/></Relationships>
</file>

<file path=customXml/_rels/item2.xml.rels><?xml version="1.0" encoding="UTF-8" standalone="yes"?>
<Relationships xmlns="http://schemas.openxmlformats.org/package/2006/relationships"><Relationship Id="rId1" Type="http://schemas.openxmlformats.org/officeDocument/2006/relationships/customXmlProps" Target="itemProps2.xml"/></Relationships>
</file>

<file path=customXml/_rels/item3.xml.rels><?xml version="1.0" encoding="UTF-8" standalone="yes"?>
<Relationships xmlns="http://schemas.openxmlformats.org/package/2006/relationships"><Relationship Id="rId1" Type="http://schemas.openxmlformats.org/officeDocument/2006/relationships/customXmlProps" Target="itemProps3.xml"/></Relationships>
</file>

<file path=customXml/item1.xml><?xml version="1.0" encoding="utf-8"?>
<p:properties xmlns:p="http://schemas.microsoft.com/office/2006/metadata/properties" xmlns:xsi="http://www.w3.org/2001/XMLSchema-instance" xmlns:pc="http://schemas.microsoft.com/office/infopath/2007/PartnerControls">
  <documentManagement>
    <_ip_UnifiedCompliancePolicyUIAction xmlns="http://schemas.microsoft.com/sharepoint/v3" xsi:nil="true"/>
    <Image xmlns="71af3243-3dd4-4a8d-8c0d-dd76da1f02a5">
      <Url xsi:nil="true"/>
      <Description xsi:nil="true"/>
    </Image>
    <Status xmlns="71af3243-3dd4-4a8d-8c0d-dd76da1f02a5">Not started</Status>
    <Background xmlns="71af3243-3dd4-4a8d-8c0d-dd76da1f02a5">false</Background>
    <_ip_UnifiedCompliancePolicyProperties xmlns="http://schemas.microsoft.com/sharepoint/v3" xsi:nil="true"/>
    <ImageTagsTaxHTField xmlns="71af3243-3dd4-4a8d-8c0d-dd76da1f02a5">
      <Terms xmlns="http://schemas.microsoft.com/office/infopath/2007/PartnerControls"/>
    </ImageTagsTaxHTField>
    <TaxCatchAll xmlns="230e9df3-be65-4c73-a93b-d1236ebd677e" xsi:nil="true"/>
    <MediaServiceKeyPoints xmlns="71af3243-3dd4-4a8d-8c0d-dd76da1f02a5" xsi:nil="true"/>
  </documentManagement>
</p:properties>
</file>

<file path=customXml/item2.xml><?xml version="1.0" encoding="utf-8"?>
<?mso-contentType ?>
<FormTemplates xmlns="http://schemas.microsoft.com/sharepoint/v3/contenttype/forms">
  <Display>DocumentLibraryForm</Display>
  <Edit>DocumentLibraryForm</Edit>
  <New>DocumentLibraryForm</New>
</FormTemplates>
</file>

<file path=customXml/item3.xml><?xml version="1.0" encoding="utf-8"?>
<ct:contentTypeSchema xmlns:ct="http://schemas.microsoft.com/office/2006/metadata/contentType" xmlns:ma="http://schemas.microsoft.com/office/2006/metadata/properties/metaAttributes" ct:_="" ma:_="" ma:contentTypeName="Document" ma:contentTypeID="0x01010079F111ED35F8CC479449609E8A0923A6" ma:contentTypeVersion="28" ma:contentTypeDescription="Create a new document." ma:contentTypeScope="" ma:versionID="60f5a4f2d2b0abadcf532d48ebf9cb71">
  <xsd:schema xmlns:xsd="http://www.w3.org/2001/XMLSchema" xmlns:xs="http://www.w3.org/2001/XMLSchema" xmlns:p="http://schemas.microsoft.com/office/2006/metadata/properties" xmlns:ns1="http://schemas.microsoft.com/sharepoint/v3" xmlns:ns2="71af3243-3dd4-4a8d-8c0d-dd76da1f02a5" xmlns:ns3="16c05727-aa75-4e4a-9b5f-8a80a1165891" xmlns:ns4="230e9df3-be65-4c73-a93b-d1236ebd677e" targetNamespace="http://schemas.microsoft.com/office/2006/metadata/properties" ma:root="true" ma:fieldsID="7dd78129e6a1811f84807ad11c651531" ns1:_="" ns2:_="" ns3:_="" ns4:_="">
    <xsd:import namespace="http://schemas.microsoft.com/sharepoint/v3"/>
    <xsd:import namespace="71af3243-3dd4-4a8d-8c0d-dd76da1f02a5"/>
    <xsd:import namespace="16c05727-aa75-4e4a-9b5f-8a80a1165891"/>
    <xsd:import namespace="230e9df3-be65-4c73-a93b-d1236ebd677e"/>
    <xsd:element name="properties">
      <xsd:complexType>
        <xsd:sequence>
          <xsd:element name="documentManagement">
            <xsd:complexType>
              <xsd:all>
                <xsd:element ref="ns2:Status" minOccurs="0"/>
                <xsd:element ref="ns2:Image" minOccurs="0"/>
                <xsd:element ref="ns2:MediaServiceMetadata" minOccurs="0"/>
                <xsd:element ref="ns2:MediaServiceFastMetadata" minOccurs="0"/>
                <xsd:element ref="ns2:MediaServiceOCR" minOccurs="0"/>
                <xsd:element ref="ns2:MediaServiceAutoTags" minOccurs="0"/>
                <xsd:element ref="ns2:MediaServiceEventHashCode" minOccurs="0"/>
                <xsd:element ref="ns2:MediaServiceGenerationTime" minOccurs="0"/>
                <xsd:element ref="ns3:SharedWithUsers" minOccurs="0"/>
                <xsd:element ref="ns3:SharedWithDetails" minOccurs="0"/>
                <xsd:element ref="ns2:MediaServiceAutoKeyPoints" minOccurs="0"/>
                <xsd:element ref="ns2:MediaServiceKeyPoints" minOccurs="0"/>
                <xsd:element ref="ns2:MediaServiceDateTaken" minOccurs="0"/>
                <xsd:element ref="ns1:_ip_UnifiedCompliancePolicyProperties" minOccurs="0"/>
                <xsd:element ref="ns1:_ip_UnifiedCompliancePolicyUIAction" minOccurs="0"/>
                <xsd:element ref="ns4:TaxCatchAll" minOccurs="0"/>
                <xsd:element ref="ns2:ImageTagsTaxHTField" minOccurs="0"/>
                <xsd:element ref="ns2:MediaServiceLocation" minOccurs="0"/>
                <xsd:element ref="ns2:MediaLengthInSeconds" minOccurs="0"/>
                <xsd:element ref="ns2:Background" minOccurs="0"/>
                <xsd:element ref="ns2:MediaServiceSearchProperties" minOccurs="0"/>
                <xsd:element ref="ns2:MediaServiceDocTags" minOccurs="0"/>
                <xsd:element ref="ns2:MediaServiceObjectDetectorVersions" minOccurs="0"/>
                <xsd:element ref="ns2:MediaServiceSystemTags" minOccurs="0"/>
              </xsd:all>
            </xsd:complexType>
          </xsd:element>
        </xsd:sequence>
      </xsd:complexType>
    </xsd:element>
  </xsd:schema>
  <xsd:schema xmlns:xsd="http://www.w3.org/2001/XMLSchema" xmlns:xs="http://www.w3.org/2001/XMLSchema" xmlns:dms="http://schemas.microsoft.com/office/2006/documentManagement/types" xmlns:pc="http://schemas.microsoft.com/office/infopath/2007/PartnerControls" targetNamespace="http://schemas.microsoft.com/sharepoint/v3" elementFormDefault="qualified">
    <xsd:import namespace="http://schemas.microsoft.com/office/2006/documentManagement/types"/>
    <xsd:import namespace="http://schemas.microsoft.com/office/infopath/2007/PartnerControls"/>
    <xsd:element name="_ip_UnifiedCompliancePolicyProperties" ma:index="20" nillable="true" ma:displayName="Unified Compliance Policy Properties" ma:hidden="true" ma:internalName="_ip_UnifiedCompliancePolicyProperties" ma:readOnly="false">
      <xsd:simpleType>
        <xsd:restriction base="dms:Note"/>
      </xsd:simpleType>
    </xsd:element>
    <xsd:element name="_ip_UnifiedCompliancePolicyUIAction" ma:index="21" nillable="true" ma:displayName="Unified Compliance Policy UI Action" ma:hidden="true" ma:internalName="_ip_UnifiedCompliancePolicyUIAction" ma:readOnly="false">
      <xsd:simpleType>
        <xsd:restriction base="dms:Text"/>
      </xsd:simpleType>
    </xsd:element>
  </xsd:schema>
  <xsd:schema xmlns:xsd="http://www.w3.org/2001/XMLSchema" xmlns:xs="http://www.w3.org/2001/XMLSchema" xmlns:dms="http://schemas.microsoft.com/office/2006/documentManagement/types" xmlns:pc="http://schemas.microsoft.com/office/infopath/2007/PartnerControls" targetNamespace="71af3243-3dd4-4a8d-8c0d-dd76da1f02a5" elementFormDefault="qualified">
    <xsd:import namespace="http://schemas.microsoft.com/office/2006/documentManagement/types"/>
    <xsd:import namespace="http://schemas.microsoft.com/office/infopath/2007/PartnerControls"/>
    <xsd:element name="Status" ma:index="2" nillable="true" ma:displayName="Status" ma:default="Not started" ma:format="Dropdown" ma:internalName="Status" ma:readOnly="false">
      <xsd:simpleType>
        <xsd:restriction base="dms:Choice">
          <xsd:enumeration value="Not started"/>
          <xsd:enumeration value="In Progress"/>
          <xsd:enumeration value="Completed"/>
        </xsd:restriction>
      </xsd:simpleType>
    </xsd:element>
    <xsd:element name="Image" ma:index="3" nillable="true" ma:displayName="Image" ma:format="Image" ma:internalName="Image" ma:readOnly="false">
      <xsd:complexType>
        <xsd:complexContent>
          <xsd:extension base="dms:URL">
            <xsd:sequence>
              <xsd:element name="Url" type="dms:ValidUrl" minOccurs="0" nillable="true"/>
              <xsd:element name="Description" type="xsd:string" nillable="true"/>
            </xsd:sequence>
          </xsd:extension>
        </xsd:complexContent>
      </xsd:complexType>
    </xsd:element>
    <xsd:element name="MediaServiceMetadata" ma:index="8" nillable="true" ma:displayName="MediaServiceMetadata" ma:hidden="true" ma:internalName="MediaServiceMetadata" ma:readOnly="true">
      <xsd:simpleType>
        <xsd:restriction base="dms:Note"/>
      </xsd:simpleType>
    </xsd:element>
    <xsd:element name="MediaServiceFastMetadata" ma:index="9" nillable="true" ma:displayName="MediaServiceFastMetadata" ma:hidden="true" ma:internalName="MediaServiceFastMetadata" ma:readOnly="true">
      <xsd:simpleType>
        <xsd:restriction base="dms:Note"/>
      </xsd:simpleType>
    </xsd:element>
    <xsd:element name="MediaServiceOCR" ma:index="10" nillable="true" ma:displayName="MediaServiceOCR" ma:hidden="true" ma:internalName="MediaServiceOCR" ma:readOnly="true">
      <xsd:simpleType>
        <xsd:restriction base="dms:Note"/>
      </xsd:simpleType>
    </xsd:element>
    <xsd:element name="MediaServiceAutoTags" ma:index="11" nillable="true" ma:displayName="MediaServiceAutoTags" ma:hidden="true" ma:internalName="MediaServiceAutoTags" ma:readOnly="true">
      <xsd:simpleType>
        <xsd:restriction base="dms:Text"/>
      </xsd:simpleType>
    </xsd:element>
    <xsd:element name="MediaServiceEventHashCode" ma:index="12" nillable="true" ma:displayName="MediaServiceEventHashCode" ma:hidden="true" ma:internalName="MediaServiceEventHashCode" ma:readOnly="true">
      <xsd:simpleType>
        <xsd:restriction base="dms:Text"/>
      </xsd:simpleType>
    </xsd:element>
    <xsd:element name="MediaServiceGenerationTime" ma:index="13" nillable="true" ma:displayName="MediaServiceGenerationTime" ma:hidden="true" ma:internalName="MediaServiceGenerationTime" ma:readOnly="true">
      <xsd:simpleType>
        <xsd:restriction base="dms:Text"/>
      </xsd:simpleType>
    </xsd:element>
    <xsd:element name="MediaServiceAutoKeyPoints" ma:index="16" nillable="true" ma:displayName="MediaServiceAutoKeyPoints" ma:hidden="true" ma:internalName="MediaServiceAutoKeyPoints" ma:readOnly="true">
      <xsd:simpleType>
        <xsd:restriction base="dms:Note"/>
      </xsd:simpleType>
    </xsd:element>
    <xsd:element name="MediaServiceKeyPoints" ma:index="17" nillable="true" ma:displayName="KeyPoints" ma:hidden="true" ma:internalName="MediaServiceKeyPoints" ma:readOnly="false">
      <xsd:simpleType>
        <xsd:restriction base="dms:Note"/>
      </xsd:simpleType>
    </xsd:element>
    <xsd:element name="MediaServiceDateTaken" ma:index="18" nillable="true" ma:displayName="MediaServiceDateTaken" ma:hidden="true" ma:internalName="MediaServiceDateTaken" ma:readOnly="true">
      <xsd:simpleType>
        <xsd:restriction base="dms:Text"/>
      </xsd:simpleType>
    </xsd:element>
    <xsd:element name="ImageTagsTaxHTField" ma:index="25" nillable="true" ma:taxonomy="true" ma:internalName="ImageTagsTaxHTField" ma:taxonomyFieldName="MediaServiceImageTags" ma:displayName="Image Tags" ma:readOnly="false" ma:fieldId="{5cf76f15-5ced-4ddc-b409-7134ff3c332f}" ma:taxonomyMulti="true" ma:sspId="e385fb40-52d4-4fae-9c5b-3e8ff8a5878e" ma:termSetId="09814cd3-568e-fe90-9814-8d621ff8fb84" ma:anchorId="fba54fb3-c3e1-fe81-a776-ca4b69148c4d" ma:open="true" ma:isKeyword="false">
      <xsd:complexType>
        <xsd:sequence>
          <xsd:element ref="pc:Terms" minOccurs="0" maxOccurs="1"/>
        </xsd:sequence>
      </xsd:complexType>
    </xsd:element>
    <xsd:element name="MediaServiceLocation" ma:index="26" nillable="true" ma:displayName="Location" ma:hidden="true" ma:internalName="MediaServiceLocation" ma:readOnly="true">
      <xsd:simpleType>
        <xsd:restriction base="dms:Text"/>
      </xsd:simpleType>
    </xsd:element>
    <xsd:element name="MediaLengthInSeconds" ma:index="27" nillable="true" ma:displayName="MediaLengthInSeconds" ma:hidden="true" ma:internalName="MediaLengthInSeconds" ma:readOnly="true">
      <xsd:simpleType>
        <xsd:restriction base="dms:Unknown"/>
      </xsd:simpleType>
    </xsd:element>
    <xsd:element name="Background" ma:index="28" nillable="true" ma:displayName="Background" ma:default="0" ma:format="Dropdown" ma:internalName="Background">
      <xsd:simpleType>
        <xsd:restriction base="dms:Boolean"/>
      </xsd:simpleType>
    </xsd:element>
    <xsd:element name="MediaServiceSearchProperties" ma:index="29" nillable="true" ma:displayName="MediaServiceSearchProperties" ma:hidden="true" ma:internalName="MediaServiceSearchProperties" ma:readOnly="true">
      <xsd:simpleType>
        <xsd:restriction base="dms:Note"/>
      </xsd:simpleType>
    </xsd:element>
    <xsd:element name="MediaServiceDocTags" ma:index="30" nillable="true" ma:displayName="MediaServiceDocTags" ma:hidden="true" ma:internalName="MediaServiceDocTags" ma:readOnly="true">
      <xsd:simpleType>
        <xsd:restriction base="dms:Note"/>
      </xsd:simpleType>
    </xsd:element>
    <xsd:element name="MediaServiceObjectDetectorVersions" ma:index="31" nillable="true" ma:displayName="MediaServiceObjectDetectorVersions" ma:description="" ma:hidden="true" ma:indexed="true" ma:internalName="MediaServiceObjectDetectorVersions" ma:readOnly="true">
      <xsd:simpleType>
        <xsd:restriction base="dms:Text"/>
      </xsd:simpleType>
    </xsd:element>
    <xsd:element name="MediaServiceSystemTags" ma:index="32" nillable="true" ma:displayName="MediaServiceSystemTags" ma:hidden="true" ma:internalName="MediaServiceSystemTags" ma:readOnly="true">
      <xsd:simpleType>
        <xsd:restriction base="dms:Note"/>
      </xsd:simpleType>
    </xsd:element>
  </xsd:schema>
  <xsd:schema xmlns:xsd="http://www.w3.org/2001/XMLSchema" xmlns:xs="http://www.w3.org/2001/XMLSchema" xmlns:dms="http://schemas.microsoft.com/office/2006/documentManagement/types" xmlns:pc="http://schemas.microsoft.com/office/infopath/2007/PartnerControls" targetNamespace="16c05727-aa75-4e4a-9b5f-8a80a1165891" elementFormDefault="qualified">
    <xsd:import namespace="http://schemas.microsoft.com/office/2006/documentManagement/types"/>
    <xsd:import namespace="http://schemas.microsoft.com/office/infopath/2007/PartnerControls"/>
    <xsd:element name="SharedWithUsers" ma:index="14" nillable="true" ma:displayName="Shared With" ma:hidden="true" ma:internalName="SharedWithUsers" ma:readOnly="true">
      <xsd:complexType>
        <xsd:complexContent>
          <xsd:extension base="dms:UserMulti">
            <xsd:sequence>
              <xsd:element name="UserInfo" minOccurs="0" maxOccurs="unbounded">
                <xsd:complexType>
                  <xsd:sequence>
                    <xsd:element name="DisplayName" type="xsd:string" minOccurs="0"/>
                    <xsd:element name="AccountId" type="dms:UserId" minOccurs="0" nillable="true"/>
                    <xsd:element name="AccountType" type="xsd:string" minOccurs="0"/>
                  </xsd:sequence>
                </xsd:complexType>
              </xsd:element>
            </xsd:sequence>
          </xsd:extension>
        </xsd:complexContent>
      </xsd:complexType>
    </xsd:element>
    <xsd:element name="SharedWithDetails" ma:index="15" nillable="true" ma:displayName="Shared With Details" ma:hidden="true" ma:internalName="SharedWithDetails" ma:readOnly="true">
      <xsd:simpleType>
        <xsd:restriction base="dms:Note"/>
      </xsd:simpleType>
    </xsd:element>
  </xsd:schema>
  <xsd:schema xmlns:xsd="http://www.w3.org/2001/XMLSchema" xmlns:xs="http://www.w3.org/2001/XMLSchema" xmlns:dms="http://schemas.microsoft.com/office/2006/documentManagement/types" xmlns:pc="http://schemas.microsoft.com/office/infopath/2007/PartnerControls" targetNamespace="230e9df3-be65-4c73-a93b-d1236ebd677e" elementFormDefault="qualified">
    <xsd:import namespace="http://schemas.microsoft.com/office/2006/documentManagement/types"/>
    <xsd:import namespace="http://schemas.microsoft.com/office/infopath/2007/PartnerControls"/>
    <xsd:element name="TaxCatchAll" ma:index="23" nillable="true" ma:displayName="Taxonomy Catch All Column" ma:hidden="true" ma:list="{3f6bfcbc-3db3-4ae6-bd76-326f0798ad28}" ma:internalName="TaxCatchAll" ma:readOnly="false" ma:showField="CatchAllData" ma:web="16c05727-aa75-4e4a-9b5f-8a80a1165891">
      <xsd:complexType>
        <xsd:complexContent>
          <xsd:extension base="dms:MultiChoiceLookup">
            <xsd:sequence>
              <xsd:element name="Value" type="dms:Lookup" maxOccurs="unbounded" minOccurs="0" nillable="true"/>
            </xsd:sequence>
          </xsd:extension>
        </xsd:complexContent>
      </xsd:complexType>
    </xsd:element>
  </xsd:schema>
  <xsd:schema xmlns="http://schemas.openxmlformats.org/package/2006/metadata/core-properties" xmlns:xsd="http://www.w3.org/2001/XMLSchema" xmlns:xsi="http://www.w3.org/2001/XMLSchema-instance" xmlns:dc="http://purl.org/dc/elements/1.1/" xmlns:dcterms="http://purl.org/dc/terms/" xmlns:odoc="http://schemas.microsoft.com/internal/obd" targetNamespace="http://schemas.openxmlformats.org/package/2006/metadata/core-properties" elementFormDefault="qualified" attributeFormDefault="unqualified" blockDefault="#all">
    <xsd:import namespace="http://purl.org/dc/elements/1.1/" schemaLocation="http://dublincore.org/schemas/xmls/qdc/2003/04/02/dc.xsd"/>
    <xsd:import namespace="http://purl.org/dc/terms/" schemaLocation="http://dublincore.org/schemas/xmls/qdc/2003/04/02/dcterms.xsd"/>
    <xsd:element name="coreProperties" type="CT_coreProperties"/>
    <xsd:complexType name="CT_coreProperties">
      <xsd:all>
        <xsd:element ref="dc:creator" minOccurs="0" maxOccurs="1"/>
        <xsd:element ref="dcterms:created" minOccurs="0" maxOccurs="1"/>
        <xsd:element ref="dc:identifier" minOccurs="0" maxOccurs="1"/>
        <xsd:element name="contentType" minOccurs="0" maxOccurs="1" type="xsd:string" ma:displayName="Content Type"/>
        <xsd:element ref="dc:title" minOccurs="0" maxOccurs="1" ma:index="1" ma:displayName="Title"/>
        <xsd:element ref="dc:subject" minOccurs="0" maxOccurs="1"/>
        <xsd:element ref="dc:description" minOccurs="0" maxOccurs="1"/>
        <xsd:element name="keywords" minOccurs="0" maxOccurs="1" type="xsd:string"/>
        <xsd:element ref="dc:language" minOccurs="0" maxOccurs="1"/>
        <xsd:element name="category" minOccurs="0" maxOccurs="1" type="xsd:string"/>
        <xsd:element name="version" minOccurs="0" maxOccurs="1" type="xsd:string"/>
        <xsd:element name="revision" minOccurs="0" maxOccurs="1" type="xsd:string">
          <xsd:annotation>
            <xsd:documentation>
                        This value indicates the number of saves or revisions. The application is responsible for updating this value after each revision.
                    </xsd:documentation>
          </xsd:annotation>
        </xsd:element>
        <xsd:element name="lastModifiedBy" minOccurs="0" maxOccurs="1" type="xsd:string"/>
        <xsd:element ref="dcterms:modified" minOccurs="0" maxOccurs="1"/>
        <xsd:element name="contentStatus" minOccurs="0" maxOccurs="1" type="xsd:string"/>
      </xsd:all>
    </xsd:complexType>
  </xsd:schema>
  <xs:schema xmlns:pc="http://schemas.microsoft.com/office/infopath/2007/PartnerControls" xmlns:xs="http://www.w3.org/2001/XMLSchema" targetNamespace="http://schemas.microsoft.com/office/infopath/2007/PartnerControls" elementFormDefault="qualified" attributeFormDefault="unqualified">
    <xs:element name="Person">
      <xs:complexType>
        <xs:sequence>
          <xs:element ref="pc:DisplayName" minOccurs="0"/>
          <xs:element ref="pc:AccountId" minOccurs="0"/>
          <xs:element ref="pc:AccountType" minOccurs="0"/>
        </xs:sequence>
      </xs:complexType>
    </xs:element>
    <xs:element name="DisplayName" type="xs:string"/>
    <xs:element name="AccountId" type="xs:string"/>
    <xs:element name="AccountType" type="xs:string"/>
    <xs:element name="BDCAssociatedEntity">
      <xs:complexType>
        <xs:sequence>
          <xs:element ref="pc:BDCEntity" minOccurs="0" maxOccurs="unbounded"/>
        </xs:sequence>
        <xs:attribute ref="pc:EntityNamespace"/>
        <xs:attribute ref="pc:EntityName"/>
        <xs:attribute ref="pc:SystemInstanceName"/>
        <xs:attribute ref="pc:AssociationName"/>
      </xs:complexType>
    </xs:element>
    <xs:attribute name="EntityNamespace" type="xs:string"/>
    <xs:attribute name="EntityName" type="xs:string"/>
    <xs:attribute name="SystemInstanceName" type="xs:string"/>
    <xs:attribute name="AssociationName" type="xs:string"/>
    <xs:element name="BDCEntity">
      <xs:complexType>
        <xs:sequence>
          <xs:element ref="pc:EntityDisplayName" minOccurs="0"/>
          <xs:element ref="pc:EntityInstanceReference" minOccurs="0"/>
          <xs:element ref="pc:EntityId1" minOccurs="0"/>
          <xs:element ref="pc:EntityId2" minOccurs="0"/>
          <xs:element ref="pc:EntityId3" minOccurs="0"/>
          <xs:element ref="pc:EntityId4" minOccurs="0"/>
          <xs:element ref="pc:EntityId5" minOccurs="0"/>
        </xs:sequence>
      </xs:complexType>
    </xs:element>
    <xs:element name="EntityDisplayName" type="xs:string"/>
    <xs:element name="EntityInstanceReference" type="xs:string"/>
    <xs:element name="EntityId1" type="xs:string"/>
    <xs:element name="EntityId2" type="xs:string"/>
    <xs:element name="EntityId3" type="xs:string"/>
    <xs:element name="EntityId4" type="xs:string"/>
    <xs:element name="EntityId5" type="xs:string"/>
    <xs:element name="Terms">
      <xs:complexType>
        <xs:sequence>
          <xs:element ref="pc:TermInfo" minOccurs="0" maxOccurs="unbounded"/>
        </xs:sequence>
      </xs:complexType>
    </xs:element>
    <xs:element name="TermInfo">
      <xs:complexType>
        <xs:sequence>
          <xs:element ref="pc:TermName" minOccurs="0"/>
          <xs:element ref="pc:TermId" minOccurs="0"/>
        </xs:sequence>
      </xs:complexType>
    </xs:element>
    <xs:element name="TermName" type="xs:string"/>
    <xs:element name="TermId" type="xs:string"/>
  </xs:schema>
</ct:contentTypeSchema>
</file>

<file path=customXml/itemProps1.xml><?xml version="1.0" encoding="utf-8"?>
<ds:datastoreItem xmlns:ds="http://schemas.openxmlformats.org/officeDocument/2006/customXml" ds:itemID="{57FF477C-132F-44F8-8C56-EBFF95FAF97B}">
  <ds:schemaRefs>
    <ds:schemaRef ds:uri="http://schemas.microsoft.com/office/2006/metadata/properties"/>
    <ds:schemaRef ds:uri="http://schemas.microsoft.com/office/infopath/2007/PartnerControls"/>
    <ds:schemaRef ds:uri="http://schemas.microsoft.com/sharepoint/v3"/>
    <ds:schemaRef ds:uri="71af3243-3dd4-4a8d-8c0d-dd76da1f02a5"/>
    <ds:schemaRef ds:uri="230e9df3-be65-4c73-a93b-d1236ebd677e"/>
  </ds:schemaRefs>
</ds:datastoreItem>
</file>

<file path=customXml/itemProps2.xml><?xml version="1.0" encoding="utf-8"?>
<ds:datastoreItem xmlns:ds="http://schemas.openxmlformats.org/officeDocument/2006/customXml" ds:itemID="{6F36CB81-A037-44A8-88EB-C0C0F17FD4B1}">
  <ds:schemaRefs>
    <ds:schemaRef ds:uri="http://schemas.microsoft.com/sharepoint/v3/contenttype/forms"/>
  </ds:schemaRefs>
</ds:datastoreItem>
</file>

<file path=customXml/itemProps3.xml><?xml version="1.0" encoding="utf-8"?>
<ds:datastoreItem xmlns:ds="http://schemas.openxmlformats.org/officeDocument/2006/customXml" ds:itemID="{2C1AA24C-4CA6-40FF-8947-DA1F6F47456C}">
  <ds:schemaRefs>
    <ds:schemaRef ds:uri="http://schemas.microsoft.com/office/2006/metadata/contentType"/>
    <ds:schemaRef ds:uri="http://schemas.microsoft.com/office/2006/metadata/properties/metaAttributes"/>
    <ds:schemaRef ds:uri="http://www.w3.org/2001/XMLSchema"/>
    <ds:schemaRef ds:uri="http://schemas.microsoft.com/office/2006/metadata/properties"/>
    <ds:schemaRef ds:uri="http://schemas.microsoft.com/sharepoint/v3"/>
    <ds:schemaRef ds:uri="71af3243-3dd4-4a8d-8c0d-dd76da1f02a5"/>
    <ds:schemaRef ds:uri="16c05727-aa75-4e4a-9b5f-8a80a1165891"/>
    <ds:schemaRef ds:uri="230e9df3-be65-4c73-a93b-d1236ebd677e"/>
    <ds:schemaRef ds:uri="http://schemas.microsoft.com/office/2006/documentManagement/types"/>
    <ds:schemaRef ds:uri="http://schemas.microsoft.com/office/infopath/2007/PartnerControls"/>
    <ds:schemaRef ds:uri="http://schemas.openxmlformats.org/package/2006/metadata/core-properties"/>
    <ds:schemaRef ds:uri="http://purl.org/dc/elements/1.1/"/>
    <ds:schemaRef ds:uri="http://purl.org/dc/terms/"/>
    <ds:schemaRef ds:uri="http://schemas.microsoft.com/internal/obd"/>
  </ds:schemaRefs>
</ds:datastoreItem>
</file>

<file path=docMetadata/LabelInfo.xml><?xml version="1.0" encoding="utf-8"?>
<clbl:labelList xmlns:clbl="http://schemas.microsoft.com/office/2020/mipLabelMetadata"/>
</file>

<file path=docProps/app.xml><?xml version="1.0" encoding="utf-8"?>
<Properties xmlns="http://schemas.openxmlformats.org/officeDocument/2006/extended-properties" xmlns:vt="http://schemas.openxmlformats.org/officeDocument/2006/docPropsVTypes">
  <Template>TM56000440_Win32_SL_V17</Template>
  <TotalTime>0</TotalTime>
  <Words>464</Words>
  <Application>Microsoft Office PowerPoint</Application>
  <PresentationFormat>Widescreen</PresentationFormat>
  <Paragraphs>120</Paragraphs>
  <Slides>13</Slides>
  <Notes>13</Notes>
  <HiddenSlides>0</HiddenSlides>
  <MMClips>0</MMClips>
  <ScaleCrop>false</ScaleCrop>
  <HeadingPairs>
    <vt:vector size="4" baseType="variant">
      <vt:variant>
        <vt:lpstr>Tema</vt:lpstr>
      </vt:variant>
      <vt:variant>
        <vt:i4>1</vt:i4>
      </vt:variant>
      <vt:variant>
        <vt:lpstr>Títulos de slides</vt:lpstr>
      </vt:variant>
      <vt:variant>
        <vt:i4>13</vt:i4>
      </vt:variant>
    </vt:vector>
  </HeadingPairs>
  <TitlesOfParts>
    <vt:vector size="14" baseType="lpstr">
      <vt:lpstr>Personalizado</vt:lpstr>
      <vt:lpstr>Apresentação básica</vt:lpstr>
      <vt:lpstr>Agenda</vt:lpstr>
      <vt:lpstr>O poder da  comunicação</vt:lpstr>
      <vt:lpstr>Superando o nervosismo</vt:lpstr>
      <vt:lpstr>Envolvendo a audiência</vt:lpstr>
      <vt:lpstr>Seleção de recursos visuais</vt:lpstr>
      <vt:lpstr>Técnicas eficazes de entrega</vt:lpstr>
      <vt:lpstr>Navegando em sessões de P e R</vt:lpstr>
      <vt:lpstr>Impacto ao falar</vt:lpstr>
      <vt:lpstr>Entrega dinâmica</vt:lpstr>
      <vt:lpstr>Dicas e conclusões finais</vt:lpstr>
      <vt:lpstr>Métricas de participação de fala</vt:lpstr>
      <vt:lpstr>OBRIGADO</vt:lpstr>
    </vt:vector>
  </TitlesOfParts>
  <Company/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creator/>
  <cp:lastModifiedBy/>
  <cp:revision>2</cp:revision>
  <dcterms:created xsi:type="dcterms:W3CDTF">2026-03-13T01:14:20Z</dcterms:created>
  <dcterms:modified xsi:type="dcterms:W3CDTF">2026-03-13T01:14:32Z</dcterms:modified>
</cp:coreProperties>
</file>

<file path=docProps/custom.xml><?xml version="1.0" encoding="utf-8"?>
<Properties xmlns="http://schemas.openxmlformats.org/officeDocument/2006/custom-properties" xmlns:vt="http://schemas.openxmlformats.org/officeDocument/2006/docPropsVTypes">
  <property fmtid="{D5CDD505-2E9C-101B-9397-08002B2CF9AE}" pid="2" name="ContentTypeId">
    <vt:lpwstr>0x01010079F111ED35F8CC479449609E8A0923A6</vt:lpwstr>
  </property>
  <property fmtid="{D5CDD505-2E9C-101B-9397-08002B2CF9AE}" pid="3" name="MediaServiceImageTags">
    <vt:lpwstr/>
  </property>
</Properties>
</file>