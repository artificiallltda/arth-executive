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ED"/>
                </a:solidFill>
                <a:latin typeface="Segoe UI"/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C1917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7534E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917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917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917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917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917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EF9C3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EF9C3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EF9C3"/>
                </a:solidFill>
                <a:latin typeface="Segoe U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C1917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57534E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534E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