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8" r:id="rId7"/>
    <p:sldId id="259" r:id="rId8"/>
    <p:sldId id="269" r:id="rId9"/>
    <p:sldId id="270" r:id="rId10"/>
    <p:sldId id="263" r:id="rId11"/>
    <p:sldId id="264" r:id="rId12"/>
    <p:sldId id="271" r:id="rId13"/>
    <p:sldId id="266" r:id="rId14"/>
    <p:sldId id="267" r:id="rId15"/>
    <p:sldId id="268" r:id="rId16"/>
    <p:sldId id="265" r:id="rId17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5135"/>
    <a:srgbClr val="BDA07D"/>
    <a:srgbClr val="F5F9F9"/>
    <a:srgbClr val="627272"/>
    <a:srgbClr val="93A5A8"/>
    <a:srgbClr val="3E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50" autoAdjust="0"/>
    <p:restoredTop sz="95226" autoAdjust="0"/>
  </p:normalViewPr>
  <p:slideViewPr>
    <p:cSldViewPr snapToGrid="0">
      <p:cViewPr varScale="1">
        <p:scale>
          <a:sx n="105" d="100"/>
          <a:sy n="105" d="100"/>
        </p:scale>
        <p:origin x="103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61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an Santos" userId="5dda1dd3-2126-4712-ac7b-2b3106ad4864" providerId="ADAL" clId="{A131A810-237E-418F-B9CF-EE9A8D882EF6}"/>
    <pc:docChg chg="custSel mod modSld">
      <pc:chgData name="Gean Santos" userId="5dda1dd3-2126-4712-ac7b-2b3106ad4864" providerId="ADAL" clId="{A131A810-237E-418F-B9CF-EE9A8D882EF6}" dt="2026-03-14T17:50:24.683" v="108" actId="478"/>
      <pc:docMkLst>
        <pc:docMk/>
      </pc:docMkLst>
      <pc:sldChg chg="modSp mod">
        <pc:chgData name="Gean Santos" userId="5dda1dd3-2126-4712-ac7b-2b3106ad4864" providerId="ADAL" clId="{A131A810-237E-418F-B9CF-EE9A8D882EF6}" dt="2026-03-14T17:47:21.151" v="1" actId="6549"/>
        <pc:sldMkLst>
          <pc:docMk/>
          <pc:sldMk cId="972569183" sldId="256"/>
        </pc:sldMkLst>
        <pc:spChg chg="mod">
          <ac:chgData name="Gean Santos" userId="5dda1dd3-2126-4712-ac7b-2b3106ad4864" providerId="ADAL" clId="{A131A810-237E-418F-B9CF-EE9A8D882EF6}" dt="2026-03-14T17:47:19.833" v="0" actId="6549"/>
          <ac:spMkLst>
            <pc:docMk/>
            <pc:sldMk cId="972569183" sldId="256"/>
            <ac:spMk id="4" creationId="{A3D64C50-A740-468A-8AB6-F949358D80A6}"/>
          </ac:spMkLst>
        </pc:spChg>
        <pc:spChg chg="mod">
          <ac:chgData name="Gean Santos" userId="5dda1dd3-2126-4712-ac7b-2b3106ad4864" providerId="ADAL" clId="{A131A810-237E-418F-B9CF-EE9A8D882EF6}" dt="2026-03-14T17:47:21.151" v="1" actId="6549"/>
          <ac:spMkLst>
            <pc:docMk/>
            <pc:sldMk cId="972569183" sldId="256"/>
            <ac:spMk id="5" creationId="{28F94A06-38B8-4C8F-ABF0-FB763704D01F}"/>
          </ac:spMkLst>
        </pc:spChg>
      </pc:sldChg>
      <pc:sldChg chg="addSp delSp modSp mod">
        <pc:chgData name="Gean Santos" userId="5dda1dd3-2126-4712-ac7b-2b3106ad4864" providerId="ADAL" clId="{A131A810-237E-418F-B9CF-EE9A8D882EF6}" dt="2026-03-14T17:47:32.385" v="7" actId="478"/>
        <pc:sldMkLst>
          <pc:docMk/>
          <pc:sldMk cId="2060042239" sldId="257"/>
        </pc:sldMkLst>
        <pc:spChg chg="mod">
          <ac:chgData name="Gean Santos" userId="5dda1dd3-2126-4712-ac7b-2b3106ad4864" providerId="ADAL" clId="{A131A810-237E-418F-B9CF-EE9A8D882EF6}" dt="2026-03-14T17:47:28.555" v="5" actId="6549"/>
          <ac:spMkLst>
            <pc:docMk/>
            <pc:sldMk cId="2060042239" sldId="257"/>
            <ac:spMk id="3" creationId="{6CCBF0FB-0046-4D3C-AC29-2382CF05B6D1}"/>
          </ac:spMkLst>
        </pc:spChg>
        <pc:spChg chg="add mod">
          <ac:chgData name="Gean Santos" userId="5dda1dd3-2126-4712-ac7b-2b3106ad4864" providerId="ADAL" clId="{A131A810-237E-418F-B9CF-EE9A8D882EF6}" dt="2026-03-14T17:47:31.823" v="6" actId="478"/>
          <ac:spMkLst>
            <pc:docMk/>
            <pc:sldMk cId="2060042239" sldId="257"/>
            <ac:spMk id="5" creationId="{DCF5987E-87C3-66E5-33FA-499C76E40328}"/>
          </ac:spMkLst>
        </pc:spChg>
        <pc:spChg chg="add mod">
          <ac:chgData name="Gean Santos" userId="5dda1dd3-2126-4712-ac7b-2b3106ad4864" providerId="ADAL" clId="{A131A810-237E-418F-B9CF-EE9A8D882EF6}" dt="2026-03-14T17:47:32.385" v="7" actId="478"/>
          <ac:spMkLst>
            <pc:docMk/>
            <pc:sldMk cId="2060042239" sldId="257"/>
            <ac:spMk id="7" creationId="{AA59CC55-FB25-168E-187D-696A78172498}"/>
          </ac:spMkLst>
        </pc:spChg>
        <pc:spChg chg="mod">
          <ac:chgData name="Gean Santos" userId="5dda1dd3-2126-4712-ac7b-2b3106ad4864" providerId="ADAL" clId="{A131A810-237E-418F-B9CF-EE9A8D882EF6}" dt="2026-03-14T17:47:24.488" v="2" actId="6549"/>
          <ac:spMkLst>
            <pc:docMk/>
            <pc:sldMk cId="2060042239" sldId="257"/>
            <ac:spMk id="8" creationId="{938E3964-EE54-4BDC-A0A3-DC7D197FFB5C}"/>
          </ac:spMkLst>
        </pc:spChg>
        <pc:spChg chg="mod">
          <ac:chgData name="Gean Santos" userId="5dda1dd3-2126-4712-ac7b-2b3106ad4864" providerId="ADAL" clId="{A131A810-237E-418F-B9CF-EE9A8D882EF6}" dt="2026-03-14T17:47:26.196" v="4" actId="6549"/>
          <ac:spMkLst>
            <pc:docMk/>
            <pc:sldMk cId="2060042239" sldId="257"/>
            <ac:spMk id="27" creationId="{F3F083B8-4B95-4C15-B710-4BC526A23973}"/>
          </ac:spMkLst>
        </pc:spChg>
        <pc:picChg chg="del">
          <ac:chgData name="Gean Santos" userId="5dda1dd3-2126-4712-ac7b-2b3106ad4864" providerId="ADAL" clId="{A131A810-237E-418F-B9CF-EE9A8D882EF6}" dt="2026-03-14T17:47:32.385" v="7" actId="478"/>
          <ac:picMkLst>
            <pc:docMk/>
            <pc:sldMk cId="2060042239" sldId="257"/>
            <ac:picMk id="31" creationId="{8B396EA2-87A9-49C1-BCCC-F8C1867D92AB}"/>
          </ac:picMkLst>
        </pc:picChg>
        <pc:picChg chg="del">
          <ac:chgData name="Gean Santos" userId="5dda1dd3-2126-4712-ac7b-2b3106ad4864" providerId="ADAL" clId="{A131A810-237E-418F-B9CF-EE9A8D882EF6}" dt="2026-03-14T17:47:31.823" v="6" actId="478"/>
          <ac:picMkLst>
            <pc:docMk/>
            <pc:sldMk cId="2060042239" sldId="257"/>
            <ac:picMk id="37" creationId="{1573DF6C-A3E4-4821-B550-4A14F71D3AA4}"/>
          </ac:picMkLst>
        </pc:picChg>
      </pc:sldChg>
      <pc:sldChg chg="addSp delSp modSp mod">
        <pc:chgData name="Gean Santos" userId="5dda1dd3-2126-4712-ac7b-2b3106ad4864" providerId="ADAL" clId="{A131A810-237E-418F-B9CF-EE9A8D882EF6}" dt="2026-03-14T17:47:38.607" v="10" actId="6549"/>
        <pc:sldMkLst>
          <pc:docMk/>
          <pc:sldMk cId="2379905185" sldId="258"/>
        </pc:sldMkLst>
        <pc:spChg chg="add mod">
          <ac:chgData name="Gean Santos" userId="5dda1dd3-2126-4712-ac7b-2b3106ad4864" providerId="ADAL" clId="{A131A810-237E-418F-B9CF-EE9A8D882EF6}" dt="2026-03-14T17:47:35.484" v="8" actId="478"/>
          <ac:spMkLst>
            <pc:docMk/>
            <pc:sldMk cId="2379905185" sldId="258"/>
            <ac:spMk id="5" creationId="{4A55616C-AB4C-18CC-8D1A-8137246300F2}"/>
          </ac:spMkLst>
        </pc:spChg>
        <pc:spChg chg="mod">
          <ac:chgData name="Gean Santos" userId="5dda1dd3-2126-4712-ac7b-2b3106ad4864" providerId="ADAL" clId="{A131A810-237E-418F-B9CF-EE9A8D882EF6}" dt="2026-03-14T17:47:37.248" v="9" actId="6549"/>
          <ac:spMkLst>
            <pc:docMk/>
            <pc:sldMk cId="2379905185" sldId="258"/>
            <ac:spMk id="7" creationId="{C558E8B1-0215-4BC8-AF46-4F9A87F2AEF8}"/>
          </ac:spMkLst>
        </pc:spChg>
        <pc:spChg chg="mod">
          <ac:chgData name="Gean Santos" userId="5dda1dd3-2126-4712-ac7b-2b3106ad4864" providerId="ADAL" clId="{A131A810-237E-418F-B9CF-EE9A8D882EF6}" dt="2026-03-14T17:47:38.607" v="10" actId="6549"/>
          <ac:spMkLst>
            <pc:docMk/>
            <pc:sldMk cId="2379905185" sldId="258"/>
            <ac:spMk id="19" creationId="{E8D036FB-049F-42B9-8221-9EAE4768947B}"/>
          </ac:spMkLst>
        </pc:spChg>
        <pc:picChg chg="del">
          <ac:chgData name="Gean Santos" userId="5dda1dd3-2126-4712-ac7b-2b3106ad4864" providerId="ADAL" clId="{A131A810-237E-418F-B9CF-EE9A8D882EF6}" dt="2026-03-14T17:47:35.484" v="8" actId="478"/>
          <ac:picMkLst>
            <pc:docMk/>
            <pc:sldMk cId="2379905185" sldId="258"/>
            <ac:picMk id="9" creationId="{22E34CE8-EDAD-4F1F-B483-DB47EDF53E66}"/>
          </ac:picMkLst>
        </pc:picChg>
      </pc:sldChg>
      <pc:sldChg chg="addSp delSp modSp mod">
        <pc:chgData name="Gean Santos" userId="5dda1dd3-2126-4712-ac7b-2b3106ad4864" providerId="ADAL" clId="{A131A810-237E-418F-B9CF-EE9A8D882EF6}" dt="2026-03-14T17:47:45.154" v="13" actId="6549"/>
        <pc:sldMkLst>
          <pc:docMk/>
          <pc:sldMk cId="399313226" sldId="259"/>
        </pc:sldMkLst>
        <pc:spChg chg="add mod">
          <ac:chgData name="Gean Santos" userId="5dda1dd3-2126-4712-ac7b-2b3106ad4864" providerId="ADAL" clId="{A131A810-237E-418F-B9CF-EE9A8D882EF6}" dt="2026-03-14T17:47:40.816" v="11" actId="478"/>
          <ac:spMkLst>
            <pc:docMk/>
            <pc:sldMk cId="399313226" sldId="259"/>
            <ac:spMk id="3" creationId="{28AE0A32-C1A0-5F79-064A-DC9C5F84F93E}"/>
          </ac:spMkLst>
        </pc:spChg>
        <pc:spChg chg="mod">
          <ac:chgData name="Gean Santos" userId="5dda1dd3-2126-4712-ac7b-2b3106ad4864" providerId="ADAL" clId="{A131A810-237E-418F-B9CF-EE9A8D882EF6}" dt="2026-03-14T17:47:43.282" v="12" actId="6549"/>
          <ac:spMkLst>
            <pc:docMk/>
            <pc:sldMk cId="399313226" sldId="259"/>
            <ac:spMk id="16" creationId="{D7D3E7A5-4BD8-44AD-B116-D2CED7043DD7}"/>
          </ac:spMkLst>
        </pc:spChg>
        <pc:spChg chg="mod">
          <ac:chgData name="Gean Santos" userId="5dda1dd3-2126-4712-ac7b-2b3106ad4864" providerId="ADAL" clId="{A131A810-237E-418F-B9CF-EE9A8D882EF6}" dt="2026-03-14T17:47:45.154" v="13" actId="6549"/>
          <ac:spMkLst>
            <pc:docMk/>
            <pc:sldMk cId="399313226" sldId="259"/>
            <ac:spMk id="24" creationId="{3413C595-4D01-4997-9A0A-E7606687AB79}"/>
          </ac:spMkLst>
        </pc:spChg>
        <pc:picChg chg="del">
          <ac:chgData name="Gean Santos" userId="5dda1dd3-2126-4712-ac7b-2b3106ad4864" providerId="ADAL" clId="{A131A810-237E-418F-B9CF-EE9A8D882EF6}" dt="2026-03-14T17:47:40.816" v="11" actId="478"/>
          <ac:picMkLst>
            <pc:docMk/>
            <pc:sldMk cId="399313226" sldId="259"/>
            <ac:picMk id="5" creationId="{47DBE8E2-71E9-40A8-B25F-2D4F23E76688}"/>
          </ac:picMkLst>
        </pc:picChg>
      </pc:sldChg>
      <pc:sldChg chg="addSp delSp modSp mod">
        <pc:chgData name="Gean Santos" userId="5dda1dd3-2126-4712-ac7b-2b3106ad4864" providerId="ADAL" clId="{A131A810-237E-418F-B9CF-EE9A8D882EF6}" dt="2026-03-14T17:49:03.886" v="63" actId="6549"/>
        <pc:sldMkLst>
          <pc:docMk/>
          <pc:sldMk cId="120385901" sldId="263"/>
        </pc:sldMkLst>
        <pc:spChg chg="mod">
          <ac:chgData name="Gean Santos" userId="5dda1dd3-2126-4712-ac7b-2b3106ad4864" providerId="ADAL" clId="{A131A810-237E-418F-B9CF-EE9A8D882EF6}" dt="2026-03-14T17:49:03.886" v="63" actId="6549"/>
          <ac:spMkLst>
            <pc:docMk/>
            <pc:sldMk cId="120385901" sldId="263"/>
            <ac:spMk id="3" creationId="{6AFFF1F2-E21B-46B2-9043-3A2FD77DBA35}"/>
          </ac:spMkLst>
        </pc:spChg>
        <pc:spChg chg="add mod">
          <ac:chgData name="Gean Santos" userId="5dda1dd3-2126-4712-ac7b-2b3106ad4864" providerId="ADAL" clId="{A131A810-237E-418F-B9CF-EE9A8D882EF6}" dt="2026-03-14T17:48:15.642" v="32" actId="478"/>
          <ac:spMkLst>
            <pc:docMk/>
            <pc:sldMk cId="120385901" sldId="263"/>
            <ac:spMk id="5" creationId="{78C0A609-CF9D-96BD-2377-065ADCB4E19F}"/>
          </ac:spMkLst>
        </pc:spChg>
        <pc:spChg chg="add mod">
          <ac:chgData name="Gean Santos" userId="5dda1dd3-2126-4712-ac7b-2b3106ad4864" providerId="ADAL" clId="{A131A810-237E-418F-B9CF-EE9A8D882EF6}" dt="2026-03-14T17:48:16.749" v="33" actId="478"/>
          <ac:spMkLst>
            <pc:docMk/>
            <pc:sldMk cId="120385901" sldId="263"/>
            <ac:spMk id="7" creationId="{72AD5C94-3839-C543-DE4D-F9ABC6458D89}"/>
          </ac:spMkLst>
        </pc:spChg>
        <pc:spChg chg="add mod">
          <ac:chgData name="Gean Santos" userId="5dda1dd3-2126-4712-ac7b-2b3106ad4864" providerId="ADAL" clId="{A131A810-237E-418F-B9CF-EE9A8D882EF6}" dt="2026-03-14T17:48:17.310" v="34" actId="478"/>
          <ac:spMkLst>
            <pc:docMk/>
            <pc:sldMk cId="120385901" sldId="263"/>
            <ac:spMk id="9" creationId="{F5BF4A3A-06CC-99AC-9081-650FC0D679A7}"/>
          </ac:spMkLst>
        </pc:spChg>
        <pc:spChg chg="add mod">
          <ac:chgData name="Gean Santos" userId="5dda1dd3-2126-4712-ac7b-2b3106ad4864" providerId="ADAL" clId="{A131A810-237E-418F-B9CF-EE9A8D882EF6}" dt="2026-03-14T17:48:18.007" v="35" actId="478"/>
          <ac:spMkLst>
            <pc:docMk/>
            <pc:sldMk cId="120385901" sldId="263"/>
            <ac:spMk id="11" creationId="{F5C1DF86-258D-5003-86BB-CE4D7EFBFAA8}"/>
          </ac:spMkLst>
        </pc:spChg>
        <pc:spChg chg="add mod">
          <ac:chgData name="Gean Santos" userId="5dda1dd3-2126-4712-ac7b-2b3106ad4864" providerId="ADAL" clId="{A131A810-237E-418F-B9CF-EE9A8D882EF6}" dt="2026-03-14T17:48:46.458" v="53" actId="478"/>
          <ac:spMkLst>
            <pc:docMk/>
            <pc:sldMk cId="120385901" sldId="263"/>
            <ac:spMk id="13" creationId="{ED731033-D24D-254C-5BBD-E4E4C18867BA}"/>
          </ac:spMkLst>
        </pc:spChg>
        <pc:spChg chg="mod">
          <ac:chgData name="Gean Santos" userId="5dda1dd3-2126-4712-ac7b-2b3106ad4864" providerId="ADAL" clId="{A131A810-237E-418F-B9CF-EE9A8D882EF6}" dt="2026-03-14T17:48:30.823" v="40" actId="6549"/>
          <ac:spMkLst>
            <pc:docMk/>
            <pc:sldMk cId="120385901" sldId="263"/>
            <ac:spMk id="14" creationId="{D9036395-3643-4D4E-95D7-0B29D19C01DB}"/>
          </ac:spMkLst>
        </pc:spChg>
        <pc:spChg chg="mod">
          <ac:chgData name="Gean Santos" userId="5dda1dd3-2126-4712-ac7b-2b3106ad4864" providerId="ADAL" clId="{A131A810-237E-418F-B9CF-EE9A8D882EF6}" dt="2026-03-14T17:48:33.989" v="42" actId="6549"/>
          <ac:spMkLst>
            <pc:docMk/>
            <pc:sldMk cId="120385901" sldId="263"/>
            <ac:spMk id="15" creationId="{99BE8D49-F053-400B-ADDC-743712E28E1D}"/>
          </ac:spMkLst>
        </pc:spChg>
        <pc:spChg chg="mod">
          <ac:chgData name="Gean Santos" userId="5dda1dd3-2126-4712-ac7b-2b3106ad4864" providerId="ADAL" clId="{A131A810-237E-418F-B9CF-EE9A8D882EF6}" dt="2026-03-14T17:48:26.069" v="38" actId="6549"/>
          <ac:spMkLst>
            <pc:docMk/>
            <pc:sldMk cId="120385901" sldId="263"/>
            <ac:spMk id="17" creationId="{AE59AABC-71C8-470C-A122-9A1E2B97CB7A}"/>
          </ac:spMkLst>
        </pc:spChg>
        <pc:spChg chg="mod">
          <ac:chgData name="Gean Santos" userId="5dda1dd3-2126-4712-ac7b-2b3106ad4864" providerId="ADAL" clId="{A131A810-237E-418F-B9CF-EE9A8D882EF6}" dt="2026-03-14T17:48:29.192" v="39" actId="6549"/>
          <ac:spMkLst>
            <pc:docMk/>
            <pc:sldMk cId="120385901" sldId="263"/>
            <ac:spMk id="18" creationId="{E96617D7-0697-4087-A9EF-D77EB2564E83}"/>
          </ac:spMkLst>
        </pc:spChg>
        <pc:spChg chg="add mod">
          <ac:chgData name="Gean Santos" userId="5dda1dd3-2126-4712-ac7b-2b3106ad4864" providerId="ADAL" clId="{A131A810-237E-418F-B9CF-EE9A8D882EF6}" dt="2026-03-14T17:48:47.035" v="54" actId="478"/>
          <ac:spMkLst>
            <pc:docMk/>
            <pc:sldMk cId="120385901" sldId="263"/>
            <ac:spMk id="19" creationId="{144DB97D-F9CE-03E8-4E9C-4FE34378D6F3}"/>
          </ac:spMkLst>
        </pc:spChg>
        <pc:spChg chg="mod">
          <ac:chgData name="Gean Santos" userId="5dda1dd3-2126-4712-ac7b-2b3106ad4864" providerId="ADAL" clId="{A131A810-237E-418F-B9CF-EE9A8D882EF6}" dt="2026-03-14T17:48:45.817" v="52" actId="6549"/>
          <ac:spMkLst>
            <pc:docMk/>
            <pc:sldMk cId="120385901" sldId="263"/>
            <ac:spMk id="20" creationId="{FEAF3F61-C6CA-4894-9AFA-02FDB66099C9}"/>
          </ac:spMkLst>
        </pc:spChg>
        <pc:spChg chg="mod">
          <ac:chgData name="Gean Santos" userId="5dda1dd3-2126-4712-ac7b-2b3106ad4864" providerId="ADAL" clId="{A131A810-237E-418F-B9CF-EE9A8D882EF6}" dt="2026-03-14T17:48:43.915" v="51" actId="6549"/>
          <ac:spMkLst>
            <pc:docMk/>
            <pc:sldMk cId="120385901" sldId="263"/>
            <ac:spMk id="21" creationId="{CB4E3F3B-E173-4213-A472-5B258F0311F0}"/>
          </ac:spMkLst>
        </pc:spChg>
        <pc:spChg chg="mod">
          <ac:chgData name="Gean Santos" userId="5dda1dd3-2126-4712-ac7b-2b3106ad4864" providerId="ADAL" clId="{A131A810-237E-418F-B9CF-EE9A8D882EF6}" dt="2026-03-14T17:48:50.604" v="57" actId="6549"/>
          <ac:spMkLst>
            <pc:docMk/>
            <pc:sldMk cId="120385901" sldId="263"/>
            <ac:spMk id="23" creationId="{3D96A08A-8CF6-4196-9CDF-68E261D8E1AC}"/>
          </ac:spMkLst>
        </pc:spChg>
        <pc:spChg chg="mod">
          <ac:chgData name="Gean Santos" userId="5dda1dd3-2126-4712-ac7b-2b3106ad4864" providerId="ADAL" clId="{A131A810-237E-418F-B9CF-EE9A8D882EF6}" dt="2026-03-14T17:48:41.732" v="50" actId="20577"/>
          <ac:spMkLst>
            <pc:docMk/>
            <pc:sldMk cId="120385901" sldId="263"/>
            <ac:spMk id="24" creationId="{1A2623C5-D11D-478D-89FB-08576F6F146C}"/>
          </ac:spMkLst>
        </pc:spChg>
        <pc:spChg chg="mod">
          <ac:chgData name="Gean Santos" userId="5dda1dd3-2126-4712-ac7b-2b3106ad4864" providerId="ADAL" clId="{A131A810-237E-418F-B9CF-EE9A8D882EF6}" dt="2026-03-14T17:48:37.939" v="44" actId="6549"/>
          <ac:spMkLst>
            <pc:docMk/>
            <pc:sldMk cId="120385901" sldId="263"/>
            <ac:spMk id="25" creationId="{786ED0BB-76F0-475B-B4E0-105C68BFC78E}"/>
          </ac:spMkLst>
        </pc:spChg>
        <pc:spChg chg="mod">
          <ac:chgData name="Gean Santos" userId="5dda1dd3-2126-4712-ac7b-2b3106ad4864" providerId="ADAL" clId="{A131A810-237E-418F-B9CF-EE9A8D882EF6}" dt="2026-03-14T17:48:52.947" v="58" actId="6549"/>
          <ac:spMkLst>
            <pc:docMk/>
            <pc:sldMk cId="120385901" sldId="263"/>
            <ac:spMk id="26" creationId="{F1864A54-091B-45AA-9FB4-24BD5F0880E0}"/>
          </ac:spMkLst>
        </pc:spChg>
        <pc:spChg chg="add mod">
          <ac:chgData name="Gean Santos" userId="5dda1dd3-2126-4712-ac7b-2b3106ad4864" providerId="ADAL" clId="{A131A810-237E-418F-B9CF-EE9A8D882EF6}" dt="2026-03-14T17:48:47.669" v="55" actId="478"/>
          <ac:spMkLst>
            <pc:docMk/>
            <pc:sldMk cId="120385901" sldId="263"/>
            <ac:spMk id="27" creationId="{232D79F9-C788-168F-3598-634D203CCE39}"/>
          </ac:spMkLst>
        </pc:spChg>
        <pc:spChg chg="mod">
          <ac:chgData name="Gean Santos" userId="5dda1dd3-2126-4712-ac7b-2b3106ad4864" providerId="ADAL" clId="{A131A810-237E-418F-B9CF-EE9A8D882EF6}" dt="2026-03-14T17:48:55.202" v="59" actId="6549"/>
          <ac:spMkLst>
            <pc:docMk/>
            <pc:sldMk cId="120385901" sldId="263"/>
            <ac:spMk id="28" creationId="{49788C92-3416-4FC2-A12A-39614EB61ED9}"/>
          </ac:spMkLst>
        </pc:spChg>
        <pc:spChg chg="mod">
          <ac:chgData name="Gean Santos" userId="5dda1dd3-2126-4712-ac7b-2b3106ad4864" providerId="ADAL" clId="{A131A810-237E-418F-B9CF-EE9A8D882EF6}" dt="2026-03-14T17:48:57.170" v="60" actId="6549"/>
          <ac:spMkLst>
            <pc:docMk/>
            <pc:sldMk cId="120385901" sldId="263"/>
            <ac:spMk id="29" creationId="{9439D61D-5218-4B2F-B313-7E0A036E13BA}"/>
          </ac:spMkLst>
        </pc:spChg>
        <pc:spChg chg="add mod">
          <ac:chgData name="Gean Santos" userId="5dda1dd3-2126-4712-ac7b-2b3106ad4864" providerId="ADAL" clId="{A131A810-237E-418F-B9CF-EE9A8D882EF6}" dt="2026-03-14T17:48:48.240" v="56" actId="478"/>
          <ac:spMkLst>
            <pc:docMk/>
            <pc:sldMk cId="120385901" sldId="263"/>
            <ac:spMk id="31" creationId="{1C9DBD2C-0F42-2EA6-E46D-FABE9E3858DF}"/>
          </ac:spMkLst>
        </pc:spChg>
        <pc:spChg chg="mod">
          <ac:chgData name="Gean Santos" userId="5dda1dd3-2126-4712-ac7b-2b3106ad4864" providerId="ADAL" clId="{A131A810-237E-418F-B9CF-EE9A8D882EF6}" dt="2026-03-14T17:48:21.009" v="36" actId="6549"/>
          <ac:spMkLst>
            <pc:docMk/>
            <pc:sldMk cId="120385901" sldId="263"/>
            <ac:spMk id="452" creationId="{F19E982D-B925-47A0-88B5-D505D511F1C4}"/>
          </ac:spMkLst>
        </pc:spChg>
        <pc:spChg chg="mod">
          <ac:chgData name="Gean Santos" userId="5dda1dd3-2126-4712-ac7b-2b3106ad4864" providerId="ADAL" clId="{A131A810-237E-418F-B9CF-EE9A8D882EF6}" dt="2026-03-14T17:48:24.226" v="37" actId="6549"/>
          <ac:spMkLst>
            <pc:docMk/>
            <pc:sldMk cId="120385901" sldId="263"/>
            <ac:spMk id="453" creationId="{BB4D6FAB-7EF5-4645-A4C7-8D5C849CACAD}"/>
          </ac:spMkLst>
        </pc:spChg>
        <pc:spChg chg="mod">
          <ac:chgData name="Gean Santos" userId="5dda1dd3-2126-4712-ac7b-2b3106ad4864" providerId="ADAL" clId="{A131A810-237E-418F-B9CF-EE9A8D882EF6}" dt="2026-03-14T17:48:59.755" v="61" actId="6549"/>
          <ac:spMkLst>
            <pc:docMk/>
            <pc:sldMk cId="120385901" sldId="263"/>
            <ac:spMk id="454" creationId="{41124E90-9F24-4DFB-97DA-4729ACB48AAF}"/>
          </ac:spMkLst>
        </pc:spChg>
        <pc:spChg chg="mod">
          <ac:chgData name="Gean Santos" userId="5dda1dd3-2126-4712-ac7b-2b3106ad4864" providerId="ADAL" clId="{A131A810-237E-418F-B9CF-EE9A8D882EF6}" dt="2026-03-14T17:49:01.842" v="62" actId="6549"/>
          <ac:spMkLst>
            <pc:docMk/>
            <pc:sldMk cId="120385901" sldId="263"/>
            <ac:spMk id="455" creationId="{2618EACE-50AC-4B11-8030-5BA0AD7433CA}"/>
          </ac:spMkLst>
        </pc:spChg>
        <pc:picChg chg="del">
          <ac:chgData name="Gean Santos" userId="5dda1dd3-2126-4712-ac7b-2b3106ad4864" providerId="ADAL" clId="{A131A810-237E-418F-B9CF-EE9A8D882EF6}" dt="2026-03-14T17:48:15.642" v="32" actId="478"/>
          <ac:picMkLst>
            <pc:docMk/>
            <pc:sldMk cId="120385901" sldId="263"/>
            <ac:picMk id="49" creationId="{E1A7576B-F8AC-4FEC-B887-512E3321626C}"/>
          </ac:picMkLst>
        </pc:picChg>
        <pc:picChg chg="del">
          <ac:chgData name="Gean Santos" userId="5dda1dd3-2126-4712-ac7b-2b3106ad4864" providerId="ADAL" clId="{A131A810-237E-418F-B9CF-EE9A8D882EF6}" dt="2026-03-14T17:48:16.749" v="33" actId="478"/>
          <ac:picMkLst>
            <pc:docMk/>
            <pc:sldMk cId="120385901" sldId="263"/>
            <ac:picMk id="53" creationId="{BA9684B1-E256-4255-9052-896BA041D24B}"/>
          </ac:picMkLst>
        </pc:picChg>
        <pc:picChg chg="del">
          <ac:chgData name="Gean Santos" userId="5dda1dd3-2126-4712-ac7b-2b3106ad4864" providerId="ADAL" clId="{A131A810-237E-418F-B9CF-EE9A8D882EF6}" dt="2026-03-14T17:48:17.310" v="34" actId="478"/>
          <ac:picMkLst>
            <pc:docMk/>
            <pc:sldMk cId="120385901" sldId="263"/>
            <ac:picMk id="57" creationId="{5D5EBD50-62BC-408B-B2B2-010BDE3CF7BA}"/>
          </ac:picMkLst>
        </pc:picChg>
        <pc:picChg chg="del">
          <ac:chgData name="Gean Santos" userId="5dda1dd3-2126-4712-ac7b-2b3106ad4864" providerId="ADAL" clId="{A131A810-237E-418F-B9CF-EE9A8D882EF6}" dt="2026-03-14T17:48:18.007" v="35" actId="478"/>
          <ac:picMkLst>
            <pc:docMk/>
            <pc:sldMk cId="120385901" sldId="263"/>
            <ac:picMk id="61" creationId="{EC3690D8-3E9D-48BA-B4EF-FDB50CDF630F}"/>
          </ac:picMkLst>
        </pc:picChg>
        <pc:picChg chg="del">
          <ac:chgData name="Gean Santos" userId="5dda1dd3-2126-4712-ac7b-2b3106ad4864" providerId="ADAL" clId="{A131A810-237E-418F-B9CF-EE9A8D882EF6}" dt="2026-03-14T17:48:46.458" v="53" actId="478"/>
          <ac:picMkLst>
            <pc:docMk/>
            <pc:sldMk cId="120385901" sldId="263"/>
            <ac:picMk id="449" creationId="{3E95BD49-E6DC-44C0-B804-B453B83D5F9B}"/>
          </ac:picMkLst>
        </pc:picChg>
        <pc:picChg chg="del">
          <ac:chgData name="Gean Santos" userId="5dda1dd3-2126-4712-ac7b-2b3106ad4864" providerId="ADAL" clId="{A131A810-237E-418F-B9CF-EE9A8D882EF6}" dt="2026-03-14T17:48:47.035" v="54" actId="478"/>
          <ac:picMkLst>
            <pc:docMk/>
            <pc:sldMk cId="120385901" sldId="263"/>
            <ac:picMk id="457" creationId="{ACEBAD55-AB34-4F26-816B-DB6A12FD9857}"/>
          </ac:picMkLst>
        </pc:picChg>
        <pc:picChg chg="del">
          <ac:chgData name="Gean Santos" userId="5dda1dd3-2126-4712-ac7b-2b3106ad4864" providerId="ADAL" clId="{A131A810-237E-418F-B9CF-EE9A8D882EF6}" dt="2026-03-14T17:48:47.669" v="55" actId="478"/>
          <ac:picMkLst>
            <pc:docMk/>
            <pc:sldMk cId="120385901" sldId="263"/>
            <ac:picMk id="461" creationId="{DC37A514-6823-475C-987A-025BD780EBA1}"/>
          </ac:picMkLst>
        </pc:picChg>
        <pc:picChg chg="del">
          <ac:chgData name="Gean Santos" userId="5dda1dd3-2126-4712-ac7b-2b3106ad4864" providerId="ADAL" clId="{A131A810-237E-418F-B9CF-EE9A8D882EF6}" dt="2026-03-14T17:48:48.240" v="56" actId="478"/>
          <ac:picMkLst>
            <pc:docMk/>
            <pc:sldMk cId="120385901" sldId="263"/>
            <ac:picMk id="465" creationId="{ACB918DD-7895-4BE8-BFA5-2270EEC615F0}"/>
          </ac:picMkLst>
        </pc:picChg>
      </pc:sldChg>
      <pc:sldChg chg="modSp mod">
        <pc:chgData name="Gean Santos" userId="5dda1dd3-2126-4712-ac7b-2b3106ad4864" providerId="ADAL" clId="{A131A810-237E-418F-B9CF-EE9A8D882EF6}" dt="2026-03-14T17:49:22.948" v="74" actId="6549"/>
        <pc:sldMkLst>
          <pc:docMk/>
          <pc:sldMk cId="1080013265" sldId="264"/>
        </pc:sldMkLst>
        <pc:spChg chg="mod">
          <ac:chgData name="Gean Santos" userId="5dda1dd3-2126-4712-ac7b-2b3106ad4864" providerId="ADAL" clId="{A131A810-237E-418F-B9CF-EE9A8D882EF6}" dt="2026-03-14T17:49:10.560" v="65" actId="6549"/>
          <ac:spMkLst>
            <pc:docMk/>
            <pc:sldMk cId="1080013265" sldId="264"/>
            <ac:spMk id="14" creationId="{5C73BB6C-294B-4A13-AFEB-58CFBE6EDC0E}"/>
          </ac:spMkLst>
        </pc:spChg>
        <pc:spChg chg="mod">
          <ac:chgData name="Gean Santos" userId="5dda1dd3-2126-4712-ac7b-2b3106ad4864" providerId="ADAL" clId="{A131A810-237E-418F-B9CF-EE9A8D882EF6}" dt="2026-03-14T17:49:09.424" v="64" actId="6549"/>
          <ac:spMkLst>
            <pc:docMk/>
            <pc:sldMk cId="1080013265" sldId="264"/>
            <ac:spMk id="19" creationId="{E6F35BA7-9C1A-47BD-9F51-FF505471E934}"/>
          </ac:spMkLst>
        </pc:spChg>
        <pc:spChg chg="mod">
          <ac:chgData name="Gean Santos" userId="5dda1dd3-2126-4712-ac7b-2b3106ad4864" providerId="ADAL" clId="{A131A810-237E-418F-B9CF-EE9A8D882EF6}" dt="2026-03-14T17:49:22.948" v="74" actId="6549"/>
          <ac:spMkLst>
            <pc:docMk/>
            <pc:sldMk cId="1080013265" sldId="264"/>
            <ac:spMk id="49" creationId="{3C4CC1D7-A91E-4CD5-B051-0B202E09ACE0}"/>
          </ac:spMkLst>
        </pc:spChg>
        <pc:spChg chg="mod">
          <ac:chgData name="Gean Santos" userId="5dda1dd3-2126-4712-ac7b-2b3106ad4864" providerId="ADAL" clId="{A131A810-237E-418F-B9CF-EE9A8D882EF6}" dt="2026-03-14T17:49:11.697" v="66" actId="6549"/>
          <ac:spMkLst>
            <pc:docMk/>
            <pc:sldMk cId="1080013265" sldId="264"/>
            <ac:spMk id="65" creationId="{56983C54-58DE-4EC6-A4F8-CC5E0956C55F}"/>
          </ac:spMkLst>
        </pc:spChg>
        <pc:spChg chg="mod">
          <ac:chgData name="Gean Santos" userId="5dda1dd3-2126-4712-ac7b-2b3106ad4864" providerId="ADAL" clId="{A131A810-237E-418F-B9CF-EE9A8D882EF6}" dt="2026-03-14T17:49:20.373" v="73" actId="6549"/>
          <ac:spMkLst>
            <pc:docMk/>
            <pc:sldMk cId="1080013265" sldId="264"/>
            <ac:spMk id="66" creationId="{69FD5778-FBC3-4719-B73E-FDA8CD3E6F78}"/>
          </ac:spMkLst>
        </pc:spChg>
        <pc:spChg chg="mod">
          <ac:chgData name="Gean Santos" userId="5dda1dd3-2126-4712-ac7b-2b3106ad4864" providerId="ADAL" clId="{A131A810-237E-418F-B9CF-EE9A8D882EF6}" dt="2026-03-14T17:49:12.526" v="67" actId="6549"/>
          <ac:spMkLst>
            <pc:docMk/>
            <pc:sldMk cId="1080013265" sldId="264"/>
            <ac:spMk id="67" creationId="{D1B4E94F-ED75-4961-8559-62760ECE77C3}"/>
          </ac:spMkLst>
        </pc:spChg>
        <pc:spChg chg="mod">
          <ac:chgData name="Gean Santos" userId="5dda1dd3-2126-4712-ac7b-2b3106ad4864" providerId="ADAL" clId="{A131A810-237E-418F-B9CF-EE9A8D882EF6}" dt="2026-03-14T17:49:19.173" v="72" actId="6549"/>
          <ac:spMkLst>
            <pc:docMk/>
            <pc:sldMk cId="1080013265" sldId="264"/>
            <ac:spMk id="68" creationId="{E5506267-2D48-49F5-A83E-BDD4CEDE678B}"/>
          </ac:spMkLst>
        </pc:spChg>
        <pc:spChg chg="mod">
          <ac:chgData name="Gean Santos" userId="5dda1dd3-2126-4712-ac7b-2b3106ad4864" providerId="ADAL" clId="{A131A810-237E-418F-B9CF-EE9A8D882EF6}" dt="2026-03-14T17:49:13.496" v="68" actId="6549"/>
          <ac:spMkLst>
            <pc:docMk/>
            <pc:sldMk cId="1080013265" sldId="264"/>
            <ac:spMk id="69" creationId="{C3FBF82F-DBD2-47F5-B554-7A0405FCE74C}"/>
          </ac:spMkLst>
        </pc:spChg>
        <pc:spChg chg="mod">
          <ac:chgData name="Gean Santos" userId="5dda1dd3-2126-4712-ac7b-2b3106ad4864" providerId="ADAL" clId="{A131A810-237E-418F-B9CF-EE9A8D882EF6}" dt="2026-03-14T17:49:17.325" v="71" actId="6549"/>
          <ac:spMkLst>
            <pc:docMk/>
            <pc:sldMk cId="1080013265" sldId="264"/>
            <ac:spMk id="70" creationId="{1B675A47-B6F8-4C4D-94F4-A52389C3C52D}"/>
          </ac:spMkLst>
        </pc:spChg>
        <pc:spChg chg="mod">
          <ac:chgData name="Gean Santos" userId="5dda1dd3-2126-4712-ac7b-2b3106ad4864" providerId="ADAL" clId="{A131A810-237E-418F-B9CF-EE9A8D882EF6}" dt="2026-03-14T17:49:14.384" v="69" actId="6549"/>
          <ac:spMkLst>
            <pc:docMk/>
            <pc:sldMk cId="1080013265" sldId="264"/>
            <ac:spMk id="71" creationId="{563DF0AC-EC94-4ECF-849C-EC09FF7F46B5}"/>
          </ac:spMkLst>
        </pc:spChg>
        <pc:spChg chg="mod">
          <ac:chgData name="Gean Santos" userId="5dda1dd3-2126-4712-ac7b-2b3106ad4864" providerId="ADAL" clId="{A131A810-237E-418F-B9CF-EE9A8D882EF6}" dt="2026-03-14T17:49:15.879" v="70" actId="6549"/>
          <ac:spMkLst>
            <pc:docMk/>
            <pc:sldMk cId="1080013265" sldId="264"/>
            <ac:spMk id="72" creationId="{8A6E6F45-E685-4E7B-B715-B80B70922716}"/>
          </ac:spMkLst>
        </pc:spChg>
      </pc:sldChg>
      <pc:sldChg chg="addSp delSp modSp mod">
        <pc:chgData name="Gean Santos" userId="5dda1dd3-2126-4712-ac7b-2b3106ad4864" providerId="ADAL" clId="{A131A810-237E-418F-B9CF-EE9A8D882EF6}" dt="2026-03-14T17:50:24.683" v="108" actId="478"/>
        <pc:sldMkLst>
          <pc:docMk/>
          <pc:sldMk cId="2134003369" sldId="265"/>
        </pc:sldMkLst>
        <pc:spChg chg="add mod">
          <ac:chgData name="Gean Santos" userId="5dda1dd3-2126-4712-ac7b-2b3106ad4864" providerId="ADAL" clId="{A131A810-237E-418F-B9CF-EE9A8D882EF6}" dt="2026-03-14T17:50:21.090" v="105" actId="478"/>
          <ac:spMkLst>
            <pc:docMk/>
            <pc:sldMk cId="2134003369" sldId="265"/>
            <ac:spMk id="5" creationId="{00B698CA-CCDA-445C-4EBA-CD98DA30567F}"/>
          </ac:spMkLst>
        </pc:spChg>
        <pc:spChg chg="add mod">
          <ac:chgData name="Gean Santos" userId="5dda1dd3-2126-4712-ac7b-2b3106ad4864" providerId="ADAL" clId="{A131A810-237E-418F-B9CF-EE9A8D882EF6}" dt="2026-03-14T17:50:24.683" v="108" actId="478"/>
          <ac:spMkLst>
            <pc:docMk/>
            <pc:sldMk cId="2134003369" sldId="265"/>
            <ac:spMk id="7" creationId="{B9C39F1D-127A-46EF-4A03-F430F3057D21}"/>
          </ac:spMkLst>
        </pc:spChg>
        <pc:spChg chg="mod">
          <ac:chgData name="Gean Santos" userId="5dda1dd3-2126-4712-ac7b-2b3106ad4864" providerId="ADAL" clId="{A131A810-237E-418F-B9CF-EE9A8D882EF6}" dt="2026-03-14T17:50:24.059" v="107" actId="6549"/>
          <ac:spMkLst>
            <pc:docMk/>
            <pc:sldMk cId="2134003369" sldId="265"/>
            <ac:spMk id="8" creationId="{91F92B90-FD10-47FA-922C-60FD7F0ED4A6}"/>
          </ac:spMkLst>
        </pc:spChg>
        <pc:spChg chg="mod">
          <ac:chgData name="Gean Santos" userId="5dda1dd3-2126-4712-ac7b-2b3106ad4864" providerId="ADAL" clId="{A131A810-237E-418F-B9CF-EE9A8D882EF6}" dt="2026-03-14T17:50:22.754" v="106" actId="6549"/>
          <ac:spMkLst>
            <pc:docMk/>
            <pc:sldMk cId="2134003369" sldId="265"/>
            <ac:spMk id="10" creationId="{96493815-2B96-4CA9-8D15-F0EB9A1557C5}"/>
          </ac:spMkLst>
        </pc:spChg>
        <pc:picChg chg="del">
          <ac:chgData name="Gean Santos" userId="5dda1dd3-2126-4712-ac7b-2b3106ad4864" providerId="ADAL" clId="{A131A810-237E-418F-B9CF-EE9A8D882EF6}" dt="2026-03-14T17:50:24.683" v="108" actId="478"/>
          <ac:picMkLst>
            <pc:docMk/>
            <pc:sldMk cId="2134003369" sldId="265"/>
            <ac:picMk id="13" creationId="{681D276C-2EB5-4A5D-AD46-BA67480003A1}"/>
          </ac:picMkLst>
        </pc:picChg>
        <pc:picChg chg="del">
          <ac:chgData name="Gean Santos" userId="5dda1dd3-2126-4712-ac7b-2b3106ad4864" providerId="ADAL" clId="{A131A810-237E-418F-B9CF-EE9A8D882EF6}" dt="2026-03-14T17:50:21.090" v="105" actId="478"/>
          <ac:picMkLst>
            <pc:docMk/>
            <pc:sldMk cId="2134003369" sldId="265"/>
            <ac:picMk id="15" creationId="{EDC61EE9-9548-4422-9A3B-8519063F0199}"/>
          </ac:picMkLst>
        </pc:picChg>
      </pc:sldChg>
      <pc:sldChg chg="modSp mod">
        <pc:chgData name="Gean Santos" userId="5dda1dd3-2126-4712-ac7b-2b3106ad4864" providerId="ADAL" clId="{A131A810-237E-418F-B9CF-EE9A8D882EF6}" dt="2026-03-14T17:49:57.499" v="93" actId="6549"/>
        <pc:sldMkLst>
          <pc:docMk/>
          <pc:sldMk cId="3764395250" sldId="266"/>
        </pc:sldMkLst>
        <pc:spChg chg="mod">
          <ac:chgData name="Gean Santos" userId="5dda1dd3-2126-4712-ac7b-2b3106ad4864" providerId="ADAL" clId="{A131A810-237E-418F-B9CF-EE9A8D882EF6}" dt="2026-03-14T17:49:57.499" v="93" actId="6549"/>
          <ac:spMkLst>
            <pc:docMk/>
            <pc:sldMk cId="3764395250" sldId="266"/>
            <ac:spMk id="3" creationId="{E5FF7585-B3E6-4301-983E-6C7185A7358E}"/>
          </ac:spMkLst>
        </pc:spChg>
        <pc:spChg chg="mod">
          <ac:chgData name="Gean Santos" userId="5dda1dd3-2126-4712-ac7b-2b3106ad4864" providerId="ADAL" clId="{A131A810-237E-418F-B9CF-EE9A8D882EF6}" dt="2026-03-14T17:49:50.779" v="89" actId="6549"/>
          <ac:spMkLst>
            <pc:docMk/>
            <pc:sldMk cId="3764395250" sldId="266"/>
            <ac:spMk id="5" creationId="{01AFBEB7-A9AF-468F-820B-D9077A7D0BA1}"/>
          </ac:spMkLst>
        </pc:spChg>
        <pc:spChg chg="mod">
          <ac:chgData name="Gean Santos" userId="5dda1dd3-2126-4712-ac7b-2b3106ad4864" providerId="ADAL" clId="{A131A810-237E-418F-B9CF-EE9A8D882EF6}" dt="2026-03-14T17:49:56.054" v="92" actId="6549"/>
          <ac:spMkLst>
            <pc:docMk/>
            <pc:sldMk cId="3764395250" sldId="266"/>
            <ac:spMk id="21" creationId="{432416A3-39EF-4CBE-943D-C79C22FDDC46}"/>
          </ac:spMkLst>
        </pc:spChg>
        <pc:spChg chg="mod">
          <ac:chgData name="Gean Santos" userId="5dda1dd3-2126-4712-ac7b-2b3106ad4864" providerId="ADAL" clId="{A131A810-237E-418F-B9CF-EE9A8D882EF6}" dt="2026-03-14T17:49:54.461" v="91" actId="6549"/>
          <ac:spMkLst>
            <pc:docMk/>
            <pc:sldMk cId="3764395250" sldId="266"/>
            <ac:spMk id="23" creationId="{0E769AD8-E32B-4302-A770-0424AC0A2A3A}"/>
          </ac:spMkLst>
        </pc:spChg>
        <pc:spChg chg="mod">
          <ac:chgData name="Gean Santos" userId="5dda1dd3-2126-4712-ac7b-2b3106ad4864" providerId="ADAL" clId="{A131A810-237E-418F-B9CF-EE9A8D882EF6}" dt="2026-03-14T17:49:49.140" v="88" actId="6549"/>
          <ac:spMkLst>
            <pc:docMk/>
            <pc:sldMk cId="3764395250" sldId="266"/>
            <ac:spMk id="24" creationId="{B127C79B-F024-434C-825D-15CEE80923F4}"/>
          </ac:spMkLst>
        </pc:spChg>
        <pc:spChg chg="mod">
          <ac:chgData name="Gean Santos" userId="5dda1dd3-2126-4712-ac7b-2b3106ad4864" providerId="ADAL" clId="{A131A810-237E-418F-B9CF-EE9A8D882EF6}" dt="2026-03-14T17:49:52.290" v="90" actId="6549"/>
          <ac:spMkLst>
            <pc:docMk/>
            <pc:sldMk cId="3764395250" sldId="266"/>
            <ac:spMk id="25" creationId="{1F231637-753A-4454-98CA-FD968C0D940C}"/>
          </ac:spMkLst>
        </pc:spChg>
      </pc:sldChg>
      <pc:sldChg chg="modSp mod">
        <pc:chgData name="Gean Santos" userId="5dda1dd3-2126-4712-ac7b-2b3106ad4864" providerId="ADAL" clId="{A131A810-237E-418F-B9CF-EE9A8D882EF6}" dt="2026-03-14T17:50:12.062" v="100" actId="6549"/>
        <pc:sldMkLst>
          <pc:docMk/>
          <pc:sldMk cId="3884075531" sldId="267"/>
        </pc:sldMkLst>
        <pc:spChg chg="mod">
          <ac:chgData name="Gean Santos" userId="5dda1dd3-2126-4712-ac7b-2b3106ad4864" providerId="ADAL" clId="{A131A810-237E-418F-B9CF-EE9A8D882EF6}" dt="2026-03-14T17:50:02.575" v="95" actId="6549"/>
          <ac:spMkLst>
            <pc:docMk/>
            <pc:sldMk cId="3884075531" sldId="267"/>
            <ac:spMk id="5" creationId="{E1F6EAAA-7889-4E5F-90FD-F5C5492D37A2}"/>
          </ac:spMkLst>
        </pc:spChg>
        <pc:spChg chg="mod">
          <ac:chgData name="Gean Santos" userId="5dda1dd3-2126-4712-ac7b-2b3106ad4864" providerId="ADAL" clId="{A131A810-237E-418F-B9CF-EE9A8D882EF6}" dt="2026-03-14T17:50:01.715" v="94" actId="6549"/>
          <ac:spMkLst>
            <pc:docMk/>
            <pc:sldMk cId="3884075531" sldId="267"/>
            <ac:spMk id="23" creationId="{C553A94B-692D-4746-9FFA-FAD2FF823856}"/>
          </ac:spMkLst>
        </pc:spChg>
        <pc:spChg chg="mod">
          <ac:chgData name="Gean Santos" userId="5dda1dd3-2126-4712-ac7b-2b3106ad4864" providerId="ADAL" clId="{A131A810-237E-418F-B9CF-EE9A8D882EF6}" dt="2026-03-14T17:50:05.303" v="96" actId="6549"/>
          <ac:spMkLst>
            <pc:docMk/>
            <pc:sldMk cId="3884075531" sldId="267"/>
            <ac:spMk id="24" creationId="{D766ABB5-79A8-4DFF-B3E4-6E4F29D7941F}"/>
          </ac:spMkLst>
        </pc:spChg>
        <pc:spChg chg="mod">
          <ac:chgData name="Gean Santos" userId="5dda1dd3-2126-4712-ac7b-2b3106ad4864" providerId="ADAL" clId="{A131A810-237E-418F-B9CF-EE9A8D882EF6}" dt="2026-03-14T17:50:10.930" v="99" actId="6549"/>
          <ac:spMkLst>
            <pc:docMk/>
            <pc:sldMk cId="3884075531" sldId="267"/>
            <ac:spMk id="25" creationId="{94333FF0-B429-4B2E-9910-AAF06DC5C728}"/>
          </ac:spMkLst>
        </pc:spChg>
        <pc:spChg chg="mod">
          <ac:chgData name="Gean Santos" userId="5dda1dd3-2126-4712-ac7b-2b3106ad4864" providerId="ADAL" clId="{A131A810-237E-418F-B9CF-EE9A8D882EF6}" dt="2026-03-14T17:50:07.642" v="97" actId="6549"/>
          <ac:spMkLst>
            <pc:docMk/>
            <pc:sldMk cId="3884075531" sldId="267"/>
            <ac:spMk id="26" creationId="{299EAE95-5B3F-4A21-B580-4AF9E642AA7A}"/>
          </ac:spMkLst>
        </pc:spChg>
        <pc:spChg chg="mod">
          <ac:chgData name="Gean Santos" userId="5dda1dd3-2126-4712-ac7b-2b3106ad4864" providerId="ADAL" clId="{A131A810-237E-418F-B9CF-EE9A8D882EF6}" dt="2026-03-14T17:50:09.422" v="98" actId="6549"/>
          <ac:spMkLst>
            <pc:docMk/>
            <pc:sldMk cId="3884075531" sldId="267"/>
            <ac:spMk id="27" creationId="{9533EAD8-15C8-4D9C-8F69-670982F52391}"/>
          </ac:spMkLst>
        </pc:spChg>
        <pc:spChg chg="mod">
          <ac:chgData name="Gean Santos" userId="5dda1dd3-2126-4712-ac7b-2b3106ad4864" providerId="ADAL" clId="{A131A810-237E-418F-B9CF-EE9A8D882EF6}" dt="2026-03-14T17:50:12.062" v="100" actId="6549"/>
          <ac:spMkLst>
            <pc:docMk/>
            <pc:sldMk cId="3884075531" sldId="267"/>
            <ac:spMk id="31" creationId="{C40D3CB1-60FB-44E7-A807-4460AFADD914}"/>
          </ac:spMkLst>
        </pc:spChg>
      </pc:sldChg>
      <pc:sldChg chg="addSp delSp modSp mod">
        <pc:chgData name="Gean Santos" userId="5dda1dd3-2126-4712-ac7b-2b3106ad4864" providerId="ADAL" clId="{A131A810-237E-418F-B9CF-EE9A8D882EF6}" dt="2026-03-14T17:50:18.615" v="104" actId="478"/>
        <pc:sldMkLst>
          <pc:docMk/>
          <pc:sldMk cId="1321790359" sldId="268"/>
        </pc:sldMkLst>
        <pc:spChg chg="add mod">
          <ac:chgData name="Gean Santos" userId="5dda1dd3-2126-4712-ac7b-2b3106ad4864" providerId="ADAL" clId="{A131A810-237E-418F-B9CF-EE9A8D882EF6}" dt="2026-03-14T17:50:17.808" v="103" actId="478"/>
          <ac:spMkLst>
            <pc:docMk/>
            <pc:sldMk cId="1321790359" sldId="268"/>
            <ac:spMk id="5" creationId="{1BCD7C45-2FBE-15E3-781D-DC8AC5DC585D}"/>
          </ac:spMkLst>
        </pc:spChg>
        <pc:spChg chg="add mod">
          <ac:chgData name="Gean Santos" userId="5dda1dd3-2126-4712-ac7b-2b3106ad4864" providerId="ADAL" clId="{A131A810-237E-418F-B9CF-EE9A8D882EF6}" dt="2026-03-14T17:50:18.615" v="104" actId="478"/>
          <ac:spMkLst>
            <pc:docMk/>
            <pc:sldMk cId="1321790359" sldId="268"/>
            <ac:spMk id="7" creationId="{952531DB-8482-645B-E3BC-BF68F8EE363D}"/>
          </ac:spMkLst>
        </pc:spChg>
        <pc:spChg chg="mod">
          <ac:chgData name="Gean Santos" userId="5dda1dd3-2126-4712-ac7b-2b3106ad4864" providerId="ADAL" clId="{A131A810-237E-418F-B9CF-EE9A8D882EF6}" dt="2026-03-14T17:50:17.072" v="102" actId="6549"/>
          <ac:spMkLst>
            <pc:docMk/>
            <pc:sldMk cId="1321790359" sldId="268"/>
            <ac:spMk id="8" creationId="{36E72FF0-3C0E-499A-8DA6-324675513B3E}"/>
          </ac:spMkLst>
        </pc:spChg>
        <pc:spChg chg="mod">
          <ac:chgData name="Gean Santos" userId="5dda1dd3-2126-4712-ac7b-2b3106ad4864" providerId="ADAL" clId="{A131A810-237E-418F-B9CF-EE9A8D882EF6}" dt="2026-03-14T17:50:15.469" v="101" actId="6549"/>
          <ac:spMkLst>
            <pc:docMk/>
            <pc:sldMk cId="1321790359" sldId="268"/>
            <ac:spMk id="37" creationId="{DD48C8EC-56C5-4A2A-BB21-811BC510040A}"/>
          </ac:spMkLst>
        </pc:spChg>
        <pc:picChg chg="del">
          <ac:chgData name="Gean Santos" userId="5dda1dd3-2126-4712-ac7b-2b3106ad4864" providerId="ADAL" clId="{A131A810-237E-418F-B9CF-EE9A8D882EF6}" dt="2026-03-14T17:50:17.808" v="103" actId="478"/>
          <ac:picMkLst>
            <pc:docMk/>
            <pc:sldMk cId="1321790359" sldId="268"/>
            <ac:picMk id="17" creationId="{C22AFC99-B8B0-4D49-8242-D5D9E488CA02}"/>
          </ac:picMkLst>
        </pc:picChg>
        <pc:picChg chg="del">
          <ac:chgData name="Gean Santos" userId="5dda1dd3-2126-4712-ac7b-2b3106ad4864" providerId="ADAL" clId="{A131A810-237E-418F-B9CF-EE9A8D882EF6}" dt="2026-03-14T17:50:18.615" v="104" actId="478"/>
          <ac:picMkLst>
            <pc:docMk/>
            <pc:sldMk cId="1321790359" sldId="268"/>
            <ac:picMk id="21" creationId="{B6A72E84-A1D7-4314-81A0-543131AE3C01}"/>
          </ac:picMkLst>
        </pc:picChg>
      </pc:sldChg>
      <pc:sldChg chg="modSp mod">
        <pc:chgData name="Gean Santos" userId="5dda1dd3-2126-4712-ac7b-2b3106ad4864" providerId="ADAL" clId="{A131A810-237E-418F-B9CF-EE9A8D882EF6}" dt="2026-03-14T17:47:53.819" v="16" actId="6549"/>
        <pc:sldMkLst>
          <pc:docMk/>
          <pc:sldMk cId="1388807336" sldId="269"/>
        </pc:sldMkLst>
        <pc:spChg chg="mod">
          <ac:chgData name="Gean Santos" userId="5dda1dd3-2126-4712-ac7b-2b3106ad4864" providerId="ADAL" clId="{A131A810-237E-418F-B9CF-EE9A8D882EF6}" dt="2026-03-14T17:47:53.819" v="16" actId="6549"/>
          <ac:spMkLst>
            <pc:docMk/>
            <pc:sldMk cId="1388807336" sldId="269"/>
            <ac:spMk id="3" creationId="{86EA67BE-8C4A-498B-BE79-A779F07A5E7B}"/>
          </ac:spMkLst>
        </pc:spChg>
        <pc:spChg chg="mod">
          <ac:chgData name="Gean Santos" userId="5dda1dd3-2126-4712-ac7b-2b3106ad4864" providerId="ADAL" clId="{A131A810-237E-418F-B9CF-EE9A8D882EF6}" dt="2026-03-14T17:47:51.401" v="15" actId="6549"/>
          <ac:spMkLst>
            <pc:docMk/>
            <pc:sldMk cId="1388807336" sldId="269"/>
            <ac:spMk id="15" creationId="{985311D1-54C5-4629-99A1-D0E53D8E6534}"/>
          </ac:spMkLst>
        </pc:spChg>
        <pc:spChg chg="mod">
          <ac:chgData name="Gean Santos" userId="5dda1dd3-2126-4712-ac7b-2b3106ad4864" providerId="ADAL" clId="{A131A810-237E-418F-B9CF-EE9A8D882EF6}" dt="2026-03-14T17:47:49.574" v="14" actId="6549"/>
          <ac:spMkLst>
            <pc:docMk/>
            <pc:sldMk cId="1388807336" sldId="269"/>
            <ac:spMk id="17" creationId="{172E38AD-9DB1-4BF6-B4CA-5E36E2D4D485}"/>
          </ac:spMkLst>
        </pc:spChg>
      </pc:sldChg>
      <pc:sldChg chg="addSp delSp modSp mod">
        <pc:chgData name="Gean Santos" userId="5dda1dd3-2126-4712-ac7b-2b3106ad4864" providerId="ADAL" clId="{A131A810-237E-418F-B9CF-EE9A8D882EF6}" dt="2026-03-14T17:48:13.728" v="31" actId="478"/>
        <pc:sldMkLst>
          <pc:docMk/>
          <pc:sldMk cId="1941567497" sldId="270"/>
        </pc:sldMkLst>
        <pc:spChg chg="add mod">
          <ac:chgData name="Gean Santos" userId="5dda1dd3-2126-4712-ac7b-2b3106ad4864" providerId="ADAL" clId="{A131A810-237E-418F-B9CF-EE9A8D882EF6}" dt="2026-03-14T17:47:55.764" v="17" actId="478"/>
          <ac:spMkLst>
            <pc:docMk/>
            <pc:sldMk cId="1941567497" sldId="270"/>
            <ac:spMk id="5" creationId="{8B1250EE-9C0E-45A1-D26F-ABC7ED461B3F}"/>
          </ac:spMkLst>
        </pc:spChg>
        <pc:spChg chg="add mod">
          <ac:chgData name="Gean Santos" userId="5dda1dd3-2126-4712-ac7b-2b3106ad4864" providerId="ADAL" clId="{A131A810-237E-418F-B9CF-EE9A8D882EF6}" dt="2026-03-14T17:47:59.187" v="20" actId="478"/>
          <ac:spMkLst>
            <pc:docMk/>
            <pc:sldMk cId="1941567497" sldId="270"/>
            <ac:spMk id="7" creationId="{5DB0544D-9F71-7C15-10CB-DFA1DECF0F15}"/>
          </ac:spMkLst>
        </pc:spChg>
        <pc:spChg chg="add mod">
          <ac:chgData name="Gean Santos" userId="5dda1dd3-2126-4712-ac7b-2b3106ad4864" providerId="ADAL" clId="{A131A810-237E-418F-B9CF-EE9A8D882EF6}" dt="2026-03-14T17:48:04.380" v="25" actId="478"/>
          <ac:spMkLst>
            <pc:docMk/>
            <pc:sldMk cId="1941567497" sldId="270"/>
            <ac:spMk id="9" creationId="{83F5837A-615C-B62D-4FBC-133902B02A8D}"/>
          </ac:spMkLst>
        </pc:spChg>
        <pc:spChg chg="add mod">
          <ac:chgData name="Gean Santos" userId="5dda1dd3-2126-4712-ac7b-2b3106ad4864" providerId="ADAL" clId="{A131A810-237E-418F-B9CF-EE9A8D882EF6}" dt="2026-03-14T17:48:13.728" v="31" actId="478"/>
          <ac:spMkLst>
            <pc:docMk/>
            <pc:sldMk cId="1941567497" sldId="270"/>
            <ac:spMk id="11" creationId="{9533AF51-3B82-D49C-9183-8B1F2AB49403}"/>
          </ac:spMkLst>
        </pc:spChg>
        <pc:spChg chg="mod">
          <ac:chgData name="Gean Santos" userId="5dda1dd3-2126-4712-ac7b-2b3106ad4864" providerId="ADAL" clId="{A131A810-237E-418F-B9CF-EE9A8D882EF6}" dt="2026-03-14T17:48:01.186" v="22" actId="6549"/>
          <ac:spMkLst>
            <pc:docMk/>
            <pc:sldMk cId="1941567497" sldId="270"/>
            <ac:spMk id="14" creationId="{D9036395-3643-4D4E-95D7-0B29D19C01DB}"/>
          </ac:spMkLst>
        </pc:spChg>
        <pc:spChg chg="mod">
          <ac:chgData name="Gean Santos" userId="5dda1dd3-2126-4712-ac7b-2b3106ad4864" providerId="ADAL" clId="{A131A810-237E-418F-B9CF-EE9A8D882EF6}" dt="2026-03-14T17:48:03.420" v="24" actId="6549"/>
          <ac:spMkLst>
            <pc:docMk/>
            <pc:sldMk cId="1941567497" sldId="270"/>
            <ac:spMk id="15" creationId="{99BE8D49-F053-400B-ADDC-743712E28E1D}"/>
          </ac:spMkLst>
        </pc:spChg>
        <pc:spChg chg="mod">
          <ac:chgData name="Gean Santos" userId="5dda1dd3-2126-4712-ac7b-2b3106ad4864" providerId="ADAL" clId="{A131A810-237E-418F-B9CF-EE9A8D882EF6}" dt="2026-03-14T17:48:08.642" v="28" actId="6549"/>
          <ac:spMkLst>
            <pc:docMk/>
            <pc:sldMk cId="1941567497" sldId="270"/>
            <ac:spMk id="17" creationId="{AE59AABC-71C8-470C-A122-9A1E2B97CB7A}"/>
          </ac:spMkLst>
        </pc:spChg>
        <pc:spChg chg="mod">
          <ac:chgData name="Gean Santos" userId="5dda1dd3-2126-4712-ac7b-2b3106ad4864" providerId="ADAL" clId="{A131A810-237E-418F-B9CF-EE9A8D882EF6}" dt="2026-03-14T17:48:09.748" v="29" actId="6549"/>
          <ac:spMkLst>
            <pc:docMk/>
            <pc:sldMk cId="1941567497" sldId="270"/>
            <ac:spMk id="18" creationId="{E96617D7-0697-4087-A9EF-D77EB2564E83}"/>
          </ac:spMkLst>
        </pc:spChg>
        <pc:spChg chg="mod">
          <ac:chgData name="Gean Santos" userId="5dda1dd3-2126-4712-ac7b-2b3106ad4864" providerId="ADAL" clId="{A131A810-237E-418F-B9CF-EE9A8D882EF6}" dt="2026-03-14T17:48:05.892" v="26" actId="6549"/>
          <ac:spMkLst>
            <pc:docMk/>
            <pc:sldMk cId="1941567497" sldId="270"/>
            <ac:spMk id="20" creationId="{FEAF3F61-C6CA-4894-9AFA-02FDB66099C9}"/>
          </ac:spMkLst>
        </pc:spChg>
        <pc:spChg chg="mod">
          <ac:chgData name="Gean Santos" userId="5dda1dd3-2126-4712-ac7b-2b3106ad4864" providerId="ADAL" clId="{A131A810-237E-418F-B9CF-EE9A8D882EF6}" dt="2026-03-14T17:48:07.378" v="27" actId="6549"/>
          <ac:spMkLst>
            <pc:docMk/>
            <pc:sldMk cId="1941567497" sldId="270"/>
            <ac:spMk id="21" creationId="{CB4E3F3B-E173-4213-A472-5B258F0311F0}"/>
          </ac:spMkLst>
        </pc:spChg>
        <pc:spChg chg="mod">
          <ac:chgData name="Gean Santos" userId="5dda1dd3-2126-4712-ac7b-2b3106ad4864" providerId="ADAL" clId="{A131A810-237E-418F-B9CF-EE9A8D882EF6}" dt="2026-03-14T17:47:56.839" v="18" actId="6549"/>
          <ac:spMkLst>
            <pc:docMk/>
            <pc:sldMk cId="1941567497" sldId="270"/>
            <ac:spMk id="24" creationId="{1A2623C5-D11D-478D-89FB-08576F6F146C}"/>
          </ac:spMkLst>
        </pc:spChg>
        <pc:spChg chg="mod">
          <ac:chgData name="Gean Santos" userId="5dda1dd3-2126-4712-ac7b-2b3106ad4864" providerId="ADAL" clId="{A131A810-237E-418F-B9CF-EE9A8D882EF6}" dt="2026-03-14T17:47:57.744" v="19" actId="6549"/>
          <ac:spMkLst>
            <pc:docMk/>
            <pc:sldMk cId="1941567497" sldId="270"/>
            <ac:spMk id="25" creationId="{786ED0BB-76F0-475B-B4E0-105C68BFC78E}"/>
          </ac:spMkLst>
        </pc:spChg>
        <pc:spChg chg="mod">
          <ac:chgData name="Gean Santos" userId="5dda1dd3-2126-4712-ac7b-2b3106ad4864" providerId="ADAL" clId="{A131A810-237E-418F-B9CF-EE9A8D882EF6}" dt="2026-03-14T17:48:11.564" v="30" actId="6549"/>
          <ac:spMkLst>
            <pc:docMk/>
            <pc:sldMk cId="1941567497" sldId="270"/>
            <ac:spMk id="81" creationId="{05C9BC75-0FE2-430C-A627-D6478EDBAACA}"/>
          </ac:spMkLst>
        </pc:spChg>
        <pc:picChg chg="del">
          <ac:chgData name="Gean Santos" userId="5dda1dd3-2126-4712-ac7b-2b3106ad4864" providerId="ADAL" clId="{A131A810-237E-418F-B9CF-EE9A8D882EF6}" dt="2026-03-14T17:47:55.764" v="17" actId="478"/>
          <ac:picMkLst>
            <pc:docMk/>
            <pc:sldMk cId="1941567497" sldId="270"/>
            <ac:picMk id="37" creationId="{98F474B4-9A01-431B-89C4-795F0E8E300B}"/>
          </ac:picMkLst>
        </pc:picChg>
        <pc:picChg chg="del">
          <ac:chgData name="Gean Santos" userId="5dda1dd3-2126-4712-ac7b-2b3106ad4864" providerId="ADAL" clId="{A131A810-237E-418F-B9CF-EE9A8D882EF6}" dt="2026-03-14T17:47:59.187" v="20" actId="478"/>
          <ac:picMkLst>
            <pc:docMk/>
            <pc:sldMk cId="1941567497" sldId="270"/>
            <ac:picMk id="41" creationId="{7F1F5F87-7338-4240-8180-E6BC090EB76C}"/>
          </ac:picMkLst>
        </pc:picChg>
        <pc:picChg chg="del">
          <ac:chgData name="Gean Santos" userId="5dda1dd3-2126-4712-ac7b-2b3106ad4864" providerId="ADAL" clId="{A131A810-237E-418F-B9CF-EE9A8D882EF6}" dt="2026-03-14T17:48:13.728" v="31" actId="478"/>
          <ac:picMkLst>
            <pc:docMk/>
            <pc:sldMk cId="1941567497" sldId="270"/>
            <ac:picMk id="45" creationId="{8B9B6C09-FCDF-4E23-A547-770F467C172C}"/>
          </ac:picMkLst>
        </pc:picChg>
        <pc:picChg chg="del">
          <ac:chgData name="Gean Santos" userId="5dda1dd3-2126-4712-ac7b-2b3106ad4864" providerId="ADAL" clId="{A131A810-237E-418F-B9CF-EE9A8D882EF6}" dt="2026-03-14T17:48:04.380" v="25" actId="478"/>
          <ac:picMkLst>
            <pc:docMk/>
            <pc:sldMk cId="1941567497" sldId="270"/>
            <ac:picMk id="49" creationId="{B12E7790-F92D-4BF7-A243-ECD017E4E0FE}"/>
          </ac:picMkLst>
        </pc:picChg>
      </pc:sldChg>
      <pc:sldChg chg="modSp mod">
        <pc:chgData name="Gean Santos" userId="5dda1dd3-2126-4712-ac7b-2b3106ad4864" providerId="ADAL" clId="{A131A810-237E-418F-B9CF-EE9A8D882EF6}" dt="2026-03-14T17:49:45.674" v="87" actId="6549"/>
        <pc:sldMkLst>
          <pc:docMk/>
          <pc:sldMk cId="1683355459" sldId="271"/>
        </pc:sldMkLst>
        <pc:spChg chg="mod">
          <ac:chgData name="Gean Santos" userId="5dda1dd3-2126-4712-ac7b-2b3106ad4864" providerId="ADAL" clId="{A131A810-237E-418F-B9CF-EE9A8D882EF6}" dt="2026-03-14T17:49:45.674" v="87" actId="6549"/>
          <ac:spMkLst>
            <pc:docMk/>
            <pc:sldMk cId="1683355459" sldId="271"/>
            <ac:spMk id="3" creationId="{AC44DC35-1079-40D1-BB61-0F487F472750}"/>
          </ac:spMkLst>
        </pc:spChg>
        <pc:spChg chg="mod">
          <ac:chgData name="Gean Santos" userId="5dda1dd3-2126-4712-ac7b-2b3106ad4864" providerId="ADAL" clId="{A131A810-237E-418F-B9CF-EE9A8D882EF6}" dt="2026-03-14T17:49:29.651" v="77" actId="6549"/>
          <ac:spMkLst>
            <pc:docMk/>
            <pc:sldMk cId="1683355459" sldId="271"/>
            <ac:spMk id="11" creationId="{BE2DDC6E-D6E2-48CA-B1EF-8C51295473D4}"/>
          </ac:spMkLst>
        </pc:spChg>
        <pc:spChg chg="mod">
          <ac:chgData name="Gean Santos" userId="5dda1dd3-2126-4712-ac7b-2b3106ad4864" providerId="ADAL" clId="{A131A810-237E-418F-B9CF-EE9A8D882EF6}" dt="2026-03-14T17:49:28.580" v="76" actId="6549"/>
          <ac:spMkLst>
            <pc:docMk/>
            <pc:sldMk cId="1683355459" sldId="271"/>
            <ac:spMk id="12" creationId="{302ECB06-815A-4232-9EEF-1CE3EAD4C0F2}"/>
          </ac:spMkLst>
        </pc:spChg>
        <pc:spChg chg="mod">
          <ac:chgData name="Gean Santos" userId="5dda1dd3-2126-4712-ac7b-2b3106ad4864" providerId="ADAL" clId="{A131A810-237E-418F-B9CF-EE9A8D882EF6}" dt="2026-03-14T17:49:32.441" v="79" actId="6549"/>
          <ac:spMkLst>
            <pc:docMk/>
            <pc:sldMk cId="1683355459" sldId="271"/>
            <ac:spMk id="31" creationId="{D6A052F4-BE1D-4BBE-A5E4-53A6742C7093}"/>
          </ac:spMkLst>
        </pc:spChg>
        <pc:spChg chg="mod">
          <ac:chgData name="Gean Santos" userId="5dda1dd3-2126-4712-ac7b-2b3106ad4864" providerId="ADAL" clId="{A131A810-237E-418F-B9CF-EE9A8D882EF6}" dt="2026-03-14T17:49:37.112" v="82" actId="6549"/>
          <ac:spMkLst>
            <pc:docMk/>
            <pc:sldMk cId="1683355459" sldId="271"/>
            <ac:spMk id="33" creationId="{E4CB779B-590A-4742-8EDD-C90A8A6EAAB2}"/>
          </ac:spMkLst>
        </pc:spChg>
        <pc:spChg chg="mod">
          <ac:chgData name="Gean Santos" userId="5dda1dd3-2126-4712-ac7b-2b3106ad4864" providerId="ADAL" clId="{A131A810-237E-418F-B9CF-EE9A8D882EF6}" dt="2026-03-14T17:49:44.109" v="86" actId="6549"/>
          <ac:spMkLst>
            <pc:docMk/>
            <pc:sldMk cId="1683355459" sldId="271"/>
            <ac:spMk id="35" creationId="{E06F30E7-03A1-4D44-9BA2-623641E2224B}"/>
          </ac:spMkLst>
        </pc:spChg>
        <pc:spChg chg="mod">
          <ac:chgData name="Gean Santos" userId="5dda1dd3-2126-4712-ac7b-2b3106ad4864" providerId="ADAL" clId="{A131A810-237E-418F-B9CF-EE9A8D882EF6}" dt="2026-03-14T17:49:41.158" v="84" actId="6549"/>
          <ac:spMkLst>
            <pc:docMk/>
            <pc:sldMk cId="1683355459" sldId="271"/>
            <ac:spMk id="37" creationId="{66CE0DB3-8A0B-4B77-9619-D0B01BF4275A}"/>
          </ac:spMkLst>
        </pc:spChg>
        <pc:spChg chg="mod">
          <ac:chgData name="Gean Santos" userId="5dda1dd3-2126-4712-ac7b-2b3106ad4864" providerId="ADAL" clId="{A131A810-237E-418F-B9CF-EE9A8D882EF6}" dt="2026-03-14T17:49:33.895" v="80" actId="6549"/>
          <ac:spMkLst>
            <pc:docMk/>
            <pc:sldMk cId="1683355459" sldId="271"/>
            <ac:spMk id="49" creationId="{743F630F-37B8-4375-B8FE-CBB4D55AB118}"/>
          </ac:spMkLst>
        </pc:spChg>
        <pc:spChg chg="mod">
          <ac:chgData name="Gean Santos" userId="5dda1dd3-2126-4712-ac7b-2b3106ad4864" providerId="ADAL" clId="{A131A810-237E-418F-B9CF-EE9A8D882EF6}" dt="2026-03-14T17:49:35.503" v="81" actId="6549"/>
          <ac:spMkLst>
            <pc:docMk/>
            <pc:sldMk cId="1683355459" sldId="271"/>
            <ac:spMk id="50" creationId="{35686093-13FE-4C01-A6E7-60867A827E7B}"/>
          </ac:spMkLst>
        </pc:spChg>
        <pc:spChg chg="mod">
          <ac:chgData name="Gean Santos" userId="5dda1dd3-2126-4712-ac7b-2b3106ad4864" providerId="ADAL" clId="{A131A810-237E-418F-B9CF-EE9A8D882EF6}" dt="2026-03-14T17:49:42.625" v="85" actId="6549"/>
          <ac:spMkLst>
            <pc:docMk/>
            <pc:sldMk cId="1683355459" sldId="271"/>
            <ac:spMk id="51" creationId="{C48F1B39-48E7-4559-9D08-B8E2C5824A28}"/>
          </ac:spMkLst>
        </pc:spChg>
        <pc:spChg chg="mod">
          <ac:chgData name="Gean Santos" userId="5dda1dd3-2126-4712-ac7b-2b3106ad4864" providerId="ADAL" clId="{A131A810-237E-418F-B9CF-EE9A8D882EF6}" dt="2026-03-14T17:49:39.620" v="83" actId="6549"/>
          <ac:spMkLst>
            <pc:docMk/>
            <pc:sldMk cId="1683355459" sldId="271"/>
            <ac:spMk id="52" creationId="{8321A23A-96BE-4EB4-ACB2-2C2A31CF5832}"/>
          </ac:spMkLst>
        </pc:spChg>
        <pc:spChg chg="mod">
          <ac:chgData name="Gean Santos" userId="5dda1dd3-2126-4712-ac7b-2b3106ad4864" providerId="ADAL" clId="{A131A810-237E-418F-B9CF-EE9A8D882EF6}" dt="2026-03-14T17:49:31.236" v="78" actId="6549"/>
          <ac:spMkLst>
            <pc:docMk/>
            <pc:sldMk cId="1683355459" sldId="271"/>
            <ac:spMk id="57" creationId="{00326D99-DAD3-4FED-A95F-BFF05E5EF0A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EAF03AE-1CC2-475F-B909-50970E969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B63C45E-73BA-4C86-A24F-A5006B4E7B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B5F06430-4578-4DD2-A94E-033E9BACDFF1}" type="datetime1">
              <a:rPr lang="pt-BR" smtClean="0"/>
              <a:t>14/03/2026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71DB874-DF6A-4AFA-8055-4AD7EE4CE3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7677078F-04CB-4625-B536-5BCAA2EC6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BE0EF92D-82DD-4142-BCE8-036B91487D2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7070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DB80B20E-D27D-432D-96E7-8342EC2A9F1C}" type="datetime1">
              <a:rPr lang="pt-BR" smtClean="0"/>
              <a:t>14/03/2026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C58EC616-C518-4358-9496-6C33B2F5FA56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2322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153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7729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248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7333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9506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2419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1804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4260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0770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8032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3342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7445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58EC616-C518-4358-9496-6C33B2F5FA56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2213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769" y="2683895"/>
            <a:ext cx="5278514" cy="2862225"/>
          </a:xfrm>
          <a:prstGeom prst="rect">
            <a:avLst/>
          </a:prstGeom>
        </p:spPr>
        <p:txBody>
          <a:bodyPr rtlCol="0" anchor="b"/>
          <a:lstStyle>
            <a:lvl1pPr>
              <a:lnSpc>
                <a:spcPct val="100000"/>
              </a:lnSpc>
              <a:defRPr lang="pt-BR" sz="5000" cap="all" spc="2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636" y="5568698"/>
            <a:ext cx="5278514" cy="618142"/>
          </a:xfrm>
          <a:prstGeom prst="rect">
            <a:avLst/>
          </a:prstGeom>
        </p:spPr>
        <p:txBody>
          <a:bodyPr rtlCol="0" anchor="t"/>
          <a:lstStyle>
            <a:lvl1pPr marL="0" indent="0">
              <a:buNone/>
              <a:defRPr lang="pt-BR" sz="2000" b="0" i="0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um nome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43875" y="947737"/>
            <a:ext cx="4048124" cy="49625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pc="400" baseline="0"/>
            </a:lvl1pPr>
          </a:lstStyle>
          <a:p>
            <a:pPr rtl="0"/>
            <a:r>
              <a:rPr lang="pt-BR"/>
              <a:t>Clique para adicionar foto</a:t>
            </a:r>
          </a:p>
        </p:txBody>
      </p:sp>
    </p:spTree>
    <p:extLst>
      <p:ext uri="{BB962C8B-B14F-4D97-AF65-F5344CB8AC3E}">
        <p14:creationId xmlns:p14="http://schemas.microsoft.com/office/powerpoint/2010/main" val="212780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4C813-EE84-4C00-BDF7-2FD444FA42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1580" y="942423"/>
            <a:ext cx="4694420" cy="1124392"/>
          </a:xfrm>
          <a:prstGeom prst="rect">
            <a:avLst/>
          </a:prstGeom>
        </p:spPr>
        <p:txBody>
          <a:bodyPr rtlCol="0" anchor="b"/>
          <a:lstStyle>
            <a:lvl1pPr>
              <a:defRPr lang="pt-BR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9" name="Espaço Reservado para Texto 11">
            <a:extLst>
              <a:ext uri="{FF2B5EF4-FFF2-40B4-BE49-F238E27FC236}">
                <a16:creationId xmlns:a16="http://schemas.microsoft.com/office/drawing/2014/main" id="{41FB44AB-9520-4C96-A83D-2FABD15CBE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0587" y="2329867"/>
            <a:ext cx="4058872" cy="3156533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200000"/>
              </a:lnSpc>
              <a:spcBef>
                <a:spcPts val="0"/>
              </a:spcBef>
              <a:buFont typeface="Segoe UI Light" panose="020B0502040204020203" pitchFamily="34" charset="0"/>
              <a:buNone/>
              <a:defRPr lang="pt-BR" sz="2000" cap="none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6B1A04-4BA1-4FCF-B19E-6A052911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DD33EA-800C-403C-867B-B4178A7C3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7" name="Espaço Reservado para Imagem 2">
            <a:extLst>
              <a:ext uri="{FF2B5EF4-FFF2-40B4-BE49-F238E27FC236}">
                <a16:creationId xmlns:a16="http://schemas.microsoft.com/office/drawing/2014/main" id="{0285C91D-2914-4BB9-A857-7DFA168C76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83361" y="0"/>
            <a:ext cx="3598052" cy="325810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pc="400" baseline="0"/>
            </a:lvl1pPr>
          </a:lstStyle>
          <a:p>
            <a:pPr rtl="0"/>
            <a:r>
              <a:rPr lang="pt-BR"/>
              <a:t>Clique para adicionar a foto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6896BB5-7888-43CA-A76C-BF7DE06DF2B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83361" y="3599895"/>
            <a:ext cx="3598052" cy="325810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pc="400" baseline="0"/>
            </a:lvl1pPr>
          </a:lstStyle>
          <a:p>
            <a:pPr rtl="0"/>
            <a:r>
              <a:rPr lang="pt-BR"/>
              <a:t>Clique para adicionar foto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6C8D158-80CE-4259-AE40-6EC8A072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0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EC8E4-E66E-43DD-B7F9-77510035AC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7600" y="2921000"/>
            <a:ext cx="4749800" cy="527050"/>
          </a:xfrm>
          <a:prstGeom prst="rect">
            <a:avLst/>
          </a:prstGeom>
        </p:spPr>
        <p:txBody>
          <a:bodyPr rtlCol="0" anchor="b"/>
          <a:lstStyle>
            <a:lvl1pPr>
              <a:defRPr lang="pt-BR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3DA549A2-F99E-46CF-BFF2-0F2D5834E1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0" y="492125"/>
            <a:ext cx="4114800" cy="53721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t-BR" spc="400" baseline="0"/>
            </a:lvl1pPr>
          </a:lstStyle>
          <a:p>
            <a:pPr rtl="0"/>
            <a:r>
              <a:rPr lang="pt-BR"/>
              <a:t>Clique para adicionar foto</a:t>
            </a:r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8E76B184-0041-41D4-948C-64DE4AB097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7600" y="3429000"/>
            <a:ext cx="4749800" cy="2129971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BR" sz="1400" cap="none" spc="50" baseline="0">
                <a:latin typeface="+mn-lt"/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9B09CA-52A5-4AB5-AF1F-8A219418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F5B9A3-008F-4631-AAAD-66E8363F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4547ADF-979E-4B05-BD10-4C2F2796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9361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ais 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ço Reservado para Imagem 2">
            <a:extLst>
              <a:ext uri="{FF2B5EF4-FFF2-40B4-BE49-F238E27FC236}">
                <a16:creationId xmlns:a16="http://schemas.microsoft.com/office/drawing/2014/main" id="{38C8EB8A-A968-4E47-AE69-9A01E7717E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8402" y="598401"/>
            <a:ext cx="9645056" cy="5661198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pc="400" baseline="0"/>
            </a:lvl1pPr>
          </a:lstStyle>
          <a:p>
            <a:pPr rtl="0"/>
            <a:r>
              <a:rPr lang="pt-BR"/>
              <a:t>Clique para adicionar a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A198BF-0DCC-40E9-B9E5-892F3CCF54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978" y="3443968"/>
            <a:ext cx="6022021" cy="882499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371600" tIns="457200" rtlCol="0" anchor="ctr" anchorCtr="0"/>
          <a:lstStyle>
            <a:lvl1pPr>
              <a:defRPr lang="pt-BR" sz="3200" cap="all" spc="2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9" name="Espaço Reservado para Texto 11">
            <a:extLst>
              <a:ext uri="{FF2B5EF4-FFF2-40B4-BE49-F238E27FC236}">
                <a16:creationId xmlns:a16="http://schemas.microsoft.com/office/drawing/2014/main" id="{FAD04F8B-0B18-4B5F-B3A8-8EEDC439F5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9979" y="4326467"/>
            <a:ext cx="6022021" cy="830414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371600" bIns="365760" rtlCol="0" anchor="ctr"/>
          <a:lstStyle>
            <a:lvl1pPr marL="0" indent="0" algn="l">
              <a:buNone/>
              <a:defRPr lang="pt-BR" sz="2000" i="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159307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empenho Trimes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EE33C-7BB8-4644-AC43-EAFCF071A5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9663" y="498928"/>
            <a:ext cx="9972675" cy="567873"/>
          </a:xfrm>
          <a:prstGeom prst="rect">
            <a:avLst/>
          </a:prstGeom>
        </p:spPr>
        <p:txBody>
          <a:bodyPr rtlCol="0"/>
          <a:lstStyle>
            <a:lvl1pPr algn="ctr">
              <a:defRPr lang="pt-BR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36A6D30-3C9B-4105-8529-1FC3C479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F6CE03B-D3BE-49C6-B2A4-0E17803F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3DEB961D-2B84-4E52-A71A-1C55CFFD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727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Áreas de Cresci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AA794-F088-4753-95A0-021064EE6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4166"/>
            <a:ext cx="10515600" cy="567873"/>
          </a:xfrm>
          <a:prstGeom prst="rect">
            <a:avLst/>
          </a:prstGeom>
        </p:spPr>
        <p:txBody>
          <a:bodyPr rtlCol="0"/>
          <a:lstStyle>
            <a:lvl1pPr algn="ctr">
              <a:defRPr lang="pt-BR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7C3E83D-2F76-4F03-9EF6-81DED406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D99F77-FE1A-4CD5-8B1C-50D8981A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84CA1C4-7C3D-4FAE-B5FC-D235F6D9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948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C8E96375-73CE-4ED7-90B6-293AB27ED0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pc="400" baseline="0"/>
            </a:lvl1pPr>
          </a:lstStyle>
          <a:p>
            <a:pPr rtl="0"/>
            <a:r>
              <a:rPr lang="pt-BR"/>
              <a:t>Clique para adicionar foto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4E8AED7C-EFC3-4427-AD37-E7AA4AF0C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181910"/>
            <a:ext cx="12192000" cy="3352227"/>
          </a:xfrm>
          <a:custGeom>
            <a:avLst/>
            <a:gdLst>
              <a:gd name="connsiteX0" fmla="*/ 11721830 w 12192000"/>
              <a:gd name="connsiteY0" fmla="*/ 0 h 3352227"/>
              <a:gd name="connsiteX1" fmla="*/ 12192000 w 12192000"/>
              <a:gd name="connsiteY1" fmla="*/ 0 h 3352227"/>
              <a:gd name="connsiteX2" fmla="*/ 12192000 w 12192000"/>
              <a:gd name="connsiteY2" fmla="*/ 3352227 h 3352227"/>
              <a:gd name="connsiteX3" fmla="*/ 11721830 w 12192000"/>
              <a:gd name="connsiteY3" fmla="*/ 3352227 h 3352227"/>
              <a:gd name="connsiteX4" fmla="*/ 0 w 12192000"/>
              <a:gd name="connsiteY4" fmla="*/ 0 h 3352227"/>
              <a:gd name="connsiteX5" fmla="*/ 5525311 w 12192000"/>
              <a:gd name="connsiteY5" fmla="*/ 0 h 3352227"/>
              <a:gd name="connsiteX6" fmla="*/ 5525311 w 12192000"/>
              <a:gd name="connsiteY6" fmla="*/ 3352227 h 3352227"/>
              <a:gd name="connsiteX7" fmla="*/ 0 w 12192000"/>
              <a:gd name="connsiteY7" fmla="*/ 3352227 h 3352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352227">
                <a:moveTo>
                  <a:pt x="11721830" y="0"/>
                </a:moveTo>
                <a:lnTo>
                  <a:pt x="12192000" y="0"/>
                </a:lnTo>
                <a:lnTo>
                  <a:pt x="12192000" y="3352227"/>
                </a:lnTo>
                <a:lnTo>
                  <a:pt x="11721830" y="3352227"/>
                </a:lnTo>
                <a:close/>
                <a:moveTo>
                  <a:pt x="0" y="0"/>
                </a:moveTo>
                <a:lnTo>
                  <a:pt x="5525311" y="0"/>
                </a:lnTo>
                <a:lnTo>
                  <a:pt x="5525311" y="3352227"/>
                </a:lnTo>
                <a:lnTo>
                  <a:pt x="0" y="3352227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85000"/>
            </a:schemeClr>
          </a:solidFill>
        </p:spPr>
        <p:txBody>
          <a:bodyPr lIns="960120" rIns="7315200" rtlCol="0" anchor="b"/>
          <a:lstStyle>
            <a:lvl1pPr>
              <a:defRPr lang="pt-BR" sz="3200" cap="all" spc="200" baseline="0" dirty="0"/>
            </a:lvl1pPr>
          </a:lstStyle>
          <a:p>
            <a:pPr marL="0" lvl="0" rtl="0"/>
            <a:r>
              <a:rPr lang="pt-BR"/>
              <a:t>Clique para adicionar um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72FF0B66-A4D6-423A-AC8B-48E8CD7DF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4534137"/>
            <a:ext cx="12192000" cy="1141953"/>
          </a:xfrm>
          <a:custGeom>
            <a:avLst/>
            <a:gdLst>
              <a:gd name="connsiteX0" fmla="*/ 11721830 w 12192000"/>
              <a:gd name="connsiteY0" fmla="*/ 1 h 1141953"/>
              <a:gd name="connsiteX1" fmla="*/ 12192000 w 12192000"/>
              <a:gd name="connsiteY1" fmla="*/ 1 h 1141953"/>
              <a:gd name="connsiteX2" fmla="*/ 12192000 w 12192000"/>
              <a:gd name="connsiteY2" fmla="*/ 1141953 h 1141953"/>
              <a:gd name="connsiteX3" fmla="*/ 11721830 w 12192000"/>
              <a:gd name="connsiteY3" fmla="*/ 1141953 h 1141953"/>
              <a:gd name="connsiteX4" fmla="*/ 0 w 12192000"/>
              <a:gd name="connsiteY4" fmla="*/ 0 h 1141953"/>
              <a:gd name="connsiteX5" fmla="*/ 5525311 w 12192000"/>
              <a:gd name="connsiteY5" fmla="*/ 0 h 1141953"/>
              <a:gd name="connsiteX6" fmla="*/ 5525311 w 12192000"/>
              <a:gd name="connsiteY6" fmla="*/ 1141952 h 1141953"/>
              <a:gd name="connsiteX7" fmla="*/ 0 w 12192000"/>
              <a:gd name="connsiteY7" fmla="*/ 1141952 h 114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41953">
                <a:moveTo>
                  <a:pt x="11721830" y="1"/>
                </a:moveTo>
                <a:lnTo>
                  <a:pt x="12192000" y="1"/>
                </a:lnTo>
                <a:lnTo>
                  <a:pt x="12192000" y="1141953"/>
                </a:lnTo>
                <a:lnTo>
                  <a:pt x="11721830" y="1141953"/>
                </a:lnTo>
                <a:close/>
                <a:moveTo>
                  <a:pt x="0" y="0"/>
                </a:moveTo>
                <a:lnTo>
                  <a:pt x="5525311" y="0"/>
                </a:lnTo>
                <a:lnTo>
                  <a:pt x="5525311" y="1141952"/>
                </a:lnTo>
                <a:lnTo>
                  <a:pt x="0" y="114195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85000"/>
            </a:schemeClr>
          </a:solidFill>
        </p:spPr>
        <p:txBody>
          <a:bodyPr lIns="960120" tIns="137160" rIns="6400800" rtlCol="0" anchor="t"/>
          <a:lstStyle>
            <a:lvl1pPr marL="0" indent="0">
              <a:buNone/>
              <a:defRPr lang="pt-BR" sz="2000" b="0" i="0" spc="200" baseline="0" dirty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marL="228600" lvl="0" indent="-228600" rtl="0"/>
            <a:r>
              <a:rPr lang="pt-BR"/>
              <a:t>Clique para adicionar um nome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C52883E-0EA3-4DCA-BB78-AD84BBE53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pt-BR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31860F9-7B15-486D-B68B-1D5E02F6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pt-BR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90B89DE-8ADC-4391-8EAF-C713EA69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F91729D4-A164-47A3-830D-E792BCE699E4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0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5886F38-E337-4504-BF25-D65176023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93D2BF-453A-45BE-9E29-EC3F8D9F5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9846" y="1487527"/>
            <a:ext cx="2581554" cy="1325563"/>
          </a:xfrm>
          <a:prstGeom prst="rect">
            <a:avLst/>
          </a:prstGeom>
        </p:spPr>
        <p:txBody>
          <a:bodyPr rtlCol="0" anchor="b"/>
          <a:lstStyle>
            <a:lvl1pPr algn="ctr">
              <a:defRPr lang="pt-BR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1" name="Espaço Reservado para Imagem 9">
            <a:extLst>
              <a:ext uri="{FF2B5EF4-FFF2-40B4-BE49-F238E27FC236}">
                <a16:creationId xmlns:a16="http://schemas.microsoft.com/office/drawing/2014/main" id="{C47B8159-559E-42C4-AA5B-7642DE42745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3630" y="677419"/>
            <a:ext cx="2357652" cy="1622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para adicionar a foto</a:t>
            </a:r>
          </a:p>
        </p:txBody>
      </p:sp>
      <p:sp>
        <p:nvSpPr>
          <p:cNvPr id="52" name="Espaço Reservado para Texto 17">
            <a:extLst>
              <a:ext uri="{FF2B5EF4-FFF2-40B4-BE49-F238E27FC236}">
                <a16:creationId xmlns:a16="http://schemas.microsoft.com/office/drawing/2014/main" id="{9E9FA76D-767D-4F48-9238-F384F4D416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3628" y="2299842"/>
            <a:ext cx="2357652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6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o nome</a:t>
            </a:r>
          </a:p>
        </p:txBody>
      </p:sp>
      <p:sp>
        <p:nvSpPr>
          <p:cNvPr id="53" name="Espaço Reservado para Texto 17">
            <a:extLst>
              <a:ext uri="{FF2B5EF4-FFF2-40B4-BE49-F238E27FC236}">
                <a16:creationId xmlns:a16="http://schemas.microsoft.com/office/drawing/2014/main" id="{40F2B787-B1D2-493C-ABA2-D6E69C4800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93628" y="2774990"/>
            <a:ext cx="2357652" cy="4751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0" i="0" cap="none" spc="200" baseline="0"/>
            </a:lvl1pPr>
          </a:lstStyle>
          <a:p>
            <a:pPr lvl="0" rtl="0"/>
            <a:r>
              <a:rPr lang="pt-BR"/>
              <a:t>Clique para o título</a:t>
            </a:r>
          </a:p>
        </p:txBody>
      </p:sp>
      <p:sp>
        <p:nvSpPr>
          <p:cNvPr id="54" name="Espaço Reservado para Imagem 9">
            <a:extLst>
              <a:ext uri="{FF2B5EF4-FFF2-40B4-BE49-F238E27FC236}">
                <a16:creationId xmlns:a16="http://schemas.microsoft.com/office/drawing/2014/main" id="{7FCC4980-412C-49F7-BF30-8693DD9EAC0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31774" y="677419"/>
            <a:ext cx="2357652" cy="1622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para adicionar a foto</a:t>
            </a:r>
          </a:p>
        </p:txBody>
      </p:sp>
      <p:sp>
        <p:nvSpPr>
          <p:cNvPr id="55" name="Espaço Reservado para Texto 17">
            <a:extLst>
              <a:ext uri="{FF2B5EF4-FFF2-40B4-BE49-F238E27FC236}">
                <a16:creationId xmlns:a16="http://schemas.microsoft.com/office/drawing/2014/main" id="{B9BD60DD-95CB-47D1-9C2F-5ACD388206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31772" y="2299842"/>
            <a:ext cx="2357652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6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o nome</a:t>
            </a:r>
          </a:p>
        </p:txBody>
      </p:sp>
      <p:sp>
        <p:nvSpPr>
          <p:cNvPr id="56" name="Espaço Reservado para Texto 17">
            <a:extLst>
              <a:ext uri="{FF2B5EF4-FFF2-40B4-BE49-F238E27FC236}">
                <a16:creationId xmlns:a16="http://schemas.microsoft.com/office/drawing/2014/main" id="{19FF93B2-766D-4558-94BE-49F215C0FF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1772" y="2774990"/>
            <a:ext cx="2357652" cy="4751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0" i="0" cap="none" spc="200" baseline="0"/>
            </a:lvl1pPr>
          </a:lstStyle>
          <a:p>
            <a:pPr lvl="0" rtl="0"/>
            <a:r>
              <a:rPr lang="pt-BR"/>
              <a:t>Clique para o título</a:t>
            </a:r>
          </a:p>
        </p:txBody>
      </p:sp>
      <p:sp>
        <p:nvSpPr>
          <p:cNvPr id="57" name="Espaço Reservado para Imagem 9">
            <a:extLst>
              <a:ext uri="{FF2B5EF4-FFF2-40B4-BE49-F238E27FC236}">
                <a16:creationId xmlns:a16="http://schemas.microsoft.com/office/drawing/2014/main" id="{F16F9FCC-4EE2-4D18-8257-694E9C80F54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93630" y="3250138"/>
            <a:ext cx="2357652" cy="1622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para adicionar a foto</a:t>
            </a:r>
          </a:p>
        </p:txBody>
      </p:sp>
      <p:sp>
        <p:nvSpPr>
          <p:cNvPr id="58" name="Espaço Reservado para Texto 17">
            <a:extLst>
              <a:ext uri="{FF2B5EF4-FFF2-40B4-BE49-F238E27FC236}">
                <a16:creationId xmlns:a16="http://schemas.microsoft.com/office/drawing/2014/main" id="{F434B9BC-2EC7-4433-BAA8-039EB5BED5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93628" y="4872561"/>
            <a:ext cx="2357652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6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o nome</a:t>
            </a:r>
          </a:p>
        </p:txBody>
      </p:sp>
      <p:sp>
        <p:nvSpPr>
          <p:cNvPr id="59" name="Espaço Reservado para Texto 17">
            <a:extLst>
              <a:ext uri="{FF2B5EF4-FFF2-40B4-BE49-F238E27FC236}">
                <a16:creationId xmlns:a16="http://schemas.microsoft.com/office/drawing/2014/main" id="{6F08FB05-53FB-4C19-A35C-592C4DFDFF4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3628" y="5347709"/>
            <a:ext cx="2357652" cy="47514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200" b="0" i="0" cap="none" spc="200" baseline="0"/>
            </a:lvl1pPr>
          </a:lstStyle>
          <a:p>
            <a:pPr lvl="0" rtl="0"/>
            <a:r>
              <a:rPr lang="pt-BR"/>
              <a:t>Clique para o título</a:t>
            </a:r>
          </a:p>
        </p:txBody>
      </p:sp>
      <p:sp>
        <p:nvSpPr>
          <p:cNvPr id="60" name="Espaço Reservado para Imagem 9">
            <a:extLst>
              <a:ext uri="{FF2B5EF4-FFF2-40B4-BE49-F238E27FC236}">
                <a16:creationId xmlns:a16="http://schemas.microsoft.com/office/drawing/2014/main" id="{9589D7D2-07DF-415C-A139-E911869A1BC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431774" y="3250138"/>
            <a:ext cx="2357652" cy="16224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para adicionar foto</a:t>
            </a:r>
          </a:p>
        </p:txBody>
      </p:sp>
      <p:sp>
        <p:nvSpPr>
          <p:cNvPr id="61" name="Espaço Reservado para Texto 17">
            <a:extLst>
              <a:ext uri="{FF2B5EF4-FFF2-40B4-BE49-F238E27FC236}">
                <a16:creationId xmlns:a16="http://schemas.microsoft.com/office/drawing/2014/main" id="{E622F2E3-2C07-4ABC-A803-40361BBB73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31772" y="4872561"/>
            <a:ext cx="2357652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6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o nome</a:t>
            </a:r>
          </a:p>
        </p:txBody>
      </p:sp>
      <p:sp>
        <p:nvSpPr>
          <p:cNvPr id="62" name="Espaço Reservado para Texto 17">
            <a:extLst>
              <a:ext uri="{FF2B5EF4-FFF2-40B4-BE49-F238E27FC236}">
                <a16:creationId xmlns:a16="http://schemas.microsoft.com/office/drawing/2014/main" id="{B505FD93-2404-46B6-9EE0-9CABFC5233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31772" y="5347709"/>
            <a:ext cx="2357652" cy="47514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z="1200" b="0" i="0" cap="none" spc="200" baseline="0"/>
            </a:lvl1pPr>
          </a:lstStyle>
          <a:p>
            <a:pPr lvl="0" rtl="0"/>
            <a:r>
              <a:rPr lang="pt-BR"/>
              <a:t>Clique para o título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91FF20-37AD-4448-896C-C37172D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6AF771-F500-4564-96BB-2AC1F13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9254F218-0E34-408C-AB25-76184E9A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075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5886F38-E337-4504-BF25-D65176023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0116A5-69B8-43BF-B141-AC2A4B6CE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217" y="1207697"/>
            <a:ext cx="2970156" cy="1622912"/>
          </a:xfrm>
          <a:prstGeom prst="rect">
            <a:avLst/>
          </a:prstGeom>
        </p:spPr>
        <p:txBody>
          <a:bodyPr rtlCol="0" anchor="b"/>
          <a:lstStyle>
            <a:lvl1pPr algn="ctr">
              <a:defRPr lang="pt-BR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6D283EBF-8FBA-4A7A-9DCE-23E0BF7F6A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780553" y="1153717"/>
            <a:ext cx="1412050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para adicionar a foto</a:t>
            </a:r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48D76D02-A6E3-446F-B85B-CAD9ED06415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51733" y="2299842"/>
            <a:ext cx="2069690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o nome</a:t>
            </a:r>
          </a:p>
        </p:txBody>
      </p:sp>
      <p:sp>
        <p:nvSpPr>
          <p:cNvPr id="19" name="Espaço Reservado para Texto 17">
            <a:extLst>
              <a:ext uri="{FF2B5EF4-FFF2-40B4-BE49-F238E27FC236}">
                <a16:creationId xmlns:a16="http://schemas.microsoft.com/office/drawing/2014/main" id="{90954B1A-CAD7-4645-A1B3-1A5EFD54C9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51733" y="2774991"/>
            <a:ext cx="2069690" cy="67212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pt-BR" sz="1100" b="0" i="0" cap="none" spc="200" baseline="0"/>
            </a:lvl1pPr>
          </a:lstStyle>
          <a:p>
            <a:pPr lvl="0" rtl="0"/>
            <a:r>
              <a:rPr lang="pt-BR"/>
              <a:t>Clique para adicionar um título</a:t>
            </a:r>
          </a:p>
        </p:txBody>
      </p:sp>
      <p:sp>
        <p:nvSpPr>
          <p:cNvPr id="28" name="Espaço Reservado para Imagem 9">
            <a:extLst>
              <a:ext uri="{FF2B5EF4-FFF2-40B4-BE49-F238E27FC236}">
                <a16:creationId xmlns:a16="http://schemas.microsoft.com/office/drawing/2014/main" id="{D517EAC0-89E0-4247-B048-92F65C868A7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5891925" y="1153717"/>
            <a:ext cx="1412050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para adicionar a foto</a:t>
            </a:r>
          </a:p>
        </p:txBody>
      </p:sp>
      <p:sp>
        <p:nvSpPr>
          <p:cNvPr id="11" name="Espaço Reservado para Texto 17">
            <a:extLst>
              <a:ext uri="{FF2B5EF4-FFF2-40B4-BE49-F238E27FC236}">
                <a16:creationId xmlns:a16="http://schemas.microsoft.com/office/drawing/2014/main" id="{7F5710E0-5399-4C8A-9D92-390195CB6F2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63105" y="2299842"/>
            <a:ext cx="2069690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o nome</a:t>
            </a:r>
          </a:p>
        </p:txBody>
      </p:sp>
      <p:sp>
        <p:nvSpPr>
          <p:cNvPr id="12" name="Espaço Reservado para Texto 17">
            <a:extLst>
              <a:ext uri="{FF2B5EF4-FFF2-40B4-BE49-F238E27FC236}">
                <a16:creationId xmlns:a16="http://schemas.microsoft.com/office/drawing/2014/main" id="{019883F1-27DD-46A1-AD71-3AE14256007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63105" y="2774991"/>
            <a:ext cx="2069690" cy="67212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pt-BR" sz="1100" b="0" i="0" cap="none" spc="200" baseline="0"/>
            </a:lvl1pPr>
          </a:lstStyle>
          <a:p>
            <a:pPr lvl="0" rtl="0"/>
            <a:r>
              <a:rPr lang="pt-BR"/>
              <a:t>Clique para adicionar um título</a:t>
            </a:r>
          </a:p>
        </p:txBody>
      </p:sp>
      <p:sp>
        <p:nvSpPr>
          <p:cNvPr id="29" name="Espaço Reservado para Imagem 9">
            <a:extLst>
              <a:ext uri="{FF2B5EF4-FFF2-40B4-BE49-F238E27FC236}">
                <a16:creationId xmlns:a16="http://schemas.microsoft.com/office/drawing/2014/main" id="{7847BEB8-AC95-445E-AFB4-34B7658BB992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003297" y="1153717"/>
            <a:ext cx="1412049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para adicionar a foto</a:t>
            </a:r>
          </a:p>
        </p:txBody>
      </p:sp>
      <p:sp>
        <p:nvSpPr>
          <p:cNvPr id="14" name="Espaço Reservado para Texto 17">
            <a:extLst>
              <a:ext uri="{FF2B5EF4-FFF2-40B4-BE49-F238E27FC236}">
                <a16:creationId xmlns:a16="http://schemas.microsoft.com/office/drawing/2014/main" id="{82B5CAB5-1932-4DC0-BBBD-8ABA7C5D5D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74476" y="2299842"/>
            <a:ext cx="2069690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o nome</a:t>
            </a:r>
          </a:p>
        </p:txBody>
      </p:sp>
      <p:sp>
        <p:nvSpPr>
          <p:cNvPr id="15" name="Espaço Reservado para Texto 17">
            <a:extLst>
              <a:ext uri="{FF2B5EF4-FFF2-40B4-BE49-F238E27FC236}">
                <a16:creationId xmlns:a16="http://schemas.microsoft.com/office/drawing/2014/main" id="{E248F87C-2911-41CB-A4BD-6ECD4E13B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74476" y="2774991"/>
            <a:ext cx="2069690" cy="67212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pt-BR" sz="1100" b="0" i="0" cap="none" spc="200" baseline="0"/>
            </a:lvl1pPr>
          </a:lstStyle>
          <a:p>
            <a:pPr lvl="0" rtl="0"/>
            <a:r>
              <a:rPr lang="pt-BR"/>
              <a:t>Clique para adicionar um título</a:t>
            </a:r>
          </a:p>
        </p:txBody>
      </p:sp>
      <p:sp>
        <p:nvSpPr>
          <p:cNvPr id="37" name="Espaço Reservado para Imagem 9">
            <a:extLst>
              <a:ext uri="{FF2B5EF4-FFF2-40B4-BE49-F238E27FC236}">
                <a16:creationId xmlns:a16="http://schemas.microsoft.com/office/drawing/2014/main" id="{7B6B3681-1E21-44DA-AADA-F5E638A87423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0114667" y="1153717"/>
            <a:ext cx="1412049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para adicionar a foto</a:t>
            </a:r>
          </a:p>
        </p:txBody>
      </p:sp>
      <p:sp>
        <p:nvSpPr>
          <p:cNvPr id="33" name="Espaço Reservado para Texto 17">
            <a:extLst>
              <a:ext uri="{FF2B5EF4-FFF2-40B4-BE49-F238E27FC236}">
                <a16:creationId xmlns:a16="http://schemas.microsoft.com/office/drawing/2014/main" id="{2D88AD4B-15C6-42C2-B9A5-BD645DA67D7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85846" y="2299842"/>
            <a:ext cx="2069690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o nome</a:t>
            </a:r>
          </a:p>
        </p:txBody>
      </p:sp>
      <p:sp>
        <p:nvSpPr>
          <p:cNvPr id="34" name="Espaço Reservado para Texto 17">
            <a:extLst>
              <a:ext uri="{FF2B5EF4-FFF2-40B4-BE49-F238E27FC236}">
                <a16:creationId xmlns:a16="http://schemas.microsoft.com/office/drawing/2014/main" id="{D79E337C-DD94-4BC6-9F28-69AC04CD2B3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85846" y="2774991"/>
            <a:ext cx="2069690" cy="672127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pt-BR" sz="1100" b="0" i="0" cap="none" spc="200" baseline="0"/>
            </a:lvl1pPr>
          </a:lstStyle>
          <a:p>
            <a:pPr lvl="0" rtl="0"/>
            <a:r>
              <a:rPr lang="pt-BR"/>
              <a:t>Clique para adicionar um título</a:t>
            </a:r>
          </a:p>
        </p:txBody>
      </p:sp>
      <p:sp>
        <p:nvSpPr>
          <p:cNvPr id="30" name="Espaço Reservado para Imagem 9">
            <a:extLst>
              <a:ext uri="{FF2B5EF4-FFF2-40B4-BE49-F238E27FC236}">
                <a16:creationId xmlns:a16="http://schemas.microsoft.com/office/drawing/2014/main" id="{B50A84FF-F66B-4AB8-837C-E3025F19E9C0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780553" y="3614936"/>
            <a:ext cx="1412050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para adicionar a foto</a:t>
            </a:r>
          </a:p>
        </p:txBody>
      </p:sp>
      <p:sp>
        <p:nvSpPr>
          <p:cNvPr id="17" name="Espaço Reservado para Texto 17">
            <a:extLst>
              <a:ext uri="{FF2B5EF4-FFF2-40B4-BE49-F238E27FC236}">
                <a16:creationId xmlns:a16="http://schemas.microsoft.com/office/drawing/2014/main" id="{540D9937-87C5-40B3-86E6-F1CBFCA40C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51733" y="4767397"/>
            <a:ext cx="2069691" cy="476403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o nome</a:t>
            </a:r>
          </a:p>
        </p:txBody>
      </p:sp>
      <p:sp>
        <p:nvSpPr>
          <p:cNvPr id="20" name="Espaço Reservado para Texto 17">
            <a:extLst>
              <a:ext uri="{FF2B5EF4-FFF2-40B4-BE49-F238E27FC236}">
                <a16:creationId xmlns:a16="http://schemas.microsoft.com/office/drawing/2014/main" id="{C81570DE-3568-4F16-9DF8-269B29DDE60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51733" y="5242840"/>
            <a:ext cx="2069691" cy="69719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pt-BR" sz="1100" b="0" i="0" cap="none" spc="200" baseline="0"/>
            </a:lvl1pPr>
          </a:lstStyle>
          <a:p>
            <a:pPr lvl="0" rtl="0"/>
            <a:r>
              <a:rPr lang="pt-BR"/>
              <a:t>Clique para adicionar um título</a:t>
            </a:r>
          </a:p>
        </p:txBody>
      </p:sp>
      <p:sp>
        <p:nvSpPr>
          <p:cNvPr id="31" name="Espaço Reservado para Imagem 9">
            <a:extLst>
              <a:ext uri="{FF2B5EF4-FFF2-40B4-BE49-F238E27FC236}">
                <a16:creationId xmlns:a16="http://schemas.microsoft.com/office/drawing/2014/main" id="{41C26642-ECFF-4F11-B242-BBBA5D672DA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891925" y="3614936"/>
            <a:ext cx="1412050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para adicionar a foto</a:t>
            </a:r>
          </a:p>
        </p:txBody>
      </p:sp>
      <p:sp>
        <p:nvSpPr>
          <p:cNvPr id="22" name="Espaço Reservado para Texto 17">
            <a:extLst>
              <a:ext uri="{FF2B5EF4-FFF2-40B4-BE49-F238E27FC236}">
                <a16:creationId xmlns:a16="http://schemas.microsoft.com/office/drawing/2014/main" id="{5E4E35F3-EC7A-489D-985F-0CA9F0402B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63105" y="4768651"/>
            <a:ext cx="2069691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o nome</a:t>
            </a:r>
          </a:p>
        </p:txBody>
      </p:sp>
      <p:sp>
        <p:nvSpPr>
          <p:cNvPr id="23" name="Espaço Reservado para Texto 17">
            <a:extLst>
              <a:ext uri="{FF2B5EF4-FFF2-40B4-BE49-F238E27FC236}">
                <a16:creationId xmlns:a16="http://schemas.microsoft.com/office/drawing/2014/main" id="{55AFBE6C-8E28-48EC-8798-5E463B8E47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3105" y="5243800"/>
            <a:ext cx="2069691" cy="695361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pt-BR" sz="1100" b="0" i="0" cap="none" spc="200" baseline="0"/>
            </a:lvl1pPr>
          </a:lstStyle>
          <a:p>
            <a:pPr lvl="0" rtl="0"/>
            <a:r>
              <a:rPr lang="pt-BR"/>
              <a:t>Clique para adicionar um título</a:t>
            </a:r>
          </a:p>
        </p:txBody>
      </p:sp>
      <p:sp>
        <p:nvSpPr>
          <p:cNvPr id="32" name="Espaço Reservado para Imagem 9">
            <a:extLst>
              <a:ext uri="{FF2B5EF4-FFF2-40B4-BE49-F238E27FC236}">
                <a16:creationId xmlns:a16="http://schemas.microsoft.com/office/drawing/2014/main" id="{BCC40003-8966-4A03-9C79-EB95966FFE0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3297" y="3614936"/>
            <a:ext cx="1412049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para adicionar a foto</a:t>
            </a:r>
          </a:p>
        </p:txBody>
      </p:sp>
      <p:sp>
        <p:nvSpPr>
          <p:cNvPr id="25" name="Espaço Reservado para Texto 17">
            <a:extLst>
              <a:ext uri="{FF2B5EF4-FFF2-40B4-BE49-F238E27FC236}">
                <a16:creationId xmlns:a16="http://schemas.microsoft.com/office/drawing/2014/main" id="{023FE51B-CC62-42E7-BCF7-123DB0B9244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74476" y="4768651"/>
            <a:ext cx="2069690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o nome</a:t>
            </a:r>
          </a:p>
        </p:txBody>
      </p:sp>
      <p:sp>
        <p:nvSpPr>
          <p:cNvPr id="26" name="Espaço Reservado para Texto 17">
            <a:extLst>
              <a:ext uri="{FF2B5EF4-FFF2-40B4-BE49-F238E27FC236}">
                <a16:creationId xmlns:a16="http://schemas.microsoft.com/office/drawing/2014/main" id="{3CA6C07A-2E37-4897-AF99-5152B241E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74476" y="5243800"/>
            <a:ext cx="2069690" cy="695361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pt-BR" sz="1100" b="0" i="0" cap="none" spc="200" baseline="0"/>
            </a:lvl1pPr>
          </a:lstStyle>
          <a:p>
            <a:pPr lvl="0" rtl="0"/>
            <a:r>
              <a:rPr lang="pt-BR"/>
              <a:t>Clique para adicionar um título</a:t>
            </a:r>
          </a:p>
        </p:txBody>
      </p:sp>
      <p:sp>
        <p:nvSpPr>
          <p:cNvPr id="38" name="Espaço Reservado para Imagem 9">
            <a:extLst>
              <a:ext uri="{FF2B5EF4-FFF2-40B4-BE49-F238E27FC236}">
                <a16:creationId xmlns:a16="http://schemas.microsoft.com/office/drawing/2014/main" id="{026B0125-C5D1-4397-BA37-9D1FCB7DA71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10114667" y="3614936"/>
            <a:ext cx="1412049" cy="114727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/>
            </a:lvl1pPr>
          </a:lstStyle>
          <a:p>
            <a:pPr rtl="0"/>
            <a:r>
              <a:rPr lang="pt-BR"/>
              <a:t>Clique para adicionar foto</a:t>
            </a:r>
          </a:p>
        </p:txBody>
      </p:sp>
      <p:sp>
        <p:nvSpPr>
          <p:cNvPr id="35" name="Espaço Reservado para Texto 17">
            <a:extLst>
              <a:ext uri="{FF2B5EF4-FFF2-40B4-BE49-F238E27FC236}">
                <a16:creationId xmlns:a16="http://schemas.microsoft.com/office/drawing/2014/main" id="{A57BE95A-45E1-4F78-9162-0D9005657D7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785846" y="4768651"/>
            <a:ext cx="2069690" cy="475149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400" cap="all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o nome</a:t>
            </a:r>
          </a:p>
        </p:txBody>
      </p:sp>
      <p:sp>
        <p:nvSpPr>
          <p:cNvPr id="36" name="Espaço Reservado para Texto 17">
            <a:extLst>
              <a:ext uri="{FF2B5EF4-FFF2-40B4-BE49-F238E27FC236}">
                <a16:creationId xmlns:a16="http://schemas.microsoft.com/office/drawing/2014/main" id="{EF2F2B86-E2A2-406A-9EED-2FBD6601798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85846" y="5243800"/>
            <a:ext cx="2069690" cy="695361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00000"/>
              </a:lnSpc>
              <a:buNone/>
              <a:defRPr lang="pt-BR" sz="1100" b="0" i="0" cap="none" spc="200" baseline="0"/>
            </a:lvl1pPr>
          </a:lstStyle>
          <a:p>
            <a:pPr lvl="0"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91FF20-37AD-4448-896C-C37172D1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6AF771-F500-4564-96BB-2AC1F13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9254F218-0E34-408C-AB25-76184E9A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772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çamento do produto"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8101351-79F8-4AD7-A22B-E7AFB1C69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274260"/>
            <a:ext cx="12192000" cy="2583739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09A49BC-8099-40DE-8210-5A1CBAA42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8928"/>
            <a:ext cx="10515600" cy="567872"/>
          </a:xfrm>
          <a:prstGeom prst="rect">
            <a:avLst/>
          </a:prstGeom>
        </p:spPr>
        <p:txBody>
          <a:bodyPr rtlCol="0"/>
          <a:lstStyle>
            <a:lvl1pPr algn="ctr">
              <a:defRPr lang="pt-BR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5B7BBE6-4278-4E33-9044-72A2E0C0E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8564" y="1585733"/>
            <a:ext cx="2065188" cy="3995918"/>
          </a:xfrm>
          <a:prstGeom prst="rect">
            <a:avLst/>
          </a:prstGeom>
          <a:solidFill>
            <a:srgbClr val="3E70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00E549E-0E7C-4599-B51C-97AA7E52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32832" y="1585733"/>
            <a:ext cx="2065188" cy="3995918"/>
          </a:xfrm>
          <a:prstGeom prst="rect">
            <a:avLst/>
          </a:prstGeom>
          <a:solidFill>
            <a:srgbClr val="93A5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F7C507F-AD4D-47B6-88C3-C1D0154FB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63405" y="1585733"/>
            <a:ext cx="2065188" cy="3995918"/>
          </a:xfrm>
          <a:prstGeom prst="rect">
            <a:avLst/>
          </a:prstGeom>
          <a:solidFill>
            <a:srgbClr val="6272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A0266B1-BBD1-44C0-8D4C-4E651D320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3980" y="1585733"/>
            <a:ext cx="2065188" cy="3995918"/>
          </a:xfrm>
          <a:prstGeom prst="rect">
            <a:avLst/>
          </a:prstGeom>
          <a:solidFill>
            <a:srgbClr val="BDA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71BB1CE-E3FA-4E7F-A54B-3FB675098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11052" y="1585733"/>
            <a:ext cx="2065188" cy="3995918"/>
          </a:xfrm>
          <a:prstGeom prst="rect">
            <a:avLst/>
          </a:prstGeom>
          <a:solidFill>
            <a:srgbClr val="6851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15D11F63-A3DB-4EB1-9148-6E8C6678D1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7843" y="2434147"/>
            <a:ext cx="1826631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pt-BR" sz="2000" cap="all" normalizeH="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29" name="Espaço Reservado para Texto 22">
            <a:extLst>
              <a:ext uri="{FF2B5EF4-FFF2-40B4-BE49-F238E27FC236}">
                <a16:creationId xmlns:a16="http://schemas.microsoft.com/office/drawing/2014/main" id="{96E63495-7407-4360-95F6-82D0C68813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7843" y="3267049"/>
            <a:ext cx="1826631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pt-BR" sz="14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2" name="Espaço Reservado para Texto 22">
            <a:extLst>
              <a:ext uri="{FF2B5EF4-FFF2-40B4-BE49-F238E27FC236}">
                <a16:creationId xmlns:a16="http://schemas.microsoft.com/office/drawing/2014/main" id="{3A879552-0B9C-48EC-8D07-A24DB252D6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52111" y="2443870"/>
            <a:ext cx="1826631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pt-BR" sz="2000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3" name="Espaço Reservado para Texto 22">
            <a:extLst>
              <a:ext uri="{FF2B5EF4-FFF2-40B4-BE49-F238E27FC236}">
                <a16:creationId xmlns:a16="http://schemas.microsoft.com/office/drawing/2014/main" id="{8337BD60-5C54-4FEC-A9D6-5C29EB9479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2111" y="3276772"/>
            <a:ext cx="1826631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pt-BR" sz="14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4" name="Espaço Reservado para Texto 22">
            <a:extLst>
              <a:ext uri="{FF2B5EF4-FFF2-40B4-BE49-F238E27FC236}">
                <a16:creationId xmlns:a16="http://schemas.microsoft.com/office/drawing/2014/main" id="{25F7073D-87C3-473A-9A04-748C3F6826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82684" y="2434147"/>
            <a:ext cx="1826631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pt-BR" sz="2000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5" name="Espaço Reservado para Texto 22">
            <a:extLst>
              <a:ext uri="{FF2B5EF4-FFF2-40B4-BE49-F238E27FC236}">
                <a16:creationId xmlns:a16="http://schemas.microsoft.com/office/drawing/2014/main" id="{5CB2BF3B-6E9D-4A28-A938-C9CC9E4964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2684" y="3267049"/>
            <a:ext cx="1826631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pt-BR" sz="14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6" name="Espaço Reservado para Texto 22">
            <a:extLst>
              <a:ext uri="{FF2B5EF4-FFF2-40B4-BE49-F238E27FC236}">
                <a16:creationId xmlns:a16="http://schemas.microsoft.com/office/drawing/2014/main" id="{94E179CD-2F9C-44FA-813E-253ACC4A97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13259" y="2443870"/>
            <a:ext cx="1826631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pt-BR" sz="2000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7" name="Espaço Reservado para Texto 22">
            <a:extLst>
              <a:ext uri="{FF2B5EF4-FFF2-40B4-BE49-F238E27FC236}">
                <a16:creationId xmlns:a16="http://schemas.microsoft.com/office/drawing/2014/main" id="{34D58360-D7DD-4F33-A29E-5F4835C2DC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13259" y="3276772"/>
            <a:ext cx="1826631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pt-BR" sz="14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8" name="Espaço Reservado para Texto 22">
            <a:extLst>
              <a:ext uri="{FF2B5EF4-FFF2-40B4-BE49-F238E27FC236}">
                <a16:creationId xmlns:a16="http://schemas.microsoft.com/office/drawing/2014/main" id="{AA5A81E7-83B9-4A30-9A57-98FFF27160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30331" y="2434147"/>
            <a:ext cx="1826631" cy="776287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pt-BR" sz="2000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9" name="Espaço Reservado para Texto 22">
            <a:extLst>
              <a:ext uri="{FF2B5EF4-FFF2-40B4-BE49-F238E27FC236}">
                <a16:creationId xmlns:a16="http://schemas.microsoft.com/office/drawing/2014/main" id="{C45C6D3E-88B9-42D5-9A94-6D2B9CA3CD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30331" y="3267049"/>
            <a:ext cx="1826631" cy="15276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lang="pt-BR" sz="1400" spc="5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843D60E-3024-42AA-9CF9-A44192AE7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82FBC6-68D1-4570-A549-C4A925FB8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4E1DC1F-6117-4AB4-9BF1-878D4F82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453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78B9A4D3-8D91-4865-B422-5F60885A7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592874" y="3684898"/>
            <a:ext cx="9006253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90ECDAF5-DEB9-4A0C-9165-6ED23184A3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8928"/>
            <a:ext cx="10515600" cy="565435"/>
          </a:xfrm>
          <a:prstGeom prst="rect">
            <a:avLst/>
          </a:prstGeom>
        </p:spPr>
        <p:txBody>
          <a:bodyPr rtlCol="0"/>
          <a:lstStyle>
            <a:lvl1pPr algn="ctr">
              <a:defRPr lang="pt-BR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5FEA1AD-EC70-422F-BADD-FCA14BF9D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28750" y="3520775"/>
            <a:ext cx="328246" cy="3282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C84996E-63EA-4C88-816A-3AE158BB5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80314" y="3520775"/>
            <a:ext cx="328246" cy="3282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CA09893-F9A1-4FA2-A462-C1C443EC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31878" y="3520775"/>
            <a:ext cx="328246" cy="32824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9FBC17-744B-4367-90B4-20C9CDBD1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83442" y="3520775"/>
            <a:ext cx="328246" cy="32824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9FD6CCE-53EA-424C-A29B-35A77F7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35004" y="3520775"/>
            <a:ext cx="328246" cy="32824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1ADC218-9303-4431-8BD2-4D5F9C19A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92873" y="2964383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4F724929-97F8-4988-BD69-D86CAA695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1" y="2964383"/>
            <a:ext cx="0" cy="41571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F80FEF08-1FB7-46B4-AB6B-D672A96A7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599127" y="2964383"/>
            <a:ext cx="0" cy="41571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spaço Reservado para Texto 22">
            <a:extLst>
              <a:ext uri="{FF2B5EF4-FFF2-40B4-BE49-F238E27FC236}">
                <a16:creationId xmlns:a16="http://schemas.microsoft.com/office/drawing/2014/main" id="{8BA510CE-108D-434A-9BE7-BE6712175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72" y="1627860"/>
            <a:ext cx="2251564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800" cap="all" baseline="0">
                <a:solidFill>
                  <a:schemeClr val="tx2"/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28" name="Espaço Reservado para Texto 22">
            <a:extLst>
              <a:ext uri="{FF2B5EF4-FFF2-40B4-BE49-F238E27FC236}">
                <a16:creationId xmlns:a16="http://schemas.microsoft.com/office/drawing/2014/main" id="{00414708-82D0-44BF-8CBD-2D165A3856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172" y="2135346"/>
            <a:ext cx="2251564" cy="81240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pt-BR" sz="1400" spc="50" baseline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29" name="Espaço Reservado para Texto 22">
            <a:extLst>
              <a:ext uri="{FF2B5EF4-FFF2-40B4-BE49-F238E27FC236}">
                <a16:creationId xmlns:a16="http://schemas.microsoft.com/office/drawing/2014/main" id="{272F07D4-1C66-4FA2-8361-FC6267F177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70216" y="1637385"/>
            <a:ext cx="2251564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800" cap="all" baseline="0">
                <a:solidFill>
                  <a:schemeClr val="accent5">
                    <a:lumMod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0" name="Espaço Reservado para Texto 22">
            <a:extLst>
              <a:ext uri="{FF2B5EF4-FFF2-40B4-BE49-F238E27FC236}">
                <a16:creationId xmlns:a16="http://schemas.microsoft.com/office/drawing/2014/main" id="{432C0CF3-19F3-4C10-9EEC-BA5E5F3FD2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70216" y="2144871"/>
            <a:ext cx="2251564" cy="81240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pt-BR" sz="1400" spc="50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1" name="Espaço Reservado para Texto 22">
            <a:extLst>
              <a:ext uri="{FF2B5EF4-FFF2-40B4-BE49-F238E27FC236}">
                <a16:creationId xmlns:a16="http://schemas.microsoft.com/office/drawing/2014/main" id="{4A3A0AFC-7EB9-4059-8C59-C42379BA92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73340" y="1637385"/>
            <a:ext cx="2251564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800" cap="all" baseline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2" name="Espaço Reservado para Texto 22">
            <a:extLst>
              <a:ext uri="{FF2B5EF4-FFF2-40B4-BE49-F238E27FC236}">
                <a16:creationId xmlns:a16="http://schemas.microsoft.com/office/drawing/2014/main" id="{417F27A8-21AF-48E6-8A67-65C9920A30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3340" y="2144871"/>
            <a:ext cx="2251564" cy="812407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pt-BR" sz="1400" spc="5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3" name="Espaço Reservado para Texto 22">
            <a:extLst>
              <a:ext uri="{FF2B5EF4-FFF2-40B4-BE49-F238E27FC236}">
                <a16:creationId xmlns:a16="http://schemas.microsoft.com/office/drawing/2014/main" id="{F26C8D2A-15B8-4AB1-83F7-74DB0A35CC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16736" y="4400252"/>
            <a:ext cx="2251562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800" cap="all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4" name="Espaço Reservado para Texto 22">
            <a:extLst>
              <a:ext uri="{FF2B5EF4-FFF2-40B4-BE49-F238E27FC236}">
                <a16:creationId xmlns:a16="http://schemas.microsoft.com/office/drawing/2014/main" id="{07311D06-DEA1-4811-AC58-E3B935DC5A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6736" y="4917263"/>
            <a:ext cx="2251562" cy="795563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pt-BR" sz="1400" spc="50" baseline="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5" name="Espaço Reservado para Texto 22">
            <a:extLst>
              <a:ext uri="{FF2B5EF4-FFF2-40B4-BE49-F238E27FC236}">
                <a16:creationId xmlns:a16="http://schemas.microsoft.com/office/drawing/2014/main" id="{23AC1CF6-E394-4A35-A634-F187E005A4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21784" y="4400252"/>
            <a:ext cx="2251562" cy="498496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buNone/>
              <a:defRPr lang="pt-BR" sz="1800" cap="all" baseline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sp>
        <p:nvSpPr>
          <p:cNvPr id="36" name="Espaço Reservado para Texto 22">
            <a:extLst>
              <a:ext uri="{FF2B5EF4-FFF2-40B4-BE49-F238E27FC236}">
                <a16:creationId xmlns:a16="http://schemas.microsoft.com/office/drawing/2014/main" id="{9F72BEB0-9B11-4205-B9FC-10E5201C81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21784" y="4917263"/>
            <a:ext cx="2251562" cy="795563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lang="pt-BR" sz="1400" spc="50" baseline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pPr lvl="0" rtl="0"/>
            <a:r>
              <a:rPr lang="pt-BR"/>
              <a:t>Adicionar texto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0E574CD7-C8A6-4F56-81B4-F72FB22E0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844715" y="3977431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50FC7994-2504-4FF9-81F5-24405FEF0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47565" y="3977431"/>
            <a:ext cx="0" cy="4157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C4F63B8-F105-4AC4-889E-C12790C8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3AAE30-8A46-485A-BD2B-6ADB1856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9159F9D-CDA1-4B51-B521-C243219B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7837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da colu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648F598-64F2-429E-B3E0-FC31DC90A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9956"/>
            <a:ext cx="10515600" cy="726137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7B9DAAC-E781-43E6-913C-893B8D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530240"/>
            <a:ext cx="12192001" cy="889369"/>
          </a:xfrm>
          <a:prstGeom prst="rect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9" name="Espaço Reservado para Texto 14">
            <a:extLst>
              <a:ext uri="{FF2B5EF4-FFF2-40B4-BE49-F238E27FC236}">
                <a16:creationId xmlns:a16="http://schemas.microsoft.com/office/drawing/2014/main" id="{1C78864A-44CD-4C12-B023-C16330014B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7759" y="2063838"/>
            <a:ext cx="4626764" cy="42236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l">
              <a:buNone/>
              <a:defRPr lang="pt-BR" sz="2000" b="0" i="0" spc="20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t-BR"/>
              <a:t>Clique para adicionar um subtítulo aqui </a:t>
            </a:r>
          </a:p>
        </p:txBody>
      </p:sp>
      <p:sp>
        <p:nvSpPr>
          <p:cNvPr id="11" name="Espaço Reservado para Texto 17">
            <a:extLst>
              <a:ext uri="{FF2B5EF4-FFF2-40B4-BE49-F238E27FC236}">
                <a16:creationId xmlns:a16="http://schemas.microsoft.com/office/drawing/2014/main" id="{6D9CE0F4-78C6-4BD6-9C58-FDFC16FF09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7551" y="2486203"/>
            <a:ext cx="4626293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lang="pt-BR" sz="1400" spc="50" baseline="0"/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0" name="Espaço Reservado para Texto 14">
            <a:extLst>
              <a:ext uri="{FF2B5EF4-FFF2-40B4-BE49-F238E27FC236}">
                <a16:creationId xmlns:a16="http://schemas.microsoft.com/office/drawing/2014/main" id="{B499BD94-B24B-4B23-9B87-81DF413EA4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51708" y="2063837"/>
            <a:ext cx="4626763" cy="42236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l">
              <a:buNone/>
              <a:defRPr lang="pt-BR" sz="2000" b="0" i="0" spc="20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t-BR"/>
              <a:t>Clique para adicionar um subtítulo aqui </a:t>
            </a:r>
          </a:p>
        </p:txBody>
      </p:sp>
      <p:sp>
        <p:nvSpPr>
          <p:cNvPr id="12" name="Espaço Reservado para Texto 17">
            <a:extLst>
              <a:ext uri="{FF2B5EF4-FFF2-40B4-BE49-F238E27FC236}">
                <a16:creationId xmlns:a16="http://schemas.microsoft.com/office/drawing/2014/main" id="{6BC5A941-8EB4-4D4B-9671-6B8FA6447A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2188" y="2486202"/>
            <a:ext cx="4626293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lang="pt-BR" sz="1400" spc="50" baseline="0"/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E3392-5868-4F6C-BFCC-ECCB66A3B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D975EE-261C-47D3-A9E5-7401C706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727BB3A-38A2-4A8E-88C2-55FAE758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9179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da colu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5B3E9C-104B-4460-A48D-0C2C5329B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0431"/>
            <a:ext cx="10515600" cy="726137"/>
          </a:xfrm>
          <a:prstGeom prst="rect">
            <a:avLst/>
          </a:prstGeom>
        </p:spPr>
        <p:txBody>
          <a:bodyPr rtlCol="0" anchor="ctr"/>
          <a:lstStyle>
            <a:lvl1pPr algn="r">
              <a:defRPr lang="pt-BR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16DDC2F-7D33-44CF-9D9F-B342720BB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530240"/>
            <a:ext cx="12192000" cy="889369"/>
          </a:xfrm>
          <a:prstGeom prst="rect">
            <a:avLst/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9A8189FC-92D4-447F-BE75-86F13BA33B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3140" y="2063838"/>
            <a:ext cx="3515704" cy="422365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buNone/>
              <a:defRPr lang="pt-BR" sz="2000" b="0" i="0" spc="20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t-BR"/>
              <a:t>Clique para adicionar um subtítulo aqui </a:t>
            </a:r>
          </a:p>
        </p:txBody>
      </p:sp>
      <p:sp>
        <p:nvSpPr>
          <p:cNvPr id="14" name="Espaço Reservado para Texto 17">
            <a:extLst>
              <a:ext uri="{FF2B5EF4-FFF2-40B4-BE49-F238E27FC236}">
                <a16:creationId xmlns:a16="http://schemas.microsoft.com/office/drawing/2014/main" id="{4FDAEC9F-05AF-4D5D-AD2C-537FF767ED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2932" y="2523933"/>
            <a:ext cx="3515346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lang="pt-BR" sz="1400" spc="50" baseline="0"/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22" name="Espaço Reservado para Texto 14">
            <a:extLst>
              <a:ext uri="{FF2B5EF4-FFF2-40B4-BE49-F238E27FC236}">
                <a16:creationId xmlns:a16="http://schemas.microsoft.com/office/drawing/2014/main" id="{2492CECA-D20C-47AF-A75A-44DFDE74D8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9790" y="2063838"/>
            <a:ext cx="3515704" cy="422365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buNone/>
              <a:defRPr lang="pt-BR" sz="2000" b="0" i="0" spc="20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t-BR"/>
              <a:t>Clique para adicionar um subtítulo aqui </a:t>
            </a:r>
          </a:p>
        </p:txBody>
      </p:sp>
      <p:sp>
        <p:nvSpPr>
          <p:cNvPr id="23" name="Espaço Reservado para Texto 17">
            <a:extLst>
              <a:ext uri="{FF2B5EF4-FFF2-40B4-BE49-F238E27FC236}">
                <a16:creationId xmlns:a16="http://schemas.microsoft.com/office/drawing/2014/main" id="{EEF915A4-555A-4718-876D-625A85FAB0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9582" y="2523933"/>
            <a:ext cx="3515346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lang="pt-BR" sz="1400" spc="50" baseline="0"/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26" name="Espaço Reservado para Texto 14">
            <a:extLst>
              <a:ext uri="{FF2B5EF4-FFF2-40B4-BE49-F238E27FC236}">
                <a16:creationId xmlns:a16="http://schemas.microsoft.com/office/drawing/2014/main" id="{7458D237-AB82-4392-B182-AAF3694FDB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75874" y="2063838"/>
            <a:ext cx="3515704" cy="422365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 algn="l">
              <a:buNone/>
              <a:defRPr lang="pt-BR" sz="2000" b="0" i="0" spc="200" baseline="0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pt-BR"/>
              <a:t>Clique para adicionar um subtítulo aqui </a:t>
            </a:r>
          </a:p>
        </p:txBody>
      </p:sp>
      <p:sp>
        <p:nvSpPr>
          <p:cNvPr id="27" name="Espaço Reservado para Texto 17">
            <a:extLst>
              <a:ext uri="{FF2B5EF4-FFF2-40B4-BE49-F238E27FC236}">
                <a16:creationId xmlns:a16="http://schemas.microsoft.com/office/drawing/2014/main" id="{AAA9CCE2-427A-46C0-A79B-0D01E8888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75666" y="2523933"/>
            <a:ext cx="3515346" cy="332572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Segoe UI Light" panose="020B0502040204020203" pitchFamily="34" charset="0"/>
              <a:buNone/>
              <a:defRPr lang="pt-BR" sz="1400" spc="50" baseline="0"/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5A30FE-146C-418D-B68F-9EBB829D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BCBBE8-05C6-4946-80F5-DE319A6FC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22839E0-080F-4A5D-99FB-FD1917E7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788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C65D0-3E91-45C0-BC6C-CC7BFE58B0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800" y="3429000"/>
            <a:ext cx="3097320" cy="978408"/>
          </a:xfrm>
          <a:prstGeom prst="rect">
            <a:avLst/>
          </a:prstGeom>
        </p:spPr>
        <p:txBody>
          <a:bodyPr rtlCol="0" anchor="ctr"/>
          <a:lstStyle>
            <a:lvl1pPr algn="l">
              <a:defRPr lang="pt-BR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09651A5D-2C86-4900-A248-8559E39BDAC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0510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pc="400" baseline="0"/>
            </a:lvl1pPr>
          </a:lstStyle>
          <a:p>
            <a:pPr rtl="0"/>
            <a:r>
              <a:rPr lang="pt-BR"/>
              <a:t>Clique para adicionar foto</a:t>
            </a:r>
          </a:p>
        </p:txBody>
      </p:sp>
      <p:sp>
        <p:nvSpPr>
          <p:cNvPr id="9" name="Espaço Reservado para Texto 11">
            <a:extLst>
              <a:ext uri="{FF2B5EF4-FFF2-40B4-BE49-F238E27FC236}">
                <a16:creationId xmlns:a16="http://schemas.microsoft.com/office/drawing/2014/main" id="{D5F84479-AB5A-4587-BAAF-A05E52224B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5700" y="2854660"/>
            <a:ext cx="4749800" cy="2129971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pt-BR" sz="1400" cap="none" spc="50" baseline="0">
                <a:latin typeface="+mn-lt"/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3D8D3253-3A08-4F2F-B6B3-607BBC6B3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5788241"/>
            <a:ext cx="12192000" cy="106976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pc="400" baseline="0"/>
            </a:lvl1pPr>
          </a:lstStyle>
          <a:p>
            <a:pPr rtl="0"/>
            <a:r>
              <a:rPr lang="pt-BR"/>
              <a:t>Clique para adicionar foto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2B75CEA-DDFB-4C62-B83F-6A0B86FA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pt-BR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D425E30-50C5-42DD-911D-36C0E732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pt-BR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E88C855-986C-4539-81CE-5421C8EB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F91729D4-A164-47A3-830D-E792BCE699E4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7239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8F63EB3-EB79-4150-A7A5-F67566272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237" y="1096375"/>
            <a:ext cx="4045527" cy="1590790"/>
          </a:xfrm>
          <a:prstGeom prst="rect">
            <a:avLst/>
          </a:prstGeom>
        </p:spPr>
        <p:txBody>
          <a:bodyPr rtlCol="0" anchor="b"/>
          <a:lstStyle>
            <a:lvl1pPr>
              <a:defRPr lang="pt-BR" sz="3200" cap="all" spc="200" baseline="0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89D0B50-E879-41B9-9B1B-EBB40605D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951274"/>
            <a:ext cx="2743201" cy="474756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pc="400" baseline="0"/>
            </a:lvl1pPr>
          </a:lstStyle>
          <a:p>
            <a:pPr rtl="0"/>
            <a:r>
              <a:rPr lang="pt-BR"/>
              <a:t>Clique para adicionar foto</a:t>
            </a:r>
          </a:p>
        </p:txBody>
      </p:sp>
      <p:sp>
        <p:nvSpPr>
          <p:cNvPr id="8" name="Espaço Reservado para Texto 8">
            <a:extLst>
              <a:ext uri="{FF2B5EF4-FFF2-40B4-BE49-F238E27FC236}">
                <a16:creationId xmlns:a16="http://schemas.microsoft.com/office/drawing/2014/main" id="{EB4D3EE7-1F3B-4AAB-A04D-3162C35A1A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07354" y="2910720"/>
            <a:ext cx="4011410" cy="2061261"/>
          </a:xfrm>
          <a:prstGeom prst="rect">
            <a:avLst/>
          </a:prstGeom>
        </p:spPr>
        <p:txBody>
          <a:bodyPr rtlCol="0" anchor="t"/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Segoe UI Light" panose="020B0502040204020203" pitchFamily="34" charset="0"/>
              <a:buNone/>
              <a:defRPr lang="pt-BR" sz="2000" b="0" i="0" spc="200" baseline="0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/>
              <a:t>Clique para adicionar um nome</a:t>
            </a:r>
          </a:p>
        </p:txBody>
      </p:sp>
      <p:sp>
        <p:nvSpPr>
          <p:cNvPr id="9" name="Espaço Reservado para Imagem 5">
            <a:extLst>
              <a:ext uri="{FF2B5EF4-FFF2-40B4-BE49-F238E27FC236}">
                <a16:creationId xmlns:a16="http://schemas.microsoft.com/office/drawing/2014/main" id="{2A57A12F-74B8-4CBC-816C-F2AC890D1B9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48800" y="951274"/>
            <a:ext cx="2743200" cy="474756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pt-BR" spc="400" baseline="0"/>
            </a:lvl1pPr>
          </a:lstStyle>
          <a:p>
            <a:pPr rtl="0"/>
            <a:r>
              <a:rPr lang="pt-BR"/>
              <a:t>Clique para adicionar foto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A19A048-F803-428B-9A66-6DE56F4D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B42CDA7-93A6-45DB-9062-E70E51AC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1F08F63-561A-455E-8ED8-20CCE58E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959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FB4E19-B10C-43FA-AB4B-5D0396BD6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5C552B-0CAD-4920-B258-233A9F86D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E983FFB-15A3-4B11-A130-4565577A3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t-BR" sz="10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91729D4-A164-47A3-830D-E792BCE699E4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710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63" r:id="rId8"/>
    <p:sldLayoutId id="2147483656" r:id="rId9"/>
    <p:sldLayoutId id="2147483657" r:id="rId10"/>
    <p:sldLayoutId id="2147483664" r:id="rId11"/>
    <p:sldLayoutId id="2147483658" r:id="rId12"/>
    <p:sldLayoutId id="2147483659" r:id="rId13"/>
    <p:sldLayoutId id="2147483660" r:id="rId14"/>
    <p:sldLayoutId id="2147483661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3D64C50-A740-468A-8AB6-F949358D8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769" y="2683895"/>
            <a:ext cx="5278514" cy="28622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F94A06-38B8-4C8F-ABF0-FB763704D0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636" y="5568698"/>
            <a:ext cx="5278514" cy="61814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7" name="Espaço Reservado para Imagem 6" descr="Uma imagem contendo areia, distância">
            <a:extLst>
              <a:ext uri="{FF2B5EF4-FFF2-40B4-BE49-F238E27FC236}">
                <a16:creationId xmlns:a16="http://schemas.microsoft.com/office/drawing/2014/main" id="{5A492D51-4DBA-40BC-82AA-A33BD0D3F74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43875" y="947737"/>
            <a:ext cx="4048124" cy="4962525"/>
          </a:xfrm>
        </p:spPr>
      </p:pic>
      <p:sp>
        <p:nvSpPr>
          <p:cNvPr id="34" name="Retângulo 33">
            <a:extLst>
              <a:ext uri="{FF2B5EF4-FFF2-40B4-BE49-F238E27FC236}">
                <a16:creationId xmlns:a16="http://schemas.microsoft.com/office/drawing/2014/main" id="{106CDEB7-77E8-4351-9B76-07896E731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6075" y="0"/>
            <a:ext cx="2895600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2569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ítulo 26">
            <a:extLst>
              <a:ext uri="{FF2B5EF4-FFF2-40B4-BE49-F238E27FC236}">
                <a16:creationId xmlns:a16="http://schemas.microsoft.com/office/drawing/2014/main" id="{F3F083B8-4B95-4C15-B710-4BC526A23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580" y="942423"/>
            <a:ext cx="4694420" cy="112439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938E3964-EE54-4BDC-A0A3-DC7D197FFB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10587" y="2329867"/>
            <a:ext cx="4058872" cy="315653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CCBF0FB-0046-4D3C-AC29-2382CF05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5FE626F-057D-4E99-A748-F977659F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DCF5987E-87C3-66E5-33FA-499C76E403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AA59CC55-FB25-168E-187D-696A781724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04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>
            <a:extLst>
              <a:ext uri="{FF2B5EF4-FFF2-40B4-BE49-F238E27FC236}">
                <a16:creationId xmlns:a16="http://schemas.microsoft.com/office/drawing/2014/main" id="{E8D036FB-049F-42B9-8221-9EAE47689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00" y="2921000"/>
            <a:ext cx="4749800" cy="5270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558E8B1-0215-4BC8-AF46-4F9A87F2AE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7600" y="3429000"/>
            <a:ext cx="4749800" cy="23622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035BF3-F379-4230-ADAD-0D67A84DA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8202679-6595-4663-A854-969937BBA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CB5CC355-F6A6-4B5D-BE90-7C2313A8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0850" y="0"/>
            <a:ext cx="2349500" cy="99377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4A55616C-AB4C-18CC-8D1A-8137246300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90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3413C595-4D01-4997-9A0A-E7606687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978" y="3443968"/>
            <a:ext cx="6022021" cy="88249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D7D3E7A5-4BD8-44AD-B116-D2CED7043D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9979" y="4326467"/>
            <a:ext cx="6022021" cy="8304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AE0A32-C1A0-5F79-064A-DC9C5F84F9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13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spaço Reservado para Imagem 18" descr="imagem ampliada de areia">
            <a:extLst>
              <a:ext uri="{FF2B5EF4-FFF2-40B4-BE49-F238E27FC236}">
                <a16:creationId xmlns:a16="http://schemas.microsoft.com/office/drawing/2014/main" id="{B2BE730E-3A48-4CBD-8E48-B35F154D83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85311D1-54C5-4629-99A1-D0E53D8E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81910"/>
            <a:ext cx="12192000" cy="335222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.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172E38AD-9DB1-4BF6-B4CA-5E36E2D4D4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4534137"/>
            <a:ext cx="12192000" cy="114195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6EA67BE-8C4A-498B-BE79-A779F07A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7E49766-851F-4808-BD95-B55C6D131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pPr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880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ítulo 80">
            <a:extLst>
              <a:ext uri="{FF2B5EF4-FFF2-40B4-BE49-F238E27FC236}">
                <a16:creationId xmlns:a16="http://schemas.microsoft.com/office/drawing/2014/main" id="{05C9BC75-0FE2-430C-A627-D6478EDBA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46" y="1487527"/>
            <a:ext cx="3495954" cy="132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1A2623C5-D11D-478D-89FB-08576F6F14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93628" y="2299842"/>
            <a:ext cx="2357652" cy="475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786ED0BB-76F0-475B-B4E0-105C68BFC7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93628" y="2774990"/>
            <a:ext cx="2357652" cy="47514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D9036395-3643-4D4E-95D7-0B29D19C01D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431772" y="2299842"/>
            <a:ext cx="2357652" cy="475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​​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9BE8D49-F053-400B-ADDC-743712E28E1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431772" y="2774990"/>
            <a:ext cx="2357652" cy="47514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AE59AABC-71C8-470C-A122-9A1E2B97CB7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434323" y="4872561"/>
            <a:ext cx="3076262" cy="475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E96617D7-0697-4087-A9EF-D77EB2564E8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93628" y="5347709"/>
            <a:ext cx="2357652" cy="47514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FEAF3F61-C6CA-4894-9AFA-02FDB66099C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431772" y="4872561"/>
            <a:ext cx="2357652" cy="475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CB4E3F3B-E173-4213-A472-5B258F0311F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431772" y="5347709"/>
            <a:ext cx="2357652" cy="47514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AFFF1F2-E21B-46B2-9043-3A2FD77DB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6A610E7-14D9-43B1-A0E2-CFD8D531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8B1250EE-9C0E-45A1-D26F-ABC7ED461B3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5DB0544D-9F71-7C15-10CB-DFA1DECF0F1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83F5837A-615C-B62D-4FBC-133902B02A8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9533AF51-3B82-D49C-9183-8B1F2AB49403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567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Título 528">
            <a:extLst>
              <a:ext uri="{FF2B5EF4-FFF2-40B4-BE49-F238E27FC236}">
                <a16:creationId xmlns:a16="http://schemas.microsoft.com/office/drawing/2014/main" id="{F243647E-1730-42D2-A06F-C333D0FFA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641" y="1207697"/>
            <a:ext cx="3703872" cy="16229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Nossa Equipe </a:t>
            </a:r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1A2623C5-D11D-478D-89FB-08576F6F14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51733" y="2299842"/>
            <a:ext cx="2069690" cy="475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300" spc="100" dirty="0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786ED0BB-76F0-475B-B4E0-105C68BFC78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51733" y="2774991"/>
            <a:ext cx="2069690" cy="67212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D9036395-3643-4D4E-95D7-0B29D19C01D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8331" y="2299842"/>
            <a:ext cx="2419238" cy="475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300" spc="100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9BE8D49-F053-400B-ADDC-743712E28E1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563105" y="2774991"/>
            <a:ext cx="2069690" cy="67212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AE59AABC-71C8-470C-A122-9A1E2B97CB7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493104" y="2299842"/>
            <a:ext cx="2432434" cy="475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300" spc="100" dirty="0"/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E96617D7-0697-4087-A9EF-D77EB2564E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74476" y="2774991"/>
            <a:ext cx="2069690" cy="67212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52" name="Espaço Reservado para Texto 451">
            <a:extLst>
              <a:ext uri="{FF2B5EF4-FFF2-40B4-BE49-F238E27FC236}">
                <a16:creationId xmlns:a16="http://schemas.microsoft.com/office/drawing/2014/main" id="{F19E982D-B925-47A0-88B5-D505D511F1C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785846" y="2299842"/>
            <a:ext cx="2069690" cy="475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300" spc="100" dirty="0"/>
          </a:p>
        </p:txBody>
      </p:sp>
      <p:sp>
        <p:nvSpPr>
          <p:cNvPr id="453" name="Espaço Reservado para Texto 452">
            <a:extLst>
              <a:ext uri="{FF2B5EF4-FFF2-40B4-BE49-F238E27FC236}">
                <a16:creationId xmlns:a16="http://schemas.microsoft.com/office/drawing/2014/main" id="{BB4D6FAB-7EF5-4645-A4C7-8D5C849CACA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785846" y="2774991"/>
            <a:ext cx="2069690" cy="67212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FEAF3F61-C6CA-4894-9AFA-02FDB66099C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1733" y="4767397"/>
            <a:ext cx="2069691" cy="47640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300" spc="100" dirty="0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CB4E3F3B-E173-4213-A472-5B258F0311F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51733" y="5242840"/>
            <a:ext cx="2069691" cy="69719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3D96A08A-8CF6-4196-9CDF-68E261D8E1A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563105" y="4768651"/>
            <a:ext cx="2069691" cy="475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300" spc="100" dirty="0"/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F1864A54-091B-45AA-9FB4-24BD5F0880E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563105" y="5243800"/>
            <a:ext cx="2069691" cy="6953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8" name="Espaço Reservado para Texto 27">
            <a:extLst>
              <a:ext uri="{FF2B5EF4-FFF2-40B4-BE49-F238E27FC236}">
                <a16:creationId xmlns:a16="http://schemas.microsoft.com/office/drawing/2014/main" id="{49788C92-3416-4FC2-A12A-39614EB61ED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74476" y="4768651"/>
            <a:ext cx="2069690" cy="475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300" spc="100" dirty="0"/>
          </a:p>
        </p:txBody>
      </p:sp>
      <p:sp>
        <p:nvSpPr>
          <p:cNvPr id="29" name="Espaço Reservado para Texto 28">
            <a:extLst>
              <a:ext uri="{FF2B5EF4-FFF2-40B4-BE49-F238E27FC236}">
                <a16:creationId xmlns:a16="http://schemas.microsoft.com/office/drawing/2014/main" id="{9439D61D-5218-4B2F-B313-7E0A036E13B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74476" y="5243800"/>
            <a:ext cx="2069690" cy="6953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54" name="Espaço Reservado para Texto 453">
            <a:extLst>
              <a:ext uri="{FF2B5EF4-FFF2-40B4-BE49-F238E27FC236}">
                <a16:creationId xmlns:a16="http://schemas.microsoft.com/office/drawing/2014/main" id="{41124E90-9F24-4DFB-97DA-4729ACB48AA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785846" y="4768651"/>
            <a:ext cx="2069690" cy="47514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300" spc="100" dirty="0"/>
          </a:p>
        </p:txBody>
      </p:sp>
      <p:sp>
        <p:nvSpPr>
          <p:cNvPr id="455" name="Espaço Reservado para Texto 454">
            <a:extLst>
              <a:ext uri="{FF2B5EF4-FFF2-40B4-BE49-F238E27FC236}">
                <a16:creationId xmlns:a16="http://schemas.microsoft.com/office/drawing/2014/main" id="{2618EACE-50AC-4B11-8030-5BA0AD7433C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785846" y="5243800"/>
            <a:ext cx="2069690" cy="6953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AFFF1F2-E21B-46B2-9043-3A2FD77DB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6A610E7-14D9-43B1-A0E2-CFD8D531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pPr/>
              <a:t>7</a:t>
            </a:fld>
            <a:endParaRPr lang="pt-BR" dirty="0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78C0A609-CF9D-96BD-2377-065ADCB4E1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72AD5C94-3839-C543-DE4D-F9ABC6458D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F5BF4A3A-06CC-99AC-9081-650FC0D679A7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F5C1DF86-258D-5003-86BB-CE4D7EFBFAA8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ED731033-D24D-254C-5BBD-E4E4C18867B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Espaço Reservado para Imagem 18">
            <a:extLst>
              <a:ext uri="{FF2B5EF4-FFF2-40B4-BE49-F238E27FC236}">
                <a16:creationId xmlns:a16="http://schemas.microsoft.com/office/drawing/2014/main" id="{144DB97D-F9CE-03E8-4E9C-4FE34378D6F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7" name="Espaço Reservado para Imagem 26">
            <a:extLst>
              <a:ext uri="{FF2B5EF4-FFF2-40B4-BE49-F238E27FC236}">
                <a16:creationId xmlns:a16="http://schemas.microsoft.com/office/drawing/2014/main" id="{232D79F9-C788-168F-3598-634D203CCE39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1" name="Espaço Reservado para Imagem 30">
            <a:extLst>
              <a:ext uri="{FF2B5EF4-FFF2-40B4-BE49-F238E27FC236}">
                <a16:creationId xmlns:a16="http://schemas.microsoft.com/office/drawing/2014/main" id="{1C9DBD2C-0F42-2EA6-E46D-FABE9E3858D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385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ítulo 48">
            <a:extLst>
              <a:ext uri="{FF2B5EF4-FFF2-40B4-BE49-F238E27FC236}">
                <a16:creationId xmlns:a16="http://schemas.microsoft.com/office/drawing/2014/main" id="{3C4CC1D7-A91E-4CD5-B051-0B202E09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8928"/>
            <a:ext cx="10515600" cy="56787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5C73BB6C-294B-4A13-AFEB-58CFBE6EDC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7843" y="2434147"/>
            <a:ext cx="1826631" cy="77628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800" dirty="0"/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E6F35BA7-9C1A-47BD-9F51-FF505471E9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7843" y="3267049"/>
            <a:ext cx="1826631" cy="15276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5" name="Espaço Reservado para Texto 64">
            <a:extLst>
              <a:ext uri="{FF2B5EF4-FFF2-40B4-BE49-F238E27FC236}">
                <a16:creationId xmlns:a16="http://schemas.microsoft.com/office/drawing/2014/main" id="{56983C54-58DE-4EC6-A4F8-CC5E0956C5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952111" y="2443870"/>
            <a:ext cx="1826631" cy="77628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800" dirty="0"/>
          </a:p>
        </p:txBody>
      </p:sp>
      <p:sp>
        <p:nvSpPr>
          <p:cNvPr id="66" name="Espaço Reservado para Texto 65">
            <a:extLst>
              <a:ext uri="{FF2B5EF4-FFF2-40B4-BE49-F238E27FC236}">
                <a16:creationId xmlns:a16="http://schemas.microsoft.com/office/drawing/2014/main" id="{69FD5778-FBC3-4719-B73E-FDA8CD3E6F7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952111" y="3276772"/>
            <a:ext cx="1826631" cy="15276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7" name="Espaço Reservado para Texto 66">
            <a:extLst>
              <a:ext uri="{FF2B5EF4-FFF2-40B4-BE49-F238E27FC236}">
                <a16:creationId xmlns:a16="http://schemas.microsoft.com/office/drawing/2014/main" id="{D1B4E94F-ED75-4961-8559-62760ECE77C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2684" y="2434147"/>
            <a:ext cx="1826631" cy="77628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800" dirty="0"/>
          </a:p>
        </p:txBody>
      </p:sp>
      <p:sp>
        <p:nvSpPr>
          <p:cNvPr id="68" name="Espaço Reservado para Texto 67">
            <a:extLst>
              <a:ext uri="{FF2B5EF4-FFF2-40B4-BE49-F238E27FC236}">
                <a16:creationId xmlns:a16="http://schemas.microsoft.com/office/drawing/2014/main" id="{E5506267-2D48-49F5-A83E-BDD4CEDE67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182684" y="3267049"/>
            <a:ext cx="1826631" cy="15276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9" name="Espaço Reservado para Texto 68">
            <a:extLst>
              <a:ext uri="{FF2B5EF4-FFF2-40B4-BE49-F238E27FC236}">
                <a16:creationId xmlns:a16="http://schemas.microsoft.com/office/drawing/2014/main" id="{C3FBF82F-DBD2-47F5-B554-7A0405FCE7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13259" y="2443870"/>
            <a:ext cx="1826631" cy="77628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800" dirty="0"/>
          </a:p>
        </p:txBody>
      </p:sp>
      <p:sp>
        <p:nvSpPr>
          <p:cNvPr id="70" name="Espaço Reservado para Texto 69">
            <a:extLst>
              <a:ext uri="{FF2B5EF4-FFF2-40B4-BE49-F238E27FC236}">
                <a16:creationId xmlns:a16="http://schemas.microsoft.com/office/drawing/2014/main" id="{1B675A47-B6F8-4C4D-94F4-A52389C3C5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13259" y="3276772"/>
            <a:ext cx="1826631" cy="15276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1" name="Espaço Reservado para Texto 70">
            <a:extLst>
              <a:ext uri="{FF2B5EF4-FFF2-40B4-BE49-F238E27FC236}">
                <a16:creationId xmlns:a16="http://schemas.microsoft.com/office/drawing/2014/main" id="{563DF0AC-EC94-4ECF-849C-EC09FF7F46B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630331" y="2434147"/>
            <a:ext cx="1826631" cy="77628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sz="1800" dirty="0"/>
          </a:p>
        </p:txBody>
      </p:sp>
      <p:sp>
        <p:nvSpPr>
          <p:cNvPr id="72" name="Espaço Reservado para Texto 71">
            <a:extLst>
              <a:ext uri="{FF2B5EF4-FFF2-40B4-BE49-F238E27FC236}">
                <a16:creationId xmlns:a16="http://schemas.microsoft.com/office/drawing/2014/main" id="{8A6E6F45-E685-4E7B-B715-B80B7092271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30331" y="3267049"/>
            <a:ext cx="1826631" cy="15276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CEF50C5-235C-4A73-924A-E2EC97F7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3D139B0-AFDC-487D-BA64-66803D0D6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pPr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0013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ítulo 56">
            <a:extLst>
              <a:ext uri="{FF2B5EF4-FFF2-40B4-BE49-F238E27FC236}">
                <a16:creationId xmlns:a16="http://schemas.microsoft.com/office/drawing/2014/main" id="{00326D99-DAD3-4FED-A95F-BFF05E5E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8928"/>
            <a:ext cx="10515600" cy="56543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BE2DDC6E-D6E2-48CA-B1EF-8C51295473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5172" y="1627860"/>
            <a:ext cx="2251564" cy="49849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302ECB06-815A-4232-9EEF-1CE3EAD4C0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5172" y="2135346"/>
            <a:ext cx="2251564" cy="81240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1" name="Espaço Reservado para Texto 30">
            <a:extLst>
              <a:ext uri="{FF2B5EF4-FFF2-40B4-BE49-F238E27FC236}">
                <a16:creationId xmlns:a16="http://schemas.microsoft.com/office/drawing/2014/main" id="{D6A052F4-BE1D-4BBE-A5E4-53A6742C70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216" y="1637385"/>
            <a:ext cx="2251564" cy="49849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743F630F-37B8-4375-B8FE-CBB4D55AB1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70216" y="2144871"/>
            <a:ext cx="2251564" cy="81240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E4CB779B-590A-4742-8EDD-C90A8A6EAA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473340" y="1637385"/>
            <a:ext cx="2251564" cy="49849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0" name="Espaço Reservado para Texto 49">
            <a:extLst>
              <a:ext uri="{FF2B5EF4-FFF2-40B4-BE49-F238E27FC236}">
                <a16:creationId xmlns:a16="http://schemas.microsoft.com/office/drawing/2014/main" id="{35686093-13FE-4C01-A6E7-60867A827E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48521" y="2144871"/>
            <a:ext cx="2701202" cy="81240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5" name="Espaço Reservado para Texto 34">
            <a:extLst>
              <a:ext uri="{FF2B5EF4-FFF2-40B4-BE49-F238E27FC236}">
                <a16:creationId xmlns:a16="http://schemas.microsoft.com/office/drawing/2014/main" id="{E06F30E7-03A1-4D44-9BA2-623641E2224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716736" y="4400252"/>
            <a:ext cx="2251562" cy="49849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1" name="Espaço Reservado para Texto 50">
            <a:extLst>
              <a:ext uri="{FF2B5EF4-FFF2-40B4-BE49-F238E27FC236}">
                <a16:creationId xmlns:a16="http://schemas.microsoft.com/office/drawing/2014/main" id="{C48F1B39-48E7-4559-9D08-B8E2C5824A2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716736" y="4917263"/>
            <a:ext cx="2251562" cy="79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7" name="Espaço Reservado para Texto 36">
            <a:extLst>
              <a:ext uri="{FF2B5EF4-FFF2-40B4-BE49-F238E27FC236}">
                <a16:creationId xmlns:a16="http://schemas.microsoft.com/office/drawing/2014/main" id="{66CE0DB3-8A0B-4B77-9619-D0B01BF4275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21784" y="4400252"/>
            <a:ext cx="2251562" cy="498496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2" name="Espaço Reservado para Texto 51">
            <a:extLst>
              <a:ext uri="{FF2B5EF4-FFF2-40B4-BE49-F238E27FC236}">
                <a16:creationId xmlns:a16="http://schemas.microsoft.com/office/drawing/2014/main" id="{8321A23A-96BE-4EB4-ACB2-2C2A31CF583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221784" y="4917263"/>
            <a:ext cx="2251562" cy="795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C44DC35-1079-40D1-BB61-0F487F472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CC0C219-5E3C-4FAD-A11D-99A21AAA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pPr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3355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432416A3-39EF-4CBE-943D-C79C22FD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9956"/>
            <a:ext cx="10515600" cy="72613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1AFBEB7-A9AF-468F-820B-D9077A7D0B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7759" y="2063838"/>
            <a:ext cx="4626764" cy="42236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B127C79B-F024-434C-825D-15CEE80923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7551" y="2486203"/>
            <a:ext cx="4626293" cy="332572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0E769AD8-E32B-4302-A770-0424AC0A2A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51708" y="2063837"/>
            <a:ext cx="5002092" cy="42236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1F231637-753A-4454-98CA-FD968C0D94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2188" y="2486202"/>
            <a:ext cx="4626293" cy="332572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5FF7585-B3E6-4301-983E-6C7185A7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E375B46-1A54-44B9-BDCF-97B4D6758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pPr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439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ítulo 30">
            <a:extLst>
              <a:ext uri="{FF2B5EF4-FFF2-40B4-BE49-F238E27FC236}">
                <a16:creationId xmlns:a16="http://schemas.microsoft.com/office/drawing/2014/main" id="{C40D3CB1-60FB-44E7-A807-4460AFAD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431"/>
            <a:ext cx="10515600" cy="72613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1F6EAAA-7889-4E5F-90FD-F5C5492D37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3140" y="2063838"/>
            <a:ext cx="3515704" cy="422365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​</a:t>
            </a:r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C553A94B-692D-4746-9FFA-FAD2FF8238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2932" y="2523933"/>
            <a:ext cx="3635776" cy="332572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D766ABB5-79A8-4DFF-B3E4-6E4F29D794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29790" y="2063838"/>
            <a:ext cx="3515704" cy="42236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94333FF0-B429-4B2E-9910-AAF06DC5C7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29582" y="2523933"/>
            <a:ext cx="3515346" cy="332572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299EAE95-5B3F-4A21-B580-4AF9E642AA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75874" y="2063838"/>
            <a:ext cx="3515704" cy="42236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7" name="Espaço Reservado para Texto 26">
            <a:extLst>
              <a:ext uri="{FF2B5EF4-FFF2-40B4-BE49-F238E27FC236}">
                <a16:creationId xmlns:a16="http://schemas.microsoft.com/office/drawing/2014/main" id="{9533EAD8-15C8-4D9C-8F69-670982F523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5665" y="2523933"/>
            <a:ext cx="3625565" cy="332572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2AE5A9-C9EE-4D23-9586-528203CA7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7F15162-EA7B-4AF6-9C08-B145E8FA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pPr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4075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ítulo 36">
            <a:extLst>
              <a:ext uri="{FF2B5EF4-FFF2-40B4-BE49-F238E27FC236}">
                <a16:creationId xmlns:a16="http://schemas.microsoft.com/office/drawing/2014/main" id="{DD48C8EC-56C5-4A2A-BB21-811BC510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800" y="3429000"/>
            <a:ext cx="3097320" cy="97840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36E72FF0-3C0E-499A-8DA6-324675513B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35700" y="2854660"/>
            <a:ext cx="5118100" cy="256140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3BCDDBD-4C85-4716-86C0-5D527FE8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F496E66-3A4B-4617-8D7C-D91AD354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pPr/>
              <a:t>12</a:t>
            </a:fld>
            <a:endParaRPr lang="pt-BR" dirty="0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1BCD7C45-2FBE-15E3-781D-DC8AC5DC58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952531DB-8482-645B-E3BC-BF68F8EE36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79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91F92B90-FD10-47FA-922C-60FD7F0ED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237" y="1096375"/>
            <a:ext cx="4045527" cy="15907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6493815-2B96-4CA9-8D15-F0EB9A1557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7354" y="2910720"/>
            <a:ext cx="4011410" cy="206126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36962E-1AC0-4AE8-9E04-6FECBB97F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C5EF685-39C2-409F-97E3-2C4713F2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F91729D4-A164-47A3-830D-E792BCE699E4}" type="slidenum">
              <a:rPr lang="pt-BR" smtClean="0"/>
              <a:pPr/>
              <a:t>13</a:t>
            </a:fld>
            <a:endParaRPr lang="pt-BR" dirty="0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00B698CA-CCDA-445C-4EBA-CD98DA30567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B9C39F1D-127A-46EF-4A03-F430F3057D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40033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ED6DA"/>
      </a:accent1>
      <a:accent2>
        <a:srgbClr val="3E7090"/>
      </a:accent2>
      <a:accent3>
        <a:srgbClr val="93A5A8"/>
      </a:accent3>
      <a:accent4>
        <a:srgbClr val="627272"/>
      </a:accent4>
      <a:accent5>
        <a:srgbClr val="BDA07D"/>
      </a:accent5>
      <a:accent6>
        <a:srgbClr val="D8CAB7"/>
      </a:accent6>
      <a:hlink>
        <a:srgbClr val="0563C1"/>
      </a:hlink>
      <a:folHlink>
        <a:srgbClr val="954F72"/>
      </a:folHlink>
    </a:clrScheme>
    <a:fontScheme name="Custom 24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astal_Presentation_TM33468121_Win32_JC_SL_v3" id="{5CC0C496-FD8A-42BF-932F-4FD62E56F269}" vid="{DBEAE538-0105-45CF-A6D4-E0B303E1878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79BBA1-1277-4614-8DDE-B2EB227512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AF5DA8-6387-4138-BF96-B65D39F2FC2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3EF380A-18DE-4A59-8A28-3F29B5D010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47</Words>
  <Application>Microsoft Office PowerPoint</Application>
  <PresentationFormat>Widescreen</PresentationFormat>
  <Paragraphs>34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</vt:lpstr>
      <vt:lpstr>Segoe UI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.</vt:lpstr>
      <vt:lpstr>Apresentação do PowerPoint</vt:lpstr>
      <vt:lpstr>Nossa Equipe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Gean Santos</cp:lastModifiedBy>
  <cp:revision>2</cp:revision>
  <dcterms:created xsi:type="dcterms:W3CDTF">2026-03-13T01:30:37Z</dcterms:created>
  <dcterms:modified xsi:type="dcterms:W3CDTF">2026-03-14T17:50:26Z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2026-03-14T17:47:25Z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cde9cf13-cbc7-4116-a4eb-62f2be7fe935</vt:lpwstr>
  </property>
  <property fmtid="{D5CDD505-2E9C-101B-9397-08002B2CF9AE}" pid="8" name="MSIP_Label_defa4170-0d19-0005-0004-bc88714345d2_ActionId">
    <vt:lpwstr>8cbbee94-6d1c-490c-9440-d01d7b45020e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